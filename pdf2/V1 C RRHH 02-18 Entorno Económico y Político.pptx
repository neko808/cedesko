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wdp" ContentType="image/vnd.ms-photo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346" r:id="rId2"/>
    <p:sldId id="392" r:id="rId3"/>
    <p:sldId id="391" r:id="rId4"/>
    <p:sldId id="389" r:id="rId5"/>
    <p:sldId id="390" r:id="rId6"/>
    <p:sldId id="393" r:id="rId7"/>
    <p:sldId id="394" r:id="rId8"/>
    <p:sldId id="395" r:id="rId9"/>
    <p:sldId id="366" r:id="rId10"/>
    <p:sldId id="376" r:id="rId11"/>
    <p:sldId id="396" r:id="rId12"/>
    <p:sldId id="397" r:id="rId13"/>
    <p:sldId id="398" r:id="rId14"/>
    <p:sldId id="414" r:id="rId15"/>
    <p:sldId id="415" r:id="rId16"/>
    <p:sldId id="416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412" r:id="rId30"/>
    <p:sldId id="413" r:id="rId31"/>
    <p:sldId id="411" r:id="rId32"/>
    <p:sldId id="417" r:id="rId33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99" autoAdjust="0"/>
  </p:normalViewPr>
  <p:slideViewPr>
    <p:cSldViewPr snapToGrid="0" snapToObjects="1">
      <p:cViewPr>
        <p:scale>
          <a:sx n="66" d="100"/>
          <a:sy n="66" d="100"/>
        </p:scale>
        <p:origin x="-2512" y="-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interSettings" Target="printerSettings/printerSettings1.bin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Macintosh%20HD:Users:ernestocervera:Downloads:imfworld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ernestocervera:Downloads:A191RL1Q225SBEA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EA\Dropbox\COFECE\EUA\Ingreso%20y%20Consumo%20Personal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EA\Dropbox\COFECE\EUA\Desempleo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oleObject" Target="file:///C:\Users\NOE\Documents\PROMEDIOS%20M&#211;VILES\nuevas%20bases%20trimestrales%20mauricio%20jun%202017\base%20trimestral%20mauricio%20jun%202017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oleObject" Target="Macintosh%20HD:Users:ernestocervera:Documents:GEAS:Economico:pd%20ind%20exp%20man%20y%20fbkf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ernestocervera:Documents:GEAS:Economico:inpc%20e%20inpp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ernestocervera:Documents:GEAS:Economico:consumo%20privado%20mensual.xlsx" TargetMode="External"/><Relationship Id="rId2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[imfworld.xls]latam!$D$1</c:f>
              <c:strCache>
                <c:ptCount val="1"/>
                <c:pt idx="0">
                  <c:v>2017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[imfworld.xls]latam!$A$2:$A$12</c:f>
              <c:strCache>
                <c:ptCount val="11"/>
                <c:pt idx="0">
                  <c:v>Argentina</c:v>
                </c:pt>
                <c:pt idx="1">
                  <c:v>Brazil</c:v>
                </c:pt>
                <c:pt idx="2">
                  <c:v>Mexico</c:v>
                </c:pt>
                <c:pt idx="3">
                  <c:v>Peru</c:v>
                </c:pt>
                <c:pt idx="5">
                  <c:v>Costa Rica</c:v>
                </c:pt>
                <c:pt idx="6">
                  <c:v>El Salvador</c:v>
                </c:pt>
                <c:pt idx="7">
                  <c:v>Guatemala</c:v>
                </c:pt>
                <c:pt idx="8">
                  <c:v>Honduras</c:v>
                </c:pt>
                <c:pt idx="9">
                  <c:v>Nicaragua</c:v>
                </c:pt>
                <c:pt idx="10">
                  <c:v>Panama</c:v>
                </c:pt>
              </c:strCache>
            </c:strRef>
          </c:cat>
          <c:val>
            <c:numRef>
              <c:f>[imfworld.xls]latam!$D$2:$D$12</c:f>
              <c:numCache>
                <c:formatCode>0.0</c:formatCode>
                <c:ptCount val="11"/>
                <c:pt idx="0">
                  <c:v>2.464</c:v>
                </c:pt>
                <c:pt idx="1">
                  <c:v>0.748</c:v>
                </c:pt>
                <c:pt idx="2">
                  <c:v>2.145</c:v>
                </c:pt>
                <c:pt idx="3">
                  <c:v>2.668</c:v>
                </c:pt>
                <c:pt idx="5">
                  <c:v>3.8</c:v>
                </c:pt>
                <c:pt idx="6">
                  <c:v>2.3</c:v>
                </c:pt>
                <c:pt idx="7">
                  <c:v>3.162</c:v>
                </c:pt>
                <c:pt idx="8">
                  <c:v>4.0</c:v>
                </c:pt>
                <c:pt idx="9">
                  <c:v>4.5</c:v>
                </c:pt>
                <c:pt idx="10">
                  <c:v>5.3</c:v>
                </c:pt>
              </c:numCache>
            </c:numRef>
          </c:val>
        </c:ser>
        <c:ser>
          <c:idx val="1"/>
          <c:order val="1"/>
          <c:tx>
            <c:strRef>
              <c:f>[imfworld.xls]latam!$E$1</c:f>
              <c:strCache>
                <c:ptCount val="1"/>
                <c:pt idx="0">
                  <c:v>2018</c:v>
                </c:pt>
              </c:strCache>
            </c:strRef>
          </c:tx>
          <c:invertIfNegative val="0"/>
          <c:cat>
            <c:strRef>
              <c:f>[imfworld.xls]latam!$A$2:$A$12</c:f>
              <c:strCache>
                <c:ptCount val="11"/>
                <c:pt idx="0">
                  <c:v>Argentina</c:v>
                </c:pt>
                <c:pt idx="1">
                  <c:v>Brazil</c:v>
                </c:pt>
                <c:pt idx="2">
                  <c:v>Mexico</c:v>
                </c:pt>
                <c:pt idx="3">
                  <c:v>Peru</c:v>
                </c:pt>
                <c:pt idx="5">
                  <c:v>Costa Rica</c:v>
                </c:pt>
                <c:pt idx="6">
                  <c:v>El Salvador</c:v>
                </c:pt>
                <c:pt idx="7">
                  <c:v>Guatemala</c:v>
                </c:pt>
                <c:pt idx="8">
                  <c:v>Honduras</c:v>
                </c:pt>
                <c:pt idx="9">
                  <c:v>Nicaragua</c:v>
                </c:pt>
                <c:pt idx="10">
                  <c:v>Panama</c:v>
                </c:pt>
              </c:strCache>
            </c:strRef>
          </c:cat>
          <c:val>
            <c:numRef>
              <c:f>[imfworld.xls]latam!$E$2:$E$12</c:f>
              <c:numCache>
                <c:formatCode>0.0</c:formatCode>
                <c:ptCount val="11"/>
                <c:pt idx="0">
                  <c:v>2.508</c:v>
                </c:pt>
                <c:pt idx="1">
                  <c:v>1.489</c:v>
                </c:pt>
                <c:pt idx="2">
                  <c:v>1.852</c:v>
                </c:pt>
                <c:pt idx="3">
                  <c:v>3.759</c:v>
                </c:pt>
                <c:pt idx="5">
                  <c:v>3.8</c:v>
                </c:pt>
                <c:pt idx="6">
                  <c:v>2.1</c:v>
                </c:pt>
                <c:pt idx="7">
                  <c:v>3.371999999999999</c:v>
                </c:pt>
                <c:pt idx="8">
                  <c:v>3.6</c:v>
                </c:pt>
                <c:pt idx="9">
                  <c:v>4.3</c:v>
                </c:pt>
                <c:pt idx="10">
                  <c:v>5.6</c:v>
                </c:pt>
              </c:numCache>
            </c:numRef>
          </c:val>
        </c:ser>
        <c:ser>
          <c:idx val="2"/>
          <c:order val="2"/>
          <c:tx>
            <c:strRef>
              <c:f>[imfworld.xls]latam!$F$1</c:f>
              <c:strCache>
                <c:ptCount val="1"/>
                <c:pt idx="0">
                  <c:v>2019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[imfworld.xls]latam!$A$2:$A$12</c:f>
              <c:strCache>
                <c:ptCount val="11"/>
                <c:pt idx="0">
                  <c:v>Argentina</c:v>
                </c:pt>
                <c:pt idx="1">
                  <c:v>Brazil</c:v>
                </c:pt>
                <c:pt idx="2">
                  <c:v>Mexico</c:v>
                </c:pt>
                <c:pt idx="3">
                  <c:v>Peru</c:v>
                </c:pt>
                <c:pt idx="5">
                  <c:v>Costa Rica</c:v>
                </c:pt>
                <c:pt idx="6">
                  <c:v>El Salvador</c:v>
                </c:pt>
                <c:pt idx="7">
                  <c:v>Guatemala</c:v>
                </c:pt>
                <c:pt idx="8">
                  <c:v>Honduras</c:v>
                </c:pt>
                <c:pt idx="9">
                  <c:v>Nicaragua</c:v>
                </c:pt>
                <c:pt idx="10">
                  <c:v>Panama</c:v>
                </c:pt>
              </c:strCache>
            </c:strRef>
          </c:cat>
          <c:val>
            <c:numRef>
              <c:f>[imfworld.xls]latam!$F$2:$F$12</c:f>
              <c:numCache>
                <c:formatCode>0.0</c:formatCode>
                <c:ptCount val="11"/>
                <c:pt idx="0">
                  <c:v>2.651</c:v>
                </c:pt>
                <c:pt idx="1">
                  <c:v>1.986</c:v>
                </c:pt>
                <c:pt idx="2">
                  <c:v>2.34</c:v>
                </c:pt>
                <c:pt idx="3">
                  <c:v>3.993</c:v>
                </c:pt>
                <c:pt idx="5">
                  <c:v>3.9</c:v>
                </c:pt>
                <c:pt idx="6">
                  <c:v>2.1</c:v>
                </c:pt>
                <c:pt idx="7">
                  <c:v>3.827</c:v>
                </c:pt>
                <c:pt idx="8">
                  <c:v>3.8</c:v>
                </c:pt>
                <c:pt idx="9">
                  <c:v>4.5</c:v>
                </c:pt>
                <c:pt idx="10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983770872"/>
        <c:axId val="1907307784"/>
      </c:barChart>
      <c:catAx>
        <c:axId val="-198377087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s-ES"/>
          </a:p>
        </c:txPr>
        <c:crossAx val="1907307784"/>
        <c:crosses val="autoZero"/>
        <c:auto val="1"/>
        <c:lblAlgn val="ctr"/>
        <c:lblOffset val="100"/>
        <c:noMultiLvlLbl val="0"/>
      </c:catAx>
      <c:valAx>
        <c:axId val="190730778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198377087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Arial"/>
          <a:cs typeface="Arial"/>
        </a:defRPr>
      </a:pPr>
      <a:endParaRPr lang="es-E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'[A191RL1Q225SBEA.xls]FRED Graph'!$D$270</c:f>
              <c:strCache>
                <c:ptCount val="1"/>
                <c:pt idx="0">
                  <c:v>PIB EUA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'[A191RL1Q225SBEA.xls]FRED Graph'!$B$271:$C$294</c:f>
              <c:multiLvlStrCache>
                <c:ptCount val="24"/>
                <c:lvl>
                  <c:pt idx="0">
                    <c:v>I</c:v>
                  </c:pt>
                  <c:pt idx="1">
                    <c:v>II</c:v>
                  </c:pt>
                  <c:pt idx="2">
                    <c:v>III</c:v>
                  </c:pt>
                  <c:pt idx="3">
                    <c:v>IV</c:v>
                  </c:pt>
                  <c:pt idx="4">
                    <c:v>I</c:v>
                  </c:pt>
                  <c:pt idx="5">
                    <c:v>II</c:v>
                  </c:pt>
                  <c:pt idx="6">
                    <c:v>III</c:v>
                  </c:pt>
                  <c:pt idx="7">
                    <c:v>IV</c:v>
                  </c:pt>
                  <c:pt idx="8">
                    <c:v>I</c:v>
                  </c:pt>
                  <c:pt idx="9">
                    <c:v>II</c:v>
                  </c:pt>
                  <c:pt idx="10">
                    <c:v>III</c:v>
                  </c:pt>
                  <c:pt idx="11">
                    <c:v>IV</c:v>
                  </c:pt>
                  <c:pt idx="12">
                    <c:v>I</c:v>
                  </c:pt>
                  <c:pt idx="13">
                    <c:v>II</c:v>
                  </c:pt>
                  <c:pt idx="14">
                    <c:v>III</c:v>
                  </c:pt>
                  <c:pt idx="15">
                    <c:v>IV</c:v>
                  </c:pt>
                  <c:pt idx="16">
                    <c:v>I</c:v>
                  </c:pt>
                  <c:pt idx="17">
                    <c:v>II</c:v>
                  </c:pt>
                  <c:pt idx="18">
                    <c:v>III</c:v>
                  </c:pt>
                  <c:pt idx="19">
                    <c:v>IV</c:v>
                  </c:pt>
                  <c:pt idx="20">
                    <c:v>I</c:v>
                  </c:pt>
                  <c:pt idx="21">
                    <c:v>II</c:v>
                  </c:pt>
                  <c:pt idx="22">
                    <c:v>III</c:v>
                  </c:pt>
                  <c:pt idx="23">
                    <c:v>IV</c:v>
                  </c:pt>
                </c:lvl>
                <c:lvl>
                  <c:pt idx="0">
                    <c:v>2012</c:v>
                  </c:pt>
                  <c:pt idx="4">
                    <c:v>2013</c:v>
                  </c:pt>
                  <c:pt idx="8">
                    <c:v>2014</c:v>
                  </c:pt>
                  <c:pt idx="12">
                    <c:v>2015</c:v>
                  </c:pt>
                  <c:pt idx="16">
                    <c:v>2016</c:v>
                  </c:pt>
                  <c:pt idx="20">
                    <c:v>2017</c:v>
                  </c:pt>
                </c:lvl>
              </c:multiLvlStrCache>
            </c:multiLvlStrRef>
          </c:cat>
          <c:val>
            <c:numRef>
              <c:f>'[A191RL1Q225SBEA.xls]FRED Graph'!$D$271:$D$294</c:f>
              <c:numCache>
                <c:formatCode>0.0</c:formatCode>
                <c:ptCount val="24"/>
                <c:pt idx="0">
                  <c:v>2.7</c:v>
                </c:pt>
                <c:pt idx="1">
                  <c:v>1.9</c:v>
                </c:pt>
                <c:pt idx="2">
                  <c:v>0.5</c:v>
                </c:pt>
                <c:pt idx="3">
                  <c:v>0.1</c:v>
                </c:pt>
                <c:pt idx="4">
                  <c:v>2.8</c:v>
                </c:pt>
                <c:pt idx="5">
                  <c:v>0.8</c:v>
                </c:pt>
                <c:pt idx="6">
                  <c:v>3.1</c:v>
                </c:pt>
                <c:pt idx="7">
                  <c:v>4.0</c:v>
                </c:pt>
                <c:pt idx="8">
                  <c:v>-0.9</c:v>
                </c:pt>
                <c:pt idx="9">
                  <c:v>4.6</c:v>
                </c:pt>
                <c:pt idx="10">
                  <c:v>5.2</c:v>
                </c:pt>
                <c:pt idx="11">
                  <c:v>2.0</c:v>
                </c:pt>
                <c:pt idx="12">
                  <c:v>3.2</c:v>
                </c:pt>
                <c:pt idx="13">
                  <c:v>2.7</c:v>
                </c:pt>
                <c:pt idx="14">
                  <c:v>1.6</c:v>
                </c:pt>
                <c:pt idx="15">
                  <c:v>0.5</c:v>
                </c:pt>
                <c:pt idx="16">
                  <c:v>0.6</c:v>
                </c:pt>
                <c:pt idx="17">
                  <c:v>2.2</c:v>
                </c:pt>
                <c:pt idx="18">
                  <c:v>2.8</c:v>
                </c:pt>
                <c:pt idx="19">
                  <c:v>1.8</c:v>
                </c:pt>
                <c:pt idx="20">
                  <c:v>1.2</c:v>
                </c:pt>
                <c:pt idx="21">
                  <c:v>3.1</c:v>
                </c:pt>
                <c:pt idx="22">
                  <c:v>3.0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846875512"/>
        <c:axId val="1906902424"/>
      </c:barChart>
      <c:catAx>
        <c:axId val="1846875512"/>
        <c:scaling>
          <c:orientation val="minMax"/>
        </c:scaling>
        <c:delete val="0"/>
        <c:axPos val="b"/>
        <c:majorTickMark val="out"/>
        <c:minorTickMark val="none"/>
        <c:tickLblPos val="low"/>
        <c:crossAx val="1906902424"/>
        <c:crosses val="autoZero"/>
        <c:auto val="1"/>
        <c:lblAlgn val="ctr"/>
        <c:lblOffset val="100"/>
        <c:noMultiLvlLbl val="0"/>
      </c:catAx>
      <c:valAx>
        <c:axId val="1906902424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crossAx val="18468755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latin typeface="Arial"/>
          <a:cs typeface="Arial"/>
        </a:defRPr>
      </a:pPr>
      <a:endParaRPr lang="es-E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v>Ingreso Personal</c:v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multiLvlStrRef>
              <c:f>'Ingreso y Consumo Personal.xlsm'!Fechas</c:f>
              <c:multiLvlStrCache>
                <c:ptCount val="58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</c:lvl>
                <c:lvl>
                  <c:pt idx="0">
                    <c:v>2013</c:v>
                  </c:pt>
                  <c:pt idx="12">
                    <c:v>2014</c:v>
                  </c:pt>
                  <c:pt idx="24">
                    <c:v>2015</c:v>
                  </c:pt>
                  <c:pt idx="36">
                    <c:v>2016</c:v>
                  </c:pt>
                  <c:pt idx="48">
                    <c:v>2017</c:v>
                  </c:pt>
                </c:lvl>
              </c:multiLvlStrCache>
            </c:multiLvlStrRef>
          </c:cat>
          <c:val>
            <c:numRef>
              <c:f>'Ingreso y Consumo Personal.xlsm'!gIP</c:f>
              <c:numCache>
                <c:formatCode>0.0</c:formatCode>
                <c:ptCount val="58"/>
                <c:pt idx="0">
                  <c:v>2.221550663000938</c:v>
                </c:pt>
                <c:pt idx="1">
                  <c:v>1.778401778401762</c:v>
                </c:pt>
                <c:pt idx="2">
                  <c:v>1.3161341016239</c:v>
                </c:pt>
                <c:pt idx="3">
                  <c:v>0.989051597336443</c:v>
                </c:pt>
                <c:pt idx="4">
                  <c:v>1.618242533556447</c:v>
                </c:pt>
                <c:pt idx="5">
                  <c:v>1.801808313036179</c:v>
                </c:pt>
                <c:pt idx="6">
                  <c:v>1.961792480157597</c:v>
                </c:pt>
                <c:pt idx="7">
                  <c:v>2.168037348056707</c:v>
                </c:pt>
                <c:pt idx="8">
                  <c:v>1.674644576931894</c:v>
                </c:pt>
                <c:pt idx="9">
                  <c:v>0.712560386473426</c:v>
                </c:pt>
                <c:pt idx="10">
                  <c:v>-0.055431983552845</c:v>
                </c:pt>
                <c:pt idx="11">
                  <c:v>-2.249895711520967</c:v>
                </c:pt>
                <c:pt idx="12">
                  <c:v>3.706961819951694</c:v>
                </c:pt>
                <c:pt idx="13">
                  <c:v>4.069433268191736</c:v>
                </c:pt>
                <c:pt idx="14">
                  <c:v>4.771752945991948</c:v>
                </c:pt>
                <c:pt idx="15">
                  <c:v>5.060412122603597</c:v>
                </c:pt>
                <c:pt idx="16">
                  <c:v>4.845849520618728</c:v>
                </c:pt>
                <c:pt idx="17">
                  <c:v>4.998083121530096</c:v>
                </c:pt>
                <c:pt idx="18">
                  <c:v>5.463184584898828</c:v>
                </c:pt>
                <c:pt idx="19">
                  <c:v>5.629040700553146</c:v>
                </c:pt>
                <c:pt idx="20">
                  <c:v>5.662877319594886</c:v>
                </c:pt>
                <c:pt idx="21">
                  <c:v>6.384599648709467</c:v>
                </c:pt>
                <c:pt idx="22">
                  <c:v>6.43929288532555</c:v>
                </c:pt>
                <c:pt idx="23">
                  <c:v>6.36635208025802</c:v>
                </c:pt>
                <c:pt idx="24">
                  <c:v>5.962760557896344</c:v>
                </c:pt>
                <c:pt idx="25">
                  <c:v>5.76604440516957</c:v>
                </c:pt>
                <c:pt idx="26">
                  <c:v>5.158942303738123</c:v>
                </c:pt>
                <c:pt idx="27">
                  <c:v>5.454520620915265</c:v>
                </c:pt>
                <c:pt idx="28">
                  <c:v>5.599559432429313</c:v>
                </c:pt>
                <c:pt idx="29">
                  <c:v>5.311236426088945</c:v>
                </c:pt>
                <c:pt idx="30">
                  <c:v>4.968044770993152</c:v>
                </c:pt>
                <c:pt idx="31">
                  <c:v>4.639996785685586</c:v>
                </c:pt>
                <c:pt idx="32">
                  <c:v>4.478935994237077</c:v>
                </c:pt>
                <c:pt idx="33">
                  <c:v>4.44454758842019</c:v>
                </c:pt>
                <c:pt idx="34">
                  <c:v>4.059099004023482</c:v>
                </c:pt>
                <c:pt idx="35">
                  <c:v>3.785870730536245</c:v>
                </c:pt>
                <c:pt idx="36">
                  <c:v>3.364129079670853</c:v>
                </c:pt>
                <c:pt idx="37">
                  <c:v>2.659921671018273</c:v>
                </c:pt>
                <c:pt idx="38">
                  <c:v>2.801947480593633</c:v>
                </c:pt>
                <c:pt idx="39">
                  <c:v>2.719925396331991</c:v>
                </c:pt>
                <c:pt idx="40">
                  <c:v>2.42468725654943</c:v>
                </c:pt>
                <c:pt idx="41">
                  <c:v>2.474494218261426</c:v>
                </c:pt>
                <c:pt idx="42">
                  <c:v>2.754930517239163</c:v>
                </c:pt>
                <c:pt idx="43">
                  <c:v>2.55086041942647</c:v>
                </c:pt>
                <c:pt idx="44">
                  <c:v>2.422768276099818</c:v>
                </c:pt>
                <c:pt idx="45">
                  <c:v>1.801075439476363</c:v>
                </c:pt>
                <c:pt idx="46">
                  <c:v>1.50858243959331</c:v>
                </c:pt>
                <c:pt idx="47">
                  <c:v>1.570391964257412</c:v>
                </c:pt>
                <c:pt idx="48">
                  <c:v>2.669984574268858</c:v>
                </c:pt>
                <c:pt idx="49">
                  <c:v>3.36862184072484</c:v>
                </c:pt>
                <c:pt idx="50">
                  <c:v>3.373529113410423</c:v>
                </c:pt>
                <c:pt idx="51">
                  <c:v>2.854693095274106</c:v>
                </c:pt>
                <c:pt idx="52">
                  <c:v>2.799132539208604</c:v>
                </c:pt>
                <c:pt idx="53">
                  <c:v>2.445442754835447</c:v>
                </c:pt>
                <c:pt idx="54">
                  <c:v>2.42070429570429</c:v>
                </c:pt>
                <c:pt idx="55">
                  <c:v>2.594744363389023</c:v>
                </c:pt>
                <c:pt idx="56">
                  <c:v>2.905244524228022</c:v>
                </c:pt>
                <c:pt idx="57">
                  <c:v>3.362560335258232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8D7-40DE-BD52-58281FB1E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-27"/>
        <c:axId val="1854775880"/>
        <c:axId val="1847214696"/>
      </c:barChart>
      <c:lineChart>
        <c:grouping val="standard"/>
        <c:varyColors val="0"/>
        <c:ser>
          <c:idx val="0"/>
          <c:order val="0"/>
          <c:tx>
            <c:v>Consumo Personal</c:v>
          </c:tx>
          <c:spPr>
            <a:ln w="57150" cmpd="sng">
              <a:solidFill>
                <a:srgbClr val="0000FF"/>
              </a:solidFill>
            </a:ln>
            <a:effectLst/>
          </c:spPr>
          <c:marker>
            <c:symbol val="none"/>
          </c:marker>
          <c:cat>
            <c:multiLvlStrRef>
              <c:f>'Ingreso y Consumo Personal.xlsm'!Fechas</c:f>
              <c:multiLvlStrCache>
                <c:ptCount val="58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</c:lvl>
                <c:lvl>
                  <c:pt idx="0">
                    <c:v>2013</c:v>
                  </c:pt>
                  <c:pt idx="12">
                    <c:v>2014</c:v>
                  </c:pt>
                  <c:pt idx="24">
                    <c:v>2015</c:v>
                  </c:pt>
                  <c:pt idx="36">
                    <c:v>2016</c:v>
                  </c:pt>
                  <c:pt idx="48">
                    <c:v>2017</c:v>
                  </c:pt>
                </c:lvl>
              </c:multiLvlStrCache>
            </c:multiLvlStrRef>
          </c:cat>
          <c:val>
            <c:numRef>
              <c:f>'Ingreso y Consumo Personal.xlsm'!gCP</c:f>
              <c:numCache>
                <c:formatCode>0.0</c:formatCode>
                <c:ptCount val="58"/>
                <c:pt idx="0">
                  <c:v>1.362705709650003</c:v>
                </c:pt>
                <c:pt idx="1">
                  <c:v>1.068474706674372</c:v>
                </c:pt>
                <c:pt idx="2">
                  <c:v>1.132435217194505</c:v>
                </c:pt>
                <c:pt idx="3">
                  <c:v>1.008702341458712</c:v>
                </c:pt>
                <c:pt idx="4">
                  <c:v>1.186515643929931</c:v>
                </c:pt>
                <c:pt idx="5">
                  <c:v>1.47733944159456</c:v>
                </c:pt>
                <c:pt idx="6">
                  <c:v>1.26460824010286</c:v>
                </c:pt>
                <c:pt idx="7">
                  <c:v>1.520291373163318</c:v>
                </c:pt>
                <c:pt idx="8">
                  <c:v>1.50321227846768</c:v>
                </c:pt>
                <c:pt idx="9">
                  <c:v>1.897016371117033</c:v>
                </c:pt>
                <c:pt idx="10">
                  <c:v>2.1550940761218</c:v>
                </c:pt>
                <c:pt idx="11">
                  <c:v>1.944934866631676</c:v>
                </c:pt>
                <c:pt idx="12">
                  <c:v>1.625458529846125</c:v>
                </c:pt>
                <c:pt idx="13">
                  <c:v>1.877420521262518</c:v>
                </c:pt>
                <c:pt idx="14">
                  <c:v>2.526113327556834</c:v>
                </c:pt>
                <c:pt idx="15">
                  <c:v>2.610334716880548</c:v>
                </c:pt>
                <c:pt idx="16">
                  <c:v>2.61982591508607</c:v>
                </c:pt>
                <c:pt idx="17">
                  <c:v>2.784574821221965</c:v>
                </c:pt>
                <c:pt idx="18">
                  <c:v>2.866211862800827</c:v>
                </c:pt>
                <c:pt idx="19">
                  <c:v>3.535559110572595</c:v>
                </c:pt>
                <c:pt idx="20">
                  <c:v>3.152443568241647</c:v>
                </c:pt>
                <c:pt idx="21">
                  <c:v>3.573747964648399</c:v>
                </c:pt>
                <c:pt idx="22">
                  <c:v>3.518858384209124</c:v>
                </c:pt>
                <c:pt idx="23">
                  <c:v>3.683663630491551</c:v>
                </c:pt>
                <c:pt idx="24">
                  <c:v>4.205848435698158</c:v>
                </c:pt>
                <c:pt idx="25">
                  <c:v>3.986400657550626</c:v>
                </c:pt>
                <c:pt idx="26">
                  <c:v>3.904305509119954</c:v>
                </c:pt>
                <c:pt idx="27">
                  <c:v>3.916092999090782</c:v>
                </c:pt>
                <c:pt idx="28">
                  <c:v>4.108599631457595</c:v>
                </c:pt>
                <c:pt idx="29">
                  <c:v>3.716758632144236</c:v>
                </c:pt>
                <c:pt idx="30">
                  <c:v>3.835490259291663</c:v>
                </c:pt>
                <c:pt idx="31">
                  <c:v>3.342598010532471</c:v>
                </c:pt>
                <c:pt idx="32">
                  <c:v>3.677015225641256</c:v>
                </c:pt>
                <c:pt idx="33">
                  <c:v>3.116026316746034</c:v>
                </c:pt>
                <c:pt idx="34">
                  <c:v>2.905367512708734</c:v>
                </c:pt>
                <c:pt idx="35">
                  <c:v>3.052601166507163</c:v>
                </c:pt>
                <c:pt idx="36">
                  <c:v>2.56507148191132</c:v>
                </c:pt>
                <c:pt idx="37">
                  <c:v>2.82308770164912</c:v>
                </c:pt>
                <c:pt idx="38">
                  <c:v>2.290847336431878</c:v>
                </c:pt>
                <c:pt idx="39">
                  <c:v>2.717687287401672</c:v>
                </c:pt>
                <c:pt idx="40">
                  <c:v>2.578493284710493</c:v>
                </c:pt>
                <c:pt idx="41">
                  <c:v>2.981263678582224</c:v>
                </c:pt>
                <c:pt idx="42">
                  <c:v>2.849311179909342</c:v>
                </c:pt>
                <c:pt idx="43">
                  <c:v>2.661193290395625</c:v>
                </c:pt>
                <c:pt idx="44">
                  <c:v>2.811000564493348</c:v>
                </c:pt>
                <c:pt idx="45">
                  <c:v>2.828866778881324</c:v>
                </c:pt>
                <c:pt idx="46">
                  <c:v>2.825097129195008</c:v>
                </c:pt>
                <c:pt idx="47">
                  <c:v>2.857918853327957</c:v>
                </c:pt>
                <c:pt idx="48">
                  <c:v>2.88250671064405</c:v>
                </c:pt>
                <c:pt idx="49">
                  <c:v>2.464293513867655</c:v>
                </c:pt>
                <c:pt idx="50">
                  <c:v>3.248778868082814</c:v>
                </c:pt>
                <c:pt idx="51">
                  <c:v>2.801366350574953</c:v>
                </c:pt>
                <c:pt idx="52">
                  <c:v>2.834499562122273</c:v>
                </c:pt>
                <c:pt idx="53">
                  <c:v>2.559760870128635</c:v>
                </c:pt>
                <c:pt idx="54">
                  <c:v>2.6668736685038</c:v>
                </c:pt>
                <c:pt idx="55">
                  <c:v>2.557738710789371</c:v>
                </c:pt>
                <c:pt idx="56">
                  <c:v>2.599452656503343</c:v>
                </c:pt>
                <c:pt idx="57">
                  <c:v>2.60620655965309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C8D7-40DE-BD52-58281FB1E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4775880"/>
        <c:axId val="1847214696"/>
      </c:lineChart>
      <c:catAx>
        <c:axId val="1854775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5400000"/>
          <a:lstStyle/>
          <a:p>
            <a:pPr>
              <a:defRPr/>
            </a:pPr>
            <a:endParaRPr lang="es-ES"/>
          </a:p>
        </c:txPr>
        <c:crossAx val="1847214696"/>
        <c:crosses val="autoZero"/>
        <c:auto val="1"/>
        <c:lblAlgn val="ctr"/>
        <c:lblOffset val="100"/>
        <c:noMultiLvlLbl val="0"/>
      </c:catAx>
      <c:valAx>
        <c:axId val="1847214696"/>
        <c:scaling>
          <c:orientation val="minMax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ES"/>
          </a:p>
        </c:txPr>
        <c:crossAx val="1854775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s-E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 b="0">
          <a:latin typeface="Arial"/>
          <a:ea typeface="Verdana" panose="020B0604030504040204" pitchFamily="34" charset="0"/>
          <a:cs typeface="Arial"/>
        </a:defRPr>
      </a:pPr>
      <a:endParaRPr lang="es-E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v>Incremento en la nómina no agrícola</c:v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Desempleo.xlsm!Fechas</c:f>
              <c:multiLvlStrCache>
                <c:ptCount val="59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</c:lvl>
                <c:lvl>
                  <c:pt idx="0">
                    <c:v>2013</c:v>
                  </c:pt>
                  <c:pt idx="12">
                    <c:v>2014</c:v>
                  </c:pt>
                  <c:pt idx="24">
                    <c:v>2015</c:v>
                  </c:pt>
                  <c:pt idx="36">
                    <c:v>2016</c:v>
                  </c:pt>
                  <c:pt idx="48">
                    <c:v>2017</c:v>
                  </c:pt>
                </c:lvl>
              </c:multiLvlStrCache>
            </c:multiLvlStrRef>
          </c:cat>
          <c:val>
            <c:numRef>
              <c:f>Desempleo.xlsm!gPAYEMS</c:f>
              <c:numCache>
                <c:formatCode>#,##0</c:formatCode>
                <c:ptCount val="59"/>
                <c:pt idx="0">
                  <c:v>211.0</c:v>
                </c:pt>
                <c:pt idx="1">
                  <c:v>286.0</c:v>
                </c:pt>
                <c:pt idx="2">
                  <c:v>130.0</c:v>
                </c:pt>
                <c:pt idx="3">
                  <c:v>197.0</c:v>
                </c:pt>
                <c:pt idx="4">
                  <c:v>226.0</c:v>
                </c:pt>
                <c:pt idx="5">
                  <c:v>162.0</c:v>
                </c:pt>
                <c:pt idx="6">
                  <c:v>122.0</c:v>
                </c:pt>
                <c:pt idx="7">
                  <c:v>261.0</c:v>
                </c:pt>
                <c:pt idx="8">
                  <c:v>190.0</c:v>
                </c:pt>
                <c:pt idx="9">
                  <c:v>212.0</c:v>
                </c:pt>
                <c:pt idx="10">
                  <c:v>258.0</c:v>
                </c:pt>
                <c:pt idx="11">
                  <c:v>47.0</c:v>
                </c:pt>
                <c:pt idx="12">
                  <c:v>190.0</c:v>
                </c:pt>
                <c:pt idx="13">
                  <c:v>151.0</c:v>
                </c:pt>
                <c:pt idx="14">
                  <c:v>272.0</c:v>
                </c:pt>
                <c:pt idx="15">
                  <c:v>329.0</c:v>
                </c:pt>
                <c:pt idx="16">
                  <c:v>246.0</c:v>
                </c:pt>
                <c:pt idx="17">
                  <c:v>304.0</c:v>
                </c:pt>
                <c:pt idx="18">
                  <c:v>202.0</c:v>
                </c:pt>
                <c:pt idx="19">
                  <c:v>230.0</c:v>
                </c:pt>
                <c:pt idx="20">
                  <c:v>280.0</c:v>
                </c:pt>
                <c:pt idx="21">
                  <c:v>227.0</c:v>
                </c:pt>
                <c:pt idx="22">
                  <c:v>312.0</c:v>
                </c:pt>
                <c:pt idx="23">
                  <c:v>255.0</c:v>
                </c:pt>
                <c:pt idx="24">
                  <c:v>234.0</c:v>
                </c:pt>
                <c:pt idx="25">
                  <c:v>238.0</c:v>
                </c:pt>
                <c:pt idx="26">
                  <c:v>86.0</c:v>
                </c:pt>
                <c:pt idx="27">
                  <c:v>262.0</c:v>
                </c:pt>
                <c:pt idx="28">
                  <c:v>344.0</c:v>
                </c:pt>
                <c:pt idx="29">
                  <c:v>206.0</c:v>
                </c:pt>
                <c:pt idx="30">
                  <c:v>254.0</c:v>
                </c:pt>
                <c:pt idx="31">
                  <c:v>157.0</c:v>
                </c:pt>
                <c:pt idx="32">
                  <c:v>100.0</c:v>
                </c:pt>
                <c:pt idx="33">
                  <c:v>321.0</c:v>
                </c:pt>
                <c:pt idx="34">
                  <c:v>272.0</c:v>
                </c:pt>
                <c:pt idx="35">
                  <c:v>239.0</c:v>
                </c:pt>
                <c:pt idx="36">
                  <c:v>126.0</c:v>
                </c:pt>
                <c:pt idx="37">
                  <c:v>237.0</c:v>
                </c:pt>
                <c:pt idx="38">
                  <c:v>225.0</c:v>
                </c:pt>
                <c:pt idx="39">
                  <c:v>153.0</c:v>
                </c:pt>
                <c:pt idx="40">
                  <c:v>43.0</c:v>
                </c:pt>
                <c:pt idx="41">
                  <c:v>297.0</c:v>
                </c:pt>
                <c:pt idx="42">
                  <c:v>291.0</c:v>
                </c:pt>
                <c:pt idx="43">
                  <c:v>176.0</c:v>
                </c:pt>
                <c:pt idx="44">
                  <c:v>249.0</c:v>
                </c:pt>
                <c:pt idx="45">
                  <c:v>124.0</c:v>
                </c:pt>
                <c:pt idx="46">
                  <c:v>164.0</c:v>
                </c:pt>
                <c:pt idx="47">
                  <c:v>155.0</c:v>
                </c:pt>
                <c:pt idx="48">
                  <c:v>216.0</c:v>
                </c:pt>
                <c:pt idx="49">
                  <c:v>232.0</c:v>
                </c:pt>
                <c:pt idx="50">
                  <c:v>50.0</c:v>
                </c:pt>
                <c:pt idx="51">
                  <c:v>207.0</c:v>
                </c:pt>
                <c:pt idx="52">
                  <c:v>145.0</c:v>
                </c:pt>
                <c:pt idx="53">
                  <c:v>210.0</c:v>
                </c:pt>
                <c:pt idx="54">
                  <c:v>138.0</c:v>
                </c:pt>
                <c:pt idx="55">
                  <c:v>208.0</c:v>
                </c:pt>
                <c:pt idx="56">
                  <c:v>38.0</c:v>
                </c:pt>
                <c:pt idx="57">
                  <c:v>244.0</c:v>
                </c:pt>
                <c:pt idx="58">
                  <c:v>228.0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B86-4FDC-92FB-374B7331D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1"/>
        <c:axId val="1853514904"/>
        <c:axId val="1853078536"/>
      </c:barChart>
      <c:lineChart>
        <c:grouping val="standard"/>
        <c:varyColors val="0"/>
        <c:ser>
          <c:idx val="0"/>
          <c:order val="0"/>
          <c:tx>
            <c:v>Tasa de Desempleo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multiLvlStrRef>
              <c:f>Desempleo.xlsm!Fechas</c:f>
              <c:multiLvlStrCache>
                <c:ptCount val="59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</c:lvl>
                <c:lvl>
                  <c:pt idx="0">
                    <c:v>2013</c:v>
                  </c:pt>
                  <c:pt idx="12">
                    <c:v>2014</c:v>
                  </c:pt>
                  <c:pt idx="24">
                    <c:v>2015</c:v>
                  </c:pt>
                  <c:pt idx="36">
                    <c:v>2016</c:v>
                  </c:pt>
                  <c:pt idx="48">
                    <c:v>2017</c:v>
                  </c:pt>
                </c:lvl>
              </c:multiLvlStrCache>
            </c:multiLvlStrRef>
          </c:cat>
          <c:val>
            <c:numRef>
              <c:f>Desempleo.xlsm!gUNRATE</c:f>
              <c:numCache>
                <c:formatCode>0.0</c:formatCode>
                <c:ptCount val="59"/>
                <c:pt idx="0">
                  <c:v>8.0</c:v>
                </c:pt>
                <c:pt idx="1">
                  <c:v>7.7</c:v>
                </c:pt>
                <c:pt idx="2">
                  <c:v>7.5</c:v>
                </c:pt>
                <c:pt idx="3">
                  <c:v>7.6</c:v>
                </c:pt>
                <c:pt idx="4">
                  <c:v>7.5</c:v>
                </c:pt>
                <c:pt idx="5">
                  <c:v>7.5</c:v>
                </c:pt>
                <c:pt idx="6">
                  <c:v>7.3</c:v>
                </c:pt>
                <c:pt idx="7">
                  <c:v>7.3</c:v>
                </c:pt>
                <c:pt idx="8">
                  <c:v>7.2</c:v>
                </c:pt>
                <c:pt idx="9">
                  <c:v>7.2</c:v>
                </c:pt>
                <c:pt idx="10">
                  <c:v>6.9</c:v>
                </c:pt>
                <c:pt idx="11">
                  <c:v>6.7</c:v>
                </c:pt>
                <c:pt idx="12">
                  <c:v>6.6</c:v>
                </c:pt>
                <c:pt idx="13">
                  <c:v>6.7</c:v>
                </c:pt>
                <c:pt idx="14">
                  <c:v>6.7</c:v>
                </c:pt>
                <c:pt idx="15">
                  <c:v>6.2</c:v>
                </c:pt>
                <c:pt idx="16">
                  <c:v>6.3</c:v>
                </c:pt>
                <c:pt idx="17">
                  <c:v>6.1</c:v>
                </c:pt>
                <c:pt idx="18">
                  <c:v>6.2</c:v>
                </c:pt>
                <c:pt idx="19">
                  <c:v>6.2</c:v>
                </c:pt>
                <c:pt idx="20">
                  <c:v>5.9</c:v>
                </c:pt>
                <c:pt idx="21">
                  <c:v>5.7</c:v>
                </c:pt>
                <c:pt idx="22">
                  <c:v>5.8</c:v>
                </c:pt>
                <c:pt idx="23">
                  <c:v>5.6</c:v>
                </c:pt>
                <c:pt idx="24">
                  <c:v>5.7</c:v>
                </c:pt>
                <c:pt idx="25">
                  <c:v>5.5</c:v>
                </c:pt>
                <c:pt idx="26">
                  <c:v>5.4</c:v>
                </c:pt>
                <c:pt idx="27">
                  <c:v>5.4</c:v>
                </c:pt>
                <c:pt idx="28">
                  <c:v>5.5</c:v>
                </c:pt>
                <c:pt idx="29">
                  <c:v>5.3</c:v>
                </c:pt>
                <c:pt idx="30">
                  <c:v>5.2</c:v>
                </c:pt>
                <c:pt idx="31">
                  <c:v>5.1</c:v>
                </c:pt>
                <c:pt idx="32">
                  <c:v>5.0</c:v>
                </c:pt>
                <c:pt idx="33">
                  <c:v>5.0</c:v>
                </c:pt>
                <c:pt idx="34">
                  <c:v>5.0</c:v>
                </c:pt>
                <c:pt idx="35">
                  <c:v>5.0</c:v>
                </c:pt>
                <c:pt idx="36">
                  <c:v>4.9</c:v>
                </c:pt>
                <c:pt idx="37">
                  <c:v>4.9</c:v>
                </c:pt>
                <c:pt idx="38">
                  <c:v>5.0</c:v>
                </c:pt>
                <c:pt idx="39">
                  <c:v>5.0</c:v>
                </c:pt>
                <c:pt idx="40">
                  <c:v>4.7</c:v>
                </c:pt>
                <c:pt idx="41">
                  <c:v>4.9</c:v>
                </c:pt>
                <c:pt idx="42">
                  <c:v>4.9</c:v>
                </c:pt>
                <c:pt idx="43">
                  <c:v>4.9</c:v>
                </c:pt>
                <c:pt idx="44">
                  <c:v>4.9</c:v>
                </c:pt>
                <c:pt idx="45">
                  <c:v>4.8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4.7</c:v>
                </c:pt>
                <c:pt idx="50">
                  <c:v>4.5</c:v>
                </c:pt>
                <c:pt idx="51">
                  <c:v>4.4</c:v>
                </c:pt>
                <c:pt idx="52">
                  <c:v>4.3</c:v>
                </c:pt>
                <c:pt idx="53">
                  <c:v>4.4</c:v>
                </c:pt>
                <c:pt idx="54">
                  <c:v>4.3</c:v>
                </c:pt>
                <c:pt idx="55">
                  <c:v>4.4</c:v>
                </c:pt>
                <c:pt idx="56">
                  <c:v>4.2</c:v>
                </c:pt>
                <c:pt idx="57">
                  <c:v>4.1</c:v>
                </c:pt>
                <c:pt idx="58">
                  <c:v>4.1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CB86-4FDC-92FB-374B7331D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3081384"/>
        <c:axId val="1853079960"/>
      </c:lineChart>
      <c:catAx>
        <c:axId val="1853514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/>
          <a:lstStyle/>
          <a:p>
            <a:pPr>
              <a:defRPr/>
            </a:pPr>
            <a:endParaRPr lang="es-ES"/>
          </a:p>
        </c:txPr>
        <c:crossAx val="1853078536"/>
        <c:crosses val="autoZero"/>
        <c:auto val="1"/>
        <c:lblAlgn val="ctr"/>
        <c:lblOffset val="100"/>
        <c:noMultiLvlLbl val="0"/>
      </c:catAx>
      <c:valAx>
        <c:axId val="1853078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ES"/>
          </a:p>
        </c:txPr>
        <c:crossAx val="1853514904"/>
        <c:crosses val="autoZero"/>
        <c:crossBetween val="between"/>
      </c:valAx>
      <c:valAx>
        <c:axId val="1853079960"/>
        <c:scaling>
          <c:orientation val="minMax"/>
          <c:max val="10.0"/>
          <c:min val="3.0"/>
        </c:scaling>
        <c:delete val="0"/>
        <c:axPos val="r"/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ES"/>
          </a:p>
        </c:txPr>
        <c:crossAx val="1853081384"/>
        <c:crosses val="max"/>
        <c:crossBetween val="between"/>
      </c:valAx>
      <c:catAx>
        <c:axId val="18530813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18530799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 b="0">
          <a:latin typeface="Arial"/>
          <a:ea typeface="Verdana" panose="020B0604030504040204" pitchFamily="34" charset="0"/>
          <a:cs typeface="Arial"/>
        </a:defRPr>
      </a:pPr>
      <a:endParaRPr lang="es-E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"/>
          <c:y val="0.203582509611289"/>
          <c:w val="0.964392175454561"/>
          <c:h val="0.6444598552800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variaciones!$Y$2</c:f>
              <c:strCache>
                <c:ptCount val="1"/>
                <c:pt idx="0">
                  <c:v>PIB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 Ref" panose="020B0604030504040204" pitchFamily="34" charset="0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[4]Hoja1!$A$11:$A$12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cat>
          <c:val>
            <c:numRef>
              <c:f>variaciones!$Y$101</c:f>
              <c:numCache>
                <c:formatCode>0.0</c:formatCode>
                <c:ptCount val="1"/>
                <c:pt idx="0">
                  <c:v>2.759952249172004</c:v>
                </c:pt>
              </c:numCache>
            </c:numRef>
          </c:val>
        </c:ser>
        <c:ser>
          <c:idx val="1"/>
          <c:order val="1"/>
          <c:tx>
            <c:strRef>
              <c:f>variaciones!$Z$2</c:f>
              <c:strCache>
                <c:ptCount val="1"/>
                <c:pt idx="0">
                  <c:v>Consumo privado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 Ref" panose="020B0604030504040204" pitchFamily="34" charset="0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[4]Hoja1!$A$11:$A$12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cat>
          <c:val>
            <c:numRef>
              <c:f>variaciones!$Z$101</c:f>
              <c:numCache>
                <c:formatCode>0.0</c:formatCode>
                <c:ptCount val="1"/>
                <c:pt idx="0">
                  <c:v>2.051180345873961</c:v>
                </c:pt>
              </c:numCache>
            </c:numRef>
          </c:val>
        </c:ser>
        <c:ser>
          <c:idx val="2"/>
          <c:order val="2"/>
          <c:tx>
            <c:strRef>
              <c:f>variaciones!$AA$2</c:f>
              <c:strCache>
                <c:ptCount val="1"/>
                <c:pt idx="0">
                  <c:v>Consumo de gobierno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 Ref" panose="020B0604030504040204" pitchFamily="34" charset="0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[4]Hoja1!$A$11:$A$12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cat>
          <c:val>
            <c:numRef>
              <c:f>variaciones!$AA$101</c:f>
              <c:numCache>
                <c:formatCode>0.0</c:formatCode>
                <c:ptCount val="1"/>
                <c:pt idx="0">
                  <c:v>0.0988161696233548</c:v>
                </c:pt>
              </c:numCache>
            </c:numRef>
          </c:val>
        </c:ser>
        <c:ser>
          <c:idx val="3"/>
          <c:order val="3"/>
          <c:tx>
            <c:strRef>
              <c:f>variaciones!$AB$2</c:f>
              <c:strCache>
                <c:ptCount val="1"/>
                <c:pt idx="0">
                  <c:v>IFB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 Ref" panose="020B0604030504040204" pitchFamily="34" charset="0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[4]Hoja1!$A$11:$A$12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cat>
          <c:val>
            <c:numRef>
              <c:f>variaciones!$AB$101</c:f>
              <c:numCache>
                <c:formatCode>0.0</c:formatCode>
                <c:ptCount val="1"/>
                <c:pt idx="0">
                  <c:v>-0.00790034979174366</c:v>
                </c:pt>
              </c:numCache>
            </c:numRef>
          </c:val>
        </c:ser>
        <c:ser>
          <c:idx val="4"/>
          <c:order val="4"/>
          <c:tx>
            <c:strRef>
              <c:f>variaciones!$AD$2</c:f>
              <c:strCache>
                <c:ptCount val="1"/>
                <c:pt idx="0">
                  <c:v>Exportaciones</c:v>
                </c:pt>
              </c:strCache>
            </c:strRef>
          </c:tx>
          <c:spPr>
            <a:solidFill>
              <a:srgbClr val="00FF00"/>
            </a:solidFill>
            <a:ln>
              <a:noFill/>
            </a:ln>
            <a:effectLst/>
            <a:scene3d>
              <a:camera prst="orthographicFront"/>
              <a:lightRig rig="balanced" dir="t">
                <a:rot lat="0" lon="0" rev="8700000"/>
              </a:lightRig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 Ref" panose="020B0604030504040204" pitchFamily="34" charset="0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[4]Hoja1!$A$11:$A$12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cat>
          <c:val>
            <c:numRef>
              <c:f>variaciones!$AD$101</c:f>
              <c:numCache>
                <c:formatCode>0.0</c:formatCode>
                <c:ptCount val="1"/>
                <c:pt idx="0">
                  <c:v>3.221660212466077</c:v>
                </c:pt>
              </c:numCache>
            </c:numRef>
          </c:val>
        </c:ser>
        <c:ser>
          <c:idx val="5"/>
          <c:order val="5"/>
          <c:tx>
            <c:strRef>
              <c:f>variaciones!$AG$2</c:f>
              <c:strCache>
                <c:ptCount val="1"/>
                <c:pt idx="0">
                  <c:v>Importaciones</c:v>
                </c:pt>
              </c:strCache>
            </c:strRef>
          </c:tx>
          <c:spPr>
            <a:solidFill>
              <a:schemeClr val="accent2">
                <a:alpha val="91000"/>
              </a:schemeClr>
            </a:solidFill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val>
            <c:numRef>
              <c:f>variaciones!$AG$101</c:f>
              <c:numCache>
                <c:formatCode>0.0</c:formatCode>
                <c:ptCount val="1"/>
                <c:pt idx="0">
                  <c:v>-2.606479953816818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912369656"/>
        <c:axId val="1911892696"/>
      </c:barChart>
      <c:catAx>
        <c:axId val="1912369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 Ref" panose="020B0604030504040204" pitchFamily="34" charset="0"/>
                <a:ea typeface="+mn-ea"/>
                <a:cs typeface="+mn-cs"/>
              </a:defRPr>
            </a:pPr>
            <a:endParaRPr lang="es-ES"/>
          </a:p>
        </c:txPr>
        <c:crossAx val="1911892696"/>
        <c:crosses val="autoZero"/>
        <c:auto val="1"/>
        <c:lblAlgn val="ctr"/>
        <c:lblOffset val="100"/>
        <c:noMultiLvlLbl val="0"/>
      </c:catAx>
      <c:valAx>
        <c:axId val="19118926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one"/>
        <c:crossAx val="1912369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421110316710826"/>
          <c:y val="0.867406255248322"/>
          <c:w val="0.886688739949456"/>
          <c:h val="0.1298770095295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Verdana Ref" panose="020B0604030504040204" pitchFamily="34" charset="0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>
          <a:latin typeface="Verdana Ref" panose="020B0604030504040204" pitchFamily="34" charset="0"/>
        </a:defRPr>
      </a:pPr>
      <a:endParaRPr lang="es-E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0740042266774352"/>
          <c:y val="0.0672368236085111"/>
          <c:w val="0.870330602210413"/>
          <c:h val="0.705881376241013"/>
        </c:manualLayout>
      </c:layout>
      <c:barChart>
        <c:barDir val="col"/>
        <c:grouping val="clustered"/>
        <c:varyColors val="0"/>
        <c:ser>
          <c:idx val="1"/>
          <c:order val="1"/>
          <c:tx>
            <c:v>Monthly</c:v>
          </c:tx>
          <c:spPr>
            <a:solidFill>
              <a:schemeClr val="accent1">
                <a:lumMod val="60000"/>
                <a:lumOff val="40000"/>
              </a:schemeClr>
            </a:solidFill>
          </c:spPr>
          <c:invertIfNegative val="0"/>
          <c:cat>
            <c:multiLvlStrRef>
              <c:f>'[pd ind exp man y fbkf.xlsx]DATOS'!$B$245:$C$292</c:f>
              <c:multiLvlStrCache>
                <c:ptCount val="48"/>
                <c:lvl>
                  <c:pt idx="2">
                    <c:v>mar</c:v>
                  </c:pt>
                  <c:pt idx="5">
                    <c:v>jun</c:v>
                  </c:pt>
                  <c:pt idx="8">
                    <c:v>sep</c:v>
                  </c:pt>
                  <c:pt idx="11">
                    <c:v>dec</c:v>
                  </c:pt>
                  <c:pt idx="14">
                    <c:v>mar</c:v>
                  </c:pt>
                  <c:pt idx="17">
                    <c:v>jun</c:v>
                  </c:pt>
                  <c:pt idx="20">
                    <c:v>sep</c:v>
                  </c:pt>
                  <c:pt idx="23">
                    <c:v>dec</c:v>
                  </c:pt>
                  <c:pt idx="26">
                    <c:v>mar</c:v>
                  </c:pt>
                  <c:pt idx="29">
                    <c:v>jun</c:v>
                  </c:pt>
                  <c:pt idx="32">
                    <c:v>sep</c:v>
                  </c:pt>
                  <c:pt idx="35">
                    <c:v>dec</c:v>
                  </c:pt>
                  <c:pt idx="38">
                    <c:v>mar</c:v>
                  </c:pt>
                  <c:pt idx="41">
                    <c:v>jun</c:v>
                  </c:pt>
                  <c:pt idx="44">
                    <c:v>sep</c:v>
                  </c:pt>
                  <c:pt idx="47">
                    <c:v>dec</c:v>
                  </c:pt>
                </c:lvl>
                <c:lvl>
                  <c:pt idx="0">
                    <c:v>2013</c:v>
                  </c:pt>
                  <c:pt idx="12">
                    <c:v>2014</c:v>
                  </c:pt>
                  <c:pt idx="24">
                    <c:v>2015</c:v>
                  </c:pt>
                  <c:pt idx="36">
                    <c:v>2016</c:v>
                  </c:pt>
                </c:lvl>
              </c:multiLvlStrCache>
            </c:multiLvlStrRef>
          </c:cat>
          <c:val>
            <c:numRef>
              <c:f>'[pd ind exp man y fbkf.xlsx]DATOS'!$AA$245:$AA$304</c:f>
              <c:numCache>
                <c:formatCode>0.0</c:formatCode>
                <c:ptCount val="60"/>
                <c:pt idx="0">
                  <c:v>1.559398572785398</c:v>
                </c:pt>
                <c:pt idx="1">
                  <c:v>3.493608560681727</c:v>
                </c:pt>
                <c:pt idx="2">
                  <c:v>-2.029472600026616</c:v>
                </c:pt>
                <c:pt idx="3">
                  <c:v>-1.912955614363365</c:v>
                </c:pt>
                <c:pt idx="4">
                  <c:v>1.060783001511401</c:v>
                </c:pt>
                <c:pt idx="5">
                  <c:v>-2.732982366086656</c:v>
                </c:pt>
                <c:pt idx="6">
                  <c:v>0.432371937188747</c:v>
                </c:pt>
                <c:pt idx="7">
                  <c:v>-0.153026622678676</c:v>
                </c:pt>
                <c:pt idx="8">
                  <c:v>-0.966233369064207</c:v>
                </c:pt>
                <c:pt idx="9">
                  <c:v>1.399772747585448</c:v>
                </c:pt>
                <c:pt idx="10">
                  <c:v>-0.171054696592399</c:v>
                </c:pt>
                <c:pt idx="11">
                  <c:v>1.073970326617113</c:v>
                </c:pt>
                <c:pt idx="12">
                  <c:v>-2.742773456619207</c:v>
                </c:pt>
                <c:pt idx="13">
                  <c:v>4.935439603954576</c:v>
                </c:pt>
                <c:pt idx="14">
                  <c:v>-0.384087064580296</c:v>
                </c:pt>
                <c:pt idx="15">
                  <c:v>0.422389141681112</c:v>
                </c:pt>
                <c:pt idx="16">
                  <c:v>0.671017264285623</c:v>
                </c:pt>
                <c:pt idx="17">
                  <c:v>-0.224764947590983</c:v>
                </c:pt>
                <c:pt idx="18">
                  <c:v>-0.488157663119426</c:v>
                </c:pt>
                <c:pt idx="19">
                  <c:v>1.170725654093419</c:v>
                </c:pt>
                <c:pt idx="20">
                  <c:v>-0.731216659922751</c:v>
                </c:pt>
                <c:pt idx="21">
                  <c:v>5.010787870844924</c:v>
                </c:pt>
                <c:pt idx="22">
                  <c:v>-1.89453681917643</c:v>
                </c:pt>
                <c:pt idx="23">
                  <c:v>0.346958890236926</c:v>
                </c:pt>
                <c:pt idx="24">
                  <c:v>1.346687257097634</c:v>
                </c:pt>
                <c:pt idx="25">
                  <c:v>-3.755717499116795</c:v>
                </c:pt>
                <c:pt idx="26">
                  <c:v>2.565714408218733</c:v>
                </c:pt>
                <c:pt idx="27">
                  <c:v>2.216834169731507</c:v>
                </c:pt>
                <c:pt idx="28">
                  <c:v>-1.664805698396743</c:v>
                </c:pt>
                <c:pt idx="29">
                  <c:v>2.77533789898139</c:v>
                </c:pt>
                <c:pt idx="30">
                  <c:v>1.624479164396897</c:v>
                </c:pt>
                <c:pt idx="31">
                  <c:v>-0.909014644932371</c:v>
                </c:pt>
                <c:pt idx="32">
                  <c:v>0.58800547312976</c:v>
                </c:pt>
                <c:pt idx="33">
                  <c:v>-2.038297529587707</c:v>
                </c:pt>
                <c:pt idx="34">
                  <c:v>-0.504991442484304</c:v>
                </c:pt>
                <c:pt idx="35">
                  <c:v>-0.286590539047171</c:v>
                </c:pt>
                <c:pt idx="36">
                  <c:v>1.144265440673697</c:v>
                </c:pt>
                <c:pt idx="37">
                  <c:v>1.262777512270663</c:v>
                </c:pt>
                <c:pt idx="38">
                  <c:v>-0.541292041577657</c:v>
                </c:pt>
                <c:pt idx="39">
                  <c:v>-0.785542114747073</c:v>
                </c:pt>
                <c:pt idx="40">
                  <c:v>-0.333017739933517</c:v>
                </c:pt>
                <c:pt idx="41">
                  <c:v>0.985598966667101</c:v>
                </c:pt>
                <c:pt idx="42">
                  <c:v>-2.495786678104173</c:v>
                </c:pt>
                <c:pt idx="43">
                  <c:v>2.003719147050597</c:v>
                </c:pt>
                <c:pt idx="44">
                  <c:v>1.197038858632515</c:v>
                </c:pt>
                <c:pt idx="45">
                  <c:v>-0.797620052765924</c:v>
                </c:pt>
                <c:pt idx="46">
                  <c:v>-0.361310343972188</c:v>
                </c:pt>
                <c:pt idx="47">
                  <c:v>0.497592212634679</c:v>
                </c:pt>
                <c:pt idx="48">
                  <c:v>-0.941802044508877</c:v>
                </c:pt>
                <c:pt idx="49">
                  <c:v>-1.541861377904818</c:v>
                </c:pt>
                <c:pt idx="50">
                  <c:v>2.086360249072761</c:v>
                </c:pt>
                <c:pt idx="51">
                  <c:v>-5.298764622212182</c:v>
                </c:pt>
                <c:pt idx="52">
                  <c:v>6.0633593843344</c:v>
                </c:pt>
                <c:pt idx="53">
                  <c:v>-0.696956200193954</c:v>
                </c:pt>
                <c:pt idx="54">
                  <c:v>-1.282297783578434</c:v>
                </c:pt>
                <c:pt idx="55">
                  <c:v>1.486052823082895</c:v>
                </c:pt>
                <c:pt idx="56">
                  <c:v>-1.194954488756683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890491704"/>
        <c:axId val="1889383688"/>
      </c:barChart>
      <c:lineChart>
        <c:grouping val="standard"/>
        <c:varyColors val="0"/>
        <c:ser>
          <c:idx val="0"/>
          <c:order val="0"/>
          <c:tx>
            <c:v>Annual</c:v>
          </c:tx>
          <c:spPr>
            <a:ln w="38100" cmpd="sng">
              <a:solidFill>
                <a:schemeClr val="tx2">
                  <a:lumMod val="75000"/>
                </a:schemeClr>
              </a:solidFill>
            </a:ln>
          </c:spPr>
          <c:marker>
            <c:symbol val="none"/>
          </c:marker>
          <c:cat>
            <c:multiLvlStrRef>
              <c:f>'[pd ind exp man y fbkf.xlsx]DATOS'!$B$245:$C$304</c:f>
              <c:multiLvlStrCache>
                <c:ptCount val="60"/>
                <c:lvl>
                  <c:pt idx="2">
                    <c:v>mar</c:v>
                  </c:pt>
                  <c:pt idx="5">
                    <c:v>jun</c:v>
                  </c:pt>
                  <c:pt idx="8">
                    <c:v>sep</c:v>
                  </c:pt>
                  <c:pt idx="11">
                    <c:v>dec</c:v>
                  </c:pt>
                  <c:pt idx="14">
                    <c:v>mar</c:v>
                  </c:pt>
                  <c:pt idx="17">
                    <c:v>jun</c:v>
                  </c:pt>
                  <c:pt idx="20">
                    <c:v>sep</c:v>
                  </c:pt>
                  <c:pt idx="23">
                    <c:v>dec</c:v>
                  </c:pt>
                  <c:pt idx="26">
                    <c:v>mar</c:v>
                  </c:pt>
                  <c:pt idx="29">
                    <c:v>jun</c:v>
                  </c:pt>
                  <c:pt idx="32">
                    <c:v>sep</c:v>
                  </c:pt>
                  <c:pt idx="35">
                    <c:v>dec</c:v>
                  </c:pt>
                  <c:pt idx="38">
                    <c:v>mar</c:v>
                  </c:pt>
                  <c:pt idx="41">
                    <c:v>jun</c:v>
                  </c:pt>
                  <c:pt idx="44">
                    <c:v>sep</c:v>
                  </c:pt>
                  <c:pt idx="47">
                    <c:v>dec</c:v>
                  </c:pt>
                  <c:pt idx="50">
                    <c:v>mar</c:v>
                  </c:pt>
                  <c:pt idx="53">
                    <c:v>jun</c:v>
                  </c:pt>
                  <c:pt idx="56">
                    <c:v>sep</c:v>
                  </c:pt>
                  <c:pt idx="59">
                    <c:v>dec</c:v>
                  </c:pt>
                </c:lvl>
                <c:lvl>
                  <c:pt idx="0">
                    <c:v>2013</c:v>
                  </c:pt>
                  <c:pt idx="12">
                    <c:v>2014</c:v>
                  </c:pt>
                  <c:pt idx="24">
                    <c:v>2015</c:v>
                  </c:pt>
                  <c:pt idx="36">
                    <c:v>2016</c:v>
                  </c:pt>
                  <c:pt idx="48">
                    <c:v>2017</c:v>
                  </c:pt>
                </c:lvl>
              </c:multiLvlStrCache>
            </c:multiLvlStrRef>
          </c:cat>
          <c:val>
            <c:numRef>
              <c:f>'[pd ind exp man y fbkf.xlsx]DATOS'!$Z$245:$Z$304</c:f>
              <c:numCache>
                <c:formatCode>0.0</c:formatCode>
                <c:ptCount val="60"/>
                <c:pt idx="0">
                  <c:v>-2.195022992746531</c:v>
                </c:pt>
                <c:pt idx="1">
                  <c:v>1.67004336275991</c:v>
                </c:pt>
                <c:pt idx="2">
                  <c:v>-0.341091383583558</c:v>
                </c:pt>
                <c:pt idx="3">
                  <c:v>-3.955281080635975</c:v>
                </c:pt>
                <c:pt idx="4">
                  <c:v>-2.284618850906927</c:v>
                </c:pt>
                <c:pt idx="5">
                  <c:v>-4.315476251964823</c:v>
                </c:pt>
                <c:pt idx="6">
                  <c:v>-6.77227914972106</c:v>
                </c:pt>
                <c:pt idx="7">
                  <c:v>-4.18774105634323</c:v>
                </c:pt>
                <c:pt idx="8">
                  <c:v>-7.405511237984427</c:v>
                </c:pt>
                <c:pt idx="9">
                  <c:v>-4.415990281130555</c:v>
                </c:pt>
                <c:pt idx="10">
                  <c:v>-5.728010436451908</c:v>
                </c:pt>
                <c:pt idx="11">
                  <c:v>0.882007332500967</c:v>
                </c:pt>
                <c:pt idx="12">
                  <c:v>-3.391469630884443</c:v>
                </c:pt>
                <c:pt idx="13">
                  <c:v>-2.045558708767114</c:v>
                </c:pt>
                <c:pt idx="14">
                  <c:v>-0.400443334677947</c:v>
                </c:pt>
                <c:pt idx="15">
                  <c:v>1.970912676909409</c:v>
                </c:pt>
                <c:pt idx="16">
                  <c:v>1.577636800999094</c:v>
                </c:pt>
                <c:pt idx="17">
                  <c:v>4.197011838412185</c:v>
                </c:pt>
                <c:pt idx="18">
                  <c:v>3.241976805276603</c:v>
                </c:pt>
                <c:pt idx="19">
                  <c:v>4.610739394984486</c:v>
                </c:pt>
                <c:pt idx="20">
                  <c:v>4.858990800033869</c:v>
                </c:pt>
                <c:pt idx="21">
                  <c:v>8.593194450876495</c:v>
                </c:pt>
                <c:pt idx="22">
                  <c:v>6.718403239754811</c:v>
                </c:pt>
                <c:pt idx="23">
                  <c:v>5.95079215871368</c:v>
                </c:pt>
                <c:pt idx="24">
                  <c:v>10.40579892293572</c:v>
                </c:pt>
                <c:pt idx="25">
                  <c:v>1.261565600515069</c:v>
                </c:pt>
                <c:pt idx="26">
                  <c:v>4.260097728007395</c:v>
                </c:pt>
                <c:pt idx="27">
                  <c:v>6.123118669762869</c:v>
                </c:pt>
                <c:pt idx="28">
                  <c:v>3.660793124670381</c:v>
                </c:pt>
                <c:pt idx="29">
                  <c:v>6.77772930996643</c:v>
                </c:pt>
                <c:pt idx="30">
                  <c:v>9.044620948201125</c:v>
                </c:pt>
                <c:pt idx="31">
                  <c:v>6.803019031127322</c:v>
                </c:pt>
                <c:pt idx="32">
                  <c:v>8.222366602860953</c:v>
                </c:pt>
                <c:pt idx="33">
                  <c:v>0.957696754285364</c:v>
                </c:pt>
                <c:pt idx="34">
                  <c:v>2.387640574109517</c:v>
                </c:pt>
                <c:pt idx="35">
                  <c:v>1.741207119933508</c:v>
                </c:pt>
                <c:pt idx="36">
                  <c:v>1.537997320898499</c:v>
                </c:pt>
                <c:pt idx="37">
                  <c:v>6.832524120623184</c:v>
                </c:pt>
                <c:pt idx="38">
                  <c:v>3.596263900471053</c:v>
                </c:pt>
                <c:pt idx="39">
                  <c:v>0.553370149928112</c:v>
                </c:pt>
                <c:pt idx="40">
                  <c:v>1.915199640373211</c:v>
                </c:pt>
                <c:pt idx="41">
                  <c:v>0.140439232674616</c:v>
                </c:pt>
                <c:pt idx="42">
                  <c:v>-3.919657651620112</c:v>
                </c:pt>
                <c:pt idx="43">
                  <c:v>-1.095420321648832</c:v>
                </c:pt>
                <c:pt idx="44">
                  <c:v>-0.496579627672422</c:v>
                </c:pt>
                <c:pt idx="45">
                  <c:v>0.763623588578977</c:v>
                </c:pt>
                <c:pt idx="46">
                  <c:v>0.909136698604995</c:v>
                </c:pt>
                <c:pt idx="47">
                  <c:v>1.702723086974722</c:v>
                </c:pt>
                <c:pt idx="48">
                  <c:v>-0.394862405014507</c:v>
                </c:pt>
                <c:pt idx="49">
                  <c:v>-3.15359023594256</c:v>
                </c:pt>
                <c:pt idx="50">
                  <c:v>-0.594953635071205</c:v>
                </c:pt>
                <c:pt idx="51">
                  <c:v>-5.116845929525744</c:v>
                </c:pt>
                <c:pt idx="52">
                  <c:v>0.972517091330349</c:v>
                </c:pt>
                <c:pt idx="53">
                  <c:v>-0.709820113988024</c:v>
                </c:pt>
                <c:pt idx="54">
                  <c:v>0.52589603121449</c:v>
                </c:pt>
                <c:pt idx="55">
                  <c:v>0.0157296226052095</c:v>
                </c:pt>
                <c:pt idx="56">
                  <c:v>-2.348341130747067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0491704"/>
        <c:axId val="1889383688"/>
      </c:lineChart>
      <c:catAx>
        <c:axId val="189049170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 rot="-5400000" vert="horz"/>
          <a:lstStyle/>
          <a:p>
            <a:pPr>
              <a:defRPr/>
            </a:pPr>
            <a:endParaRPr lang="es-ES"/>
          </a:p>
        </c:txPr>
        <c:crossAx val="1889383688"/>
        <c:crosses val="autoZero"/>
        <c:auto val="1"/>
        <c:lblAlgn val="ctr"/>
        <c:lblOffset val="100"/>
        <c:noMultiLvlLbl val="0"/>
      </c:catAx>
      <c:valAx>
        <c:axId val="1889383688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crossAx val="1890491704"/>
        <c:crosses val="autoZero"/>
        <c:crossBetween val="between"/>
        <c:majorUnit val="2.0"/>
        <c:minorUnit val="1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/>
      </a:pPr>
      <a:endParaRPr lang="es-E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'[inpc e inpp.xlsx]Niveles mensuales'!$D$3</c:f>
              <c:strCache>
                <c:ptCount val="1"/>
                <c:pt idx="0">
                  <c:v>Subyacente</c:v>
                </c:pt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dLbls>
            <c:dLbl>
              <c:idx val="35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multiLvlStrRef>
              <c:f>'[inpc e inpp.xlsx]Niveles mensuales'!$A$644:$B$683</c:f>
              <c:multiLvlStrCache>
                <c:ptCount val="40"/>
                <c:lvl>
                  <c:pt idx="0">
                    <c:v>Ene</c:v>
                  </c:pt>
                  <c:pt idx="3">
                    <c:v>Abr</c:v>
                  </c:pt>
                  <c:pt idx="6">
                    <c:v>Jul</c:v>
                  </c:pt>
                  <c:pt idx="9">
                    <c:v>Oct</c:v>
                  </c:pt>
                  <c:pt idx="12">
                    <c:v>Ene</c:v>
                  </c:pt>
                  <c:pt idx="15">
                    <c:v>Abr</c:v>
                  </c:pt>
                  <c:pt idx="18">
                    <c:v>Jul</c:v>
                  </c:pt>
                  <c:pt idx="21">
                    <c:v>Oct</c:v>
                  </c:pt>
                  <c:pt idx="24">
                    <c:v>Ene</c:v>
                  </c:pt>
                  <c:pt idx="27">
                    <c:v>Abr</c:v>
                  </c:pt>
                  <c:pt idx="30">
                    <c:v>Jul</c:v>
                  </c:pt>
                  <c:pt idx="33">
                    <c:v>Oct</c:v>
                  </c:pt>
                  <c:pt idx="35">
                    <c:v>Dic</c:v>
                  </c:pt>
                  <c:pt idx="36">
                    <c:v>Ene</c:v>
                  </c:pt>
                  <c:pt idx="39">
                    <c:v>Abr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  <c:pt idx="24">
                    <c:v>2017</c:v>
                  </c:pt>
                  <c:pt idx="36">
                    <c:v>2018</c:v>
                  </c:pt>
                </c:lvl>
              </c:multiLvlStrCache>
            </c:multiLvlStrRef>
          </c:cat>
          <c:val>
            <c:numRef>
              <c:f>'[inpc e inpp.xlsx]Niveles mensuales'!$D$644:$D$683</c:f>
              <c:numCache>
                <c:formatCode>0.0</c:formatCode>
                <c:ptCount val="40"/>
                <c:pt idx="0">
                  <c:v>2.338399832765736</c:v>
                </c:pt>
                <c:pt idx="1">
                  <c:v>2.397910664105329</c:v>
                </c:pt>
                <c:pt idx="2">
                  <c:v>2.446393261269364</c:v>
                </c:pt>
                <c:pt idx="3">
                  <c:v>2.308155485298676</c:v>
                </c:pt>
                <c:pt idx="4">
                  <c:v>2.330590068485327</c:v>
                </c:pt>
                <c:pt idx="5">
                  <c:v>2.32695374812424</c:v>
                </c:pt>
                <c:pt idx="6">
                  <c:v>2.311244583225112</c:v>
                </c:pt>
                <c:pt idx="7">
                  <c:v>2.299474654922151</c:v>
                </c:pt>
                <c:pt idx="8">
                  <c:v>2.378916868011238</c:v>
                </c:pt>
                <c:pt idx="9">
                  <c:v>2.465682069180075</c:v>
                </c:pt>
                <c:pt idx="10">
                  <c:v>2.336578753119256</c:v>
                </c:pt>
                <c:pt idx="11">
                  <c:v>2.411955874399525</c:v>
                </c:pt>
                <c:pt idx="12">
                  <c:v>2.643422655546512</c:v>
                </c:pt>
                <c:pt idx="13">
                  <c:v>2.662381483608467</c:v>
                </c:pt>
                <c:pt idx="14">
                  <c:v>2.760648466857707</c:v>
                </c:pt>
                <c:pt idx="15">
                  <c:v>2.827165397588027</c:v>
                </c:pt>
                <c:pt idx="16">
                  <c:v>2.927792361122883</c:v>
                </c:pt>
                <c:pt idx="17">
                  <c:v>2.974435357462934</c:v>
                </c:pt>
                <c:pt idx="18">
                  <c:v>2.972537600490344</c:v>
                </c:pt>
                <c:pt idx="19">
                  <c:v>2.960919183022348</c:v>
                </c:pt>
                <c:pt idx="20">
                  <c:v>3.069058708675021</c:v>
                </c:pt>
                <c:pt idx="21">
                  <c:v>3.098004938258958</c:v>
                </c:pt>
                <c:pt idx="22">
                  <c:v>3.293062355709164</c:v>
                </c:pt>
                <c:pt idx="23">
                  <c:v>3.437365998204855</c:v>
                </c:pt>
                <c:pt idx="24">
                  <c:v>3.835737646743542</c:v>
                </c:pt>
                <c:pt idx="25">
                  <c:v>4.255504647467728</c:v>
                </c:pt>
                <c:pt idx="26">
                  <c:v>4.478337461247505</c:v>
                </c:pt>
                <c:pt idx="27">
                  <c:v>4.717326204613514</c:v>
                </c:pt>
                <c:pt idx="28">
                  <c:v>4.781577644854872</c:v>
                </c:pt>
                <c:pt idx="29">
                  <c:v>4.833843813112448</c:v>
                </c:pt>
                <c:pt idx="30">
                  <c:v>4.93551684138009</c:v>
                </c:pt>
                <c:pt idx="31">
                  <c:v>5.002958059443574</c:v>
                </c:pt>
                <c:pt idx="32">
                  <c:v>4.80014843688854</c:v>
                </c:pt>
                <c:pt idx="33">
                  <c:v>4.771802404029927</c:v>
                </c:pt>
                <c:pt idx="34">
                  <c:v>4.897103425344351</c:v>
                </c:pt>
                <c:pt idx="35">
                  <c:v>4.868778362354996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'[inpc e inpp.xlsx]Niveles mensuales'!$F$3</c:f>
              <c:strCache>
                <c:ptCount val="1"/>
                <c:pt idx="0">
                  <c:v>Canasta básica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dLbls>
            <c:dLbl>
              <c:idx val="35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multiLvlStrRef>
              <c:f>'[inpc e inpp.xlsx]Niveles mensuales'!$A$644:$B$683</c:f>
              <c:multiLvlStrCache>
                <c:ptCount val="40"/>
                <c:lvl>
                  <c:pt idx="0">
                    <c:v>Ene</c:v>
                  </c:pt>
                  <c:pt idx="3">
                    <c:v>Abr</c:v>
                  </c:pt>
                  <c:pt idx="6">
                    <c:v>Jul</c:v>
                  </c:pt>
                  <c:pt idx="9">
                    <c:v>Oct</c:v>
                  </c:pt>
                  <c:pt idx="12">
                    <c:v>Ene</c:v>
                  </c:pt>
                  <c:pt idx="15">
                    <c:v>Abr</c:v>
                  </c:pt>
                  <c:pt idx="18">
                    <c:v>Jul</c:v>
                  </c:pt>
                  <c:pt idx="21">
                    <c:v>Oct</c:v>
                  </c:pt>
                  <c:pt idx="24">
                    <c:v>Ene</c:v>
                  </c:pt>
                  <c:pt idx="27">
                    <c:v>Abr</c:v>
                  </c:pt>
                  <c:pt idx="30">
                    <c:v>Jul</c:v>
                  </c:pt>
                  <c:pt idx="33">
                    <c:v>Oct</c:v>
                  </c:pt>
                  <c:pt idx="35">
                    <c:v>Dic</c:v>
                  </c:pt>
                  <c:pt idx="36">
                    <c:v>Ene</c:v>
                  </c:pt>
                  <c:pt idx="39">
                    <c:v>Abr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  <c:pt idx="24">
                    <c:v>2017</c:v>
                  </c:pt>
                  <c:pt idx="36">
                    <c:v>2018</c:v>
                  </c:pt>
                </c:lvl>
              </c:multiLvlStrCache>
            </c:multiLvlStrRef>
          </c:cat>
          <c:val>
            <c:numRef>
              <c:f>'[inpc e inpp.xlsx]Niveles mensuales'!$F$644:$F$679</c:f>
              <c:numCache>
                <c:formatCode>0.0</c:formatCode>
                <c:ptCount val="36"/>
                <c:pt idx="0">
                  <c:v>2.942522443581552</c:v>
                </c:pt>
                <c:pt idx="1">
                  <c:v>2.968355156568347</c:v>
                </c:pt>
                <c:pt idx="2">
                  <c:v>3.283629473423466</c:v>
                </c:pt>
                <c:pt idx="3">
                  <c:v>3.119296315827769</c:v>
                </c:pt>
                <c:pt idx="4">
                  <c:v>2.63196247993045</c:v>
                </c:pt>
                <c:pt idx="5">
                  <c:v>2.308244855013419</c:v>
                </c:pt>
                <c:pt idx="6">
                  <c:v>2.013745098809561</c:v>
                </c:pt>
                <c:pt idx="7">
                  <c:v>2.072023831655323</c:v>
                </c:pt>
                <c:pt idx="8">
                  <c:v>2.070270660928442</c:v>
                </c:pt>
                <c:pt idx="9">
                  <c:v>1.863621553415196</c:v>
                </c:pt>
                <c:pt idx="10">
                  <c:v>1.227772664668003</c:v>
                </c:pt>
                <c:pt idx="11">
                  <c:v>1.014270778036908</c:v>
                </c:pt>
                <c:pt idx="12">
                  <c:v>1.06829587070072</c:v>
                </c:pt>
                <c:pt idx="13">
                  <c:v>1.068540295446985</c:v>
                </c:pt>
                <c:pt idx="14">
                  <c:v>0.555620991957428</c:v>
                </c:pt>
                <c:pt idx="15">
                  <c:v>0.73040598933074</c:v>
                </c:pt>
                <c:pt idx="16">
                  <c:v>0.7957528350232</c:v>
                </c:pt>
                <c:pt idx="17">
                  <c:v>0.763126938646263</c:v>
                </c:pt>
                <c:pt idx="18">
                  <c:v>1.43423560331557</c:v>
                </c:pt>
                <c:pt idx="19">
                  <c:v>1.610746352940495</c:v>
                </c:pt>
                <c:pt idx="20">
                  <c:v>1.586600465209997</c:v>
                </c:pt>
                <c:pt idx="21">
                  <c:v>1.808949920279623</c:v>
                </c:pt>
                <c:pt idx="22">
                  <c:v>2.376571152400664</c:v>
                </c:pt>
                <c:pt idx="23">
                  <c:v>2.815429916768172</c:v>
                </c:pt>
                <c:pt idx="24">
                  <c:v>7.25804179408212</c:v>
                </c:pt>
                <c:pt idx="25">
                  <c:v>7.649111162560016</c:v>
                </c:pt>
                <c:pt idx="26">
                  <c:v>7.84295776224333</c:v>
                </c:pt>
                <c:pt idx="27">
                  <c:v>7.83104640097445</c:v>
                </c:pt>
                <c:pt idx="28">
                  <c:v>8.478791551236121</c:v>
                </c:pt>
                <c:pt idx="29">
                  <c:v>8.570286154051952</c:v>
                </c:pt>
                <c:pt idx="30">
                  <c:v>7.9321414249796</c:v>
                </c:pt>
                <c:pt idx="31">
                  <c:v>7.928449162108286</c:v>
                </c:pt>
                <c:pt idx="32">
                  <c:v>8.114758422522048</c:v>
                </c:pt>
                <c:pt idx="33">
                  <c:v>8.80444941894347</c:v>
                </c:pt>
                <c:pt idx="34">
                  <c:v>9.347249003581858</c:v>
                </c:pt>
                <c:pt idx="35">
                  <c:v>9.614382548815815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0882696"/>
        <c:axId val="1900877352"/>
      </c:lineChart>
      <c:catAx>
        <c:axId val="190088269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ES"/>
          </a:p>
        </c:txPr>
        <c:crossAx val="1900877352"/>
        <c:crosses val="autoZero"/>
        <c:auto val="1"/>
        <c:lblAlgn val="ctr"/>
        <c:lblOffset val="100"/>
        <c:noMultiLvlLbl val="0"/>
      </c:catAx>
      <c:valAx>
        <c:axId val="1900877352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crossAx val="190088269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Arial"/>
          <a:cs typeface="Arial"/>
        </a:defRPr>
      </a:pPr>
      <a:endParaRPr lang="es-E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32"/>
    </mc:Choice>
    <mc:Fallback>
      <c:style val="3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'[consumo privado mensual.xlsx]Página 1'!$J$3</c:f>
              <c:strCache>
                <c:ptCount val="1"/>
                <c:pt idx="0">
                  <c:v>Total</c:v>
                </c:pt>
              </c:strCache>
            </c:strRef>
          </c:tx>
          <c:marker>
            <c:symbol val="none"/>
          </c:marker>
          <c:dPt>
            <c:idx val="3"/>
            <c:bubble3D val="0"/>
          </c:dPt>
          <c:dPt>
            <c:idx val="8"/>
            <c:bubble3D val="0"/>
          </c:dPt>
          <c:dPt>
            <c:idx val="15"/>
            <c:bubble3D val="0"/>
          </c:dPt>
          <c:dPt>
            <c:idx val="20"/>
            <c:bubble3D val="0"/>
          </c:dPt>
          <c:dPt>
            <c:idx val="26"/>
            <c:bubble3D val="0"/>
          </c:dPt>
          <c:dPt>
            <c:idx val="27"/>
            <c:bubble3D val="0"/>
          </c:dPt>
          <c:dPt>
            <c:idx val="32"/>
            <c:bubble3D val="0"/>
          </c:dPt>
          <c:dPt>
            <c:idx val="39"/>
            <c:bubble3D val="0"/>
          </c:dPt>
          <c:dPt>
            <c:idx val="44"/>
            <c:bubble3D val="0"/>
          </c:dPt>
          <c:dPt>
            <c:idx val="51"/>
            <c:bubble3D val="0"/>
          </c:dPt>
          <c:cat>
            <c:multiLvlStrRef>
              <c:f>'[consumo privado mensual.xlsx]Página 1'!$B$220:$C$303</c:f>
              <c:multiLvlStrCache>
                <c:ptCount val="84"/>
                <c:lvl>
                  <c:pt idx="2">
                    <c:v>mar</c:v>
                  </c:pt>
                  <c:pt idx="5">
                    <c:v>jun</c:v>
                  </c:pt>
                  <c:pt idx="8">
                    <c:v>sep</c:v>
                  </c:pt>
                  <c:pt idx="11">
                    <c:v>dic</c:v>
                  </c:pt>
                  <c:pt idx="14">
                    <c:v>mar</c:v>
                  </c:pt>
                  <c:pt idx="17">
                    <c:v>jun</c:v>
                  </c:pt>
                  <c:pt idx="20">
                    <c:v>sep</c:v>
                  </c:pt>
                  <c:pt idx="23">
                    <c:v>dic</c:v>
                  </c:pt>
                  <c:pt idx="26">
                    <c:v>mar</c:v>
                  </c:pt>
                  <c:pt idx="29">
                    <c:v>jun</c:v>
                  </c:pt>
                  <c:pt idx="32">
                    <c:v>sep</c:v>
                  </c:pt>
                  <c:pt idx="35">
                    <c:v>dic</c:v>
                  </c:pt>
                  <c:pt idx="38">
                    <c:v>mar</c:v>
                  </c:pt>
                  <c:pt idx="41">
                    <c:v>jun</c:v>
                  </c:pt>
                  <c:pt idx="44">
                    <c:v>sep</c:v>
                  </c:pt>
                  <c:pt idx="47">
                    <c:v>dec</c:v>
                  </c:pt>
                  <c:pt idx="50">
                    <c:v>mar</c:v>
                  </c:pt>
                  <c:pt idx="53">
                    <c:v>jun</c:v>
                  </c:pt>
                  <c:pt idx="56">
                    <c:v>sep</c:v>
                  </c:pt>
                  <c:pt idx="59">
                    <c:v>dec</c:v>
                  </c:pt>
                  <c:pt idx="62">
                    <c:v>mar</c:v>
                  </c:pt>
                  <c:pt idx="65">
                    <c:v>jun</c:v>
                  </c:pt>
                  <c:pt idx="68">
                    <c:v>sep</c:v>
                  </c:pt>
                  <c:pt idx="71">
                    <c:v>dec</c:v>
                  </c:pt>
                  <c:pt idx="74">
                    <c:v>mar</c:v>
                  </c:pt>
                  <c:pt idx="77">
                    <c:v>jun</c:v>
                  </c:pt>
                  <c:pt idx="80">
                    <c:v>sep</c:v>
                  </c:pt>
                  <c:pt idx="83">
                    <c:v>dec</c:v>
                  </c:pt>
                </c:lvl>
                <c:lvl>
                  <c:pt idx="0">
                    <c:v>2011</c:v>
                  </c:pt>
                  <c:pt idx="12">
                    <c:v>2012</c:v>
                  </c:pt>
                  <c:pt idx="24">
                    <c:v>2013</c:v>
                  </c:pt>
                  <c:pt idx="36">
                    <c:v>2014</c:v>
                  </c:pt>
                  <c:pt idx="48">
                    <c:v>2015</c:v>
                  </c:pt>
                  <c:pt idx="60">
                    <c:v>2016</c:v>
                  </c:pt>
                  <c:pt idx="72">
                    <c:v>2017</c:v>
                  </c:pt>
                </c:lvl>
              </c:multiLvlStrCache>
            </c:multiLvlStrRef>
          </c:cat>
          <c:val>
            <c:numRef>
              <c:f>'[consumo privado mensual.xlsx]Página 1'!$J$220:$J$303</c:f>
              <c:numCache>
                <c:formatCode>0.0</c:formatCode>
                <c:ptCount val="84"/>
                <c:pt idx="0">
                  <c:v>2.540729970012712</c:v>
                </c:pt>
                <c:pt idx="1">
                  <c:v>2.335320178676947</c:v>
                </c:pt>
                <c:pt idx="2">
                  <c:v>2.77333193486029</c:v>
                </c:pt>
                <c:pt idx="3">
                  <c:v>3.404840027760514</c:v>
                </c:pt>
                <c:pt idx="4">
                  <c:v>2.810538453178335</c:v>
                </c:pt>
                <c:pt idx="5">
                  <c:v>3.165847977901381</c:v>
                </c:pt>
                <c:pt idx="6">
                  <c:v>4.004852745474662</c:v>
                </c:pt>
                <c:pt idx="7">
                  <c:v>4.196119440072495</c:v>
                </c:pt>
                <c:pt idx="8">
                  <c:v>4.053192855422205</c:v>
                </c:pt>
                <c:pt idx="9">
                  <c:v>4.210359202127334</c:v>
                </c:pt>
                <c:pt idx="10">
                  <c:v>2.291163195274337</c:v>
                </c:pt>
                <c:pt idx="11">
                  <c:v>3.004286393153043</c:v>
                </c:pt>
                <c:pt idx="12">
                  <c:v>6.21762278575182</c:v>
                </c:pt>
                <c:pt idx="13">
                  <c:v>3.638245329001497</c:v>
                </c:pt>
                <c:pt idx="14">
                  <c:v>2.911410950809266</c:v>
                </c:pt>
                <c:pt idx="15">
                  <c:v>2.773075390804447</c:v>
                </c:pt>
                <c:pt idx="16">
                  <c:v>1.51976117713335</c:v>
                </c:pt>
                <c:pt idx="17">
                  <c:v>2.421906502716808</c:v>
                </c:pt>
                <c:pt idx="18">
                  <c:v>2.091358074922911</c:v>
                </c:pt>
                <c:pt idx="19">
                  <c:v>1.524403462971247</c:v>
                </c:pt>
                <c:pt idx="20">
                  <c:v>1.262923816212802</c:v>
                </c:pt>
                <c:pt idx="21">
                  <c:v>1.464743350029662</c:v>
                </c:pt>
                <c:pt idx="22">
                  <c:v>3.121664497848631</c:v>
                </c:pt>
                <c:pt idx="23">
                  <c:v>-0.863967486143913</c:v>
                </c:pt>
                <c:pt idx="24">
                  <c:v>1.02941628354123</c:v>
                </c:pt>
                <c:pt idx="25">
                  <c:v>1.922821135343589</c:v>
                </c:pt>
                <c:pt idx="26">
                  <c:v>2.196935930219146</c:v>
                </c:pt>
                <c:pt idx="27">
                  <c:v>1.178343154998895</c:v>
                </c:pt>
                <c:pt idx="28">
                  <c:v>2.749536262677358</c:v>
                </c:pt>
                <c:pt idx="29">
                  <c:v>1.092340356609567</c:v>
                </c:pt>
                <c:pt idx="30">
                  <c:v>1.938066912200065</c:v>
                </c:pt>
                <c:pt idx="31">
                  <c:v>1.913887495230071</c:v>
                </c:pt>
                <c:pt idx="32">
                  <c:v>0.831122166099552</c:v>
                </c:pt>
                <c:pt idx="33">
                  <c:v>1.7596431762555</c:v>
                </c:pt>
                <c:pt idx="34">
                  <c:v>0.503851488995877</c:v>
                </c:pt>
                <c:pt idx="35">
                  <c:v>3.232181526778777</c:v>
                </c:pt>
                <c:pt idx="36">
                  <c:v>0.892783752531523</c:v>
                </c:pt>
                <c:pt idx="37">
                  <c:v>0.958588606941446</c:v>
                </c:pt>
                <c:pt idx="38">
                  <c:v>0.709200481070193</c:v>
                </c:pt>
                <c:pt idx="39">
                  <c:v>3.046679320891887</c:v>
                </c:pt>
                <c:pt idx="40">
                  <c:v>2.758054375812335</c:v>
                </c:pt>
                <c:pt idx="41">
                  <c:v>3.379650047252003</c:v>
                </c:pt>
                <c:pt idx="42">
                  <c:v>2.400596385505382</c:v>
                </c:pt>
                <c:pt idx="43">
                  <c:v>1.85808556454754</c:v>
                </c:pt>
                <c:pt idx="44">
                  <c:v>2.86366238829725</c:v>
                </c:pt>
                <c:pt idx="45">
                  <c:v>2.88648477672664</c:v>
                </c:pt>
                <c:pt idx="46">
                  <c:v>3.485689818747928</c:v>
                </c:pt>
                <c:pt idx="47">
                  <c:v>2.384575913898864</c:v>
                </c:pt>
                <c:pt idx="48">
                  <c:v>3.892115546331576</c:v>
                </c:pt>
                <c:pt idx="49">
                  <c:v>2.94397445319694</c:v>
                </c:pt>
                <c:pt idx="50">
                  <c:v>3.433102914063113</c:v>
                </c:pt>
                <c:pt idx="51">
                  <c:v>2.508914481796265</c:v>
                </c:pt>
                <c:pt idx="52">
                  <c:v>2.439188345021126</c:v>
                </c:pt>
                <c:pt idx="53">
                  <c:v>3.011354242082342</c:v>
                </c:pt>
                <c:pt idx="54">
                  <c:v>2.902705000677463</c:v>
                </c:pt>
                <c:pt idx="55">
                  <c:v>5.258428863343778</c:v>
                </c:pt>
                <c:pt idx="56">
                  <c:v>5.026240908703227</c:v>
                </c:pt>
                <c:pt idx="57">
                  <c:v>4.873325146049856</c:v>
                </c:pt>
                <c:pt idx="58">
                  <c:v>4.173555723816476</c:v>
                </c:pt>
                <c:pt idx="59">
                  <c:v>5.645696065400441</c:v>
                </c:pt>
                <c:pt idx="60">
                  <c:v>4.874117453530014</c:v>
                </c:pt>
                <c:pt idx="61">
                  <c:v>5.316684772634872</c:v>
                </c:pt>
                <c:pt idx="62">
                  <c:v>4.891636930478489</c:v>
                </c:pt>
                <c:pt idx="63">
                  <c:v>2.780451907911141</c:v>
                </c:pt>
                <c:pt idx="64">
                  <c:v>3.959798964391648</c:v>
                </c:pt>
                <c:pt idx="65">
                  <c:v>4.343261655627594</c:v>
                </c:pt>
                <c:pt idx="66">
                  <c:v>4.762668727425923</c:v>
                </c:pt>
                <c:pt idx="67">
                  <c:v>3.311437439840721</c:v>
                </c:pt>
                <c:pt idx="68">
                  <c:v>3.65834577346642</c:v>
                </c:pt>
                <c:pt idx="69">
                  <c:v>2.572961531299489</c:v>
                </c:pt>
                <c:pt idx="70">
                  <c:v>3.23366307444084</c:v>
                </c:pt>
                <c:pt idx="71">
                  <c:v>5.665395287659099</c:v>
                </c:pt>
                <c:pt idx="72">
                  <c:v>3.066607178225866</c:v>
                </c:pt>
                <c:pt idx="73">
                  <c:v>3.496556301377685</c:v>
                </c:pt>
                <c:pt idx="74">
                  <c:v>2.163133055466648</c:v>
                </c:pt>
                <c:pt idx="75">
                  <c:v>5.117046361163524</c:v>
                </c:pt>
                <c:pt idx="76">
                  <c:v>3.82806804087974</c:v>
                </c:pt>
                <c:pt idx="77">
                  <c:v>3.511255721417859</c:v>
                </c:pt>
                <c:pt idx="78">
                  <c:v>3.087778525507123</c:v>
                </c:pt>
                <c:pt idx="79">
                  <c:v>3.037959413316793</c:v>
                </c:pt>
                <c:pt idx="80">
                  <c:v>3.414100932479867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985939320"/>
        <c:axId val="1850993800"/>
      </c:lineChart>
      <c:catAx>
        <c:axId val="-1985939320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 rot="-5400000" vert="horz"/>
          <a:lstStyle/>
          <a:p>
            <a:pPr>
              <a:defRPr/>
            </a:pPr>
            <a:endParaRPr lang="es-ES"/>
          </a:p>
        </c:txPr>
        <c:crossAx val="1850993800"/>
        <c:crosses val="autoZero"/>
        <c:auto val="1"/>
        <c:lblAlgn val="ctr"/>
        <c:lblOffset val="100"/>
        <c:noMultiLvlLbl val="0"/>
      </c:catAx>
      <c:valAx>
        <c:axId val="1850993800"/>
        <c:scaling>
          <c:orientation val="minMax"/>
          <c:max val="10.0"/>
        </c:scaling>
        <c:delete val="0"/>
        <c:axPos val="l"/>
        <c:numFmt formatCode="0.0" sourceLinked="1"/>
        <c:majorTickMark val="out"/>
        <c:minorTickMark val="none"/>
        <c:tickLblPos val="nextTo"/>
        <c:crossAx val="-1985939320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200">
          <a:latin typeface="Arial"/>
          <a:cs typeface="Arial"/>
        </a:defRPr>
      </a:pPr>
      <a:endParaRPr lang="es-ES"/>
    </a:p>
  </c:tx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strRef>
              <c:f>Hoja1!$C$1</c:f>
              <c:strCache>
                <c:ptCount val="1"/>
                <c:pt idx="0">
                  <c:v>El Universal</c:v>
                </c:pt>
              </c:strCache>
            </c:strRef>
          </c:tx>
          <c:spPr>
            <a:solidFill>
              <a:srgbClr val="8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0565656583652478"/>
                  <c:y val="0.01816062861514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AMLO</c:v>
                </c:pt>
                <c:pt idx="1">
                  <c:v>Ricardo Anaya</c:v>
                </c:pt>
                <c:pt idx="2">
                  <c:v>José Antonio Meade</c:v>
                </c:pt>
                <c:pt idx="3">
                  <c:v>M. Zavala</c:v>
                </c:pt>
                <c:pt idx="4">
                  <c:v>Jaime Rodríguez "El Bronco"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  <c:pt idx="0">
                  <c:v>23.0</c:v>
                </c:pt>
                <c:pt idx="1">
                  <c:v>16.0</c:v>
                </c:pt>
                <c:pt idx="2">
                  <c:v>20.0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ser>
          <c:idx val="5"/>
          <c:order val="1"/>
          <c:tx>
            <c:strRef>
              <c:f>Hoja1!$D$1</c:f>
              <c:strCache>
                <c:ptCount val="1"/>
                <c:pt idx="0">
                  <c:v>El Financiero2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latin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AMLO</c:v>
                </c:pt>
                <c:pt idx="1">
                  <c:v>Ricardo Anaya</c:v>
                </c:pt>
                <c:pt idx="2">
                  <c:v>José Antonio Meade</c:v>
                </c:pt>
                <c:pt idx="3">
                  <c:v>M. Zavala</c:v>
                </c:pt>
                <c:pt idx="4">
                  <c:v>Jaime Rodríguez "El Bronco"</c:v>
                </c:pt>
              </c:strCache>
            </c:strRef>
          </c:cat>
          <c:val>
            <c:numRef>
              <c:f>Hoja1!$D$2:$D$6</c:f>
              <c:numCache>
                <c:formatCode>General</c:formatCode>
                <c:ptCount val="5"/>
                <c:pt idx="0">
                  <c:v>30.0</c:v>
                </c:pt>
                <c:pt idx="1">
                  <c:v>15.0</c:v>
                </c:pt>
                <c:pt idx="2">
                  <c:v>20.0</c:v>
                </c:pt>
                <c:pt idx="3">
                  <c:v>13.0</c:v>
                </c:pt>
                <c:pt idx="4">
                  <c:v>5.0</c:v>
                </c:pt>
              </c:numCache>
            </c:numRef>
          </c:val>
        </c:ser>
        <c:ser>
          <c:idx val="0"/>
          <c:order val="2"/>
          <c:tx>
            <c:strRef>
              <c:f>Hoja1!$E$1</c:f>
              <c:strCache>
                <c:ptCount val="1"/>
                <c:pt idx="0">
                  <c:v>Reforma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</c:spPr>
          </c:dPt>
          <c:dPt>
            <c:idx val="1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</c:spPr>
          </c:dPt>
          <c:dPt>
            <c:idx val="2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</c:spPr>
          </c:dPt>
          <c:dPt>
            <c:idx val="3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</c:spPr>
          </c:dPt>
          <c:dPt>
            <c:idx val="4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</c:spPr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200">
                      <a:latin typeface="Calibri Light" panose="020F0302020204030204" pitchFamily="34" charset="0"/>
                      <a:cs typeface="Calibri Light" panose="020F0302020204030204" pitchFamily="34" charset="0"/>
                    </a:defRPr>
                  </a:pPr>
                  <a:endParaRPr lang="es-E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AMLO</c:v>
                </c:pt>
                <c:pt idx="1">
                  <c:v>Ricardo Anaya</c:v>
                </c:pt>
                <c:pt idx="2">
                  <c:v>José Antonio Meade</c:v>
                </c:pt>
                <c:pt idx="3">
                  <c:v>M. Zavala</c:v>
                </c:pt>
                <c:pt idx="4">
                  <c:v>Jaime Rodríguez "El Bronco"</c:v>
                </c:pt>
              </c:strCache>
            </c:strRef>
          </c:cat>
          <c:val>
            <c:numRef>
              <c:f>Hoja1!$E$2:$E$6</c:f>
              <c:numCache>
                <c:formatCode>General</c:formatCode>
                <c:ptCount val="5"/>
                <c:pt idx="0">
                  <c:v>31.0</c:v>
                </c:pt>
                <c:pt idx="1">
                  <c:v>19.0</c:v>
                </c:pt>
                <c:pt idx="2">
                  <c:v>17.0</c:v>
                </c:pt>
                <c:pt idx="3">
                  <c:v>8.0</c:v>
                </c:pt>
                <c:pt idx="4">
                  <c:v>2.0</c:v>
                </c:pt>
              </c:numCache>
            </c:numRef>
          </c:val>
        </c:ser>
        <c:ser>
          <c:idx val="1"/>
          <c:order val="3"/>
          <c:tx>
            <c:strRef>
              <c:f>Hoja1!$F$1</c:f>
              <c:strCache>
                <c:ptCount val="1"/>
                <c:pt idx="0">
                  <c:v>El Universal2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latin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AMLO</c:v>
                </c:pt>
                <c:pt idx="1">
                  <c:v>Ricardo Anaya</c:v>
                </c:pt>
                <c:pt idx="2">
                  <c:v>José Antonio Meade</c:v>
                </c:pt>
                <c:pt idx="3">
                  <c:v>M. Zavala</c:v>
                </c:pt>
                <c:pt idx="4">
                  <c:v>Jaime Rodríguez "El Bronco"</c:v>
                </c:pt>
              </c:strCache>
            </c:strRef>
          </c:cat>
          <c:val>
            <c:numRef>
              <c:f>Hoja1!$F$2:$F$6</c:f>
              <c:numCache>
                <c:formatCode>General</c:formatCode>
                <c:ptCount val="5"/>
                <c:pt idx="0">
                  <c:v>31.0</c:v>
                </c:pt>
                <c:pt idx="1">
                  <c:v>23.0</c:v>
                </c:pt>
                <c:pt idx="2">
                  <c:v>16.0</c:v>
                </c:pt>
                <c:pt idx="3">
                  <c:v>10.0</c:v>
                </c:pt>
                <c:pt idx="4">
                  <c:v>4.0</c:v>
                </c:pt>
              </c:numCache>
            </c:numRef>
          </c:val>
        </c:ser>
        <c:ser>
          <c:idx val="2"/>
          <c:order val="4"/>
          <c:tx>
            <c:strRef>
              <c:f>Hoja1!$H$1</c:f>
              <c:strCache>
                <c:ptCount val="1"/>
                <c:pt idx="0">
                  <c:v>Parametría (5/01/2017)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latin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AMLO</c:v>
                </c:pt>
                <c:pt idx="1">
                  <c:v>Ricardo Anaya</c:v>
                </c:pt>
                <c:pt idx="2">
                  <c:v>José Antonio Meade</c:v>
                </c:pt>
                <c:pt idx="3">
                  <c:v>M. Zavala</c:v>
                </c:pt>
                <c:pt idx="4">
                  <c:v>Jaime Rodríguez "El Bronco"</c:v>
                </c:pt>
              </c:strCache>
            </c:strRef>
          </c:cat>
          <c:val>
            <c:numRef>
              <c:f>Hoja1!$H$2:$H$6</c:f>
              <c:numCache>
                <c:formatCode>General</c:formatCode>
                <c:ptCount val="5"/>
                <c:pt idx="0">
                  <c:v>31.0</c:v>
                </c:pt>
                <c:pt idx="1">
                  <c:v>19.0</c:v>
                </c:pt>
                <c:pt idx="2">
                  <c:v>20.0</c:v>
                </c:pt>
                <c:pt idx="3">
                  <c:v>10.0</c:v>
                </c:pt>
                <c:pt idx="4">
                  <c:v>2.0</c:v>
                </c:pt>
              </c:numCache>
            </c:numRef>
          </c:val>
        </c:ser>
        <c:ser>
          <c:idx val="3"/>
          <c:order val="5"/>
          <c:tx>
            <c:strRef>
              <c:f>Hoja1!$G$1</c:f>
              <c:strCache>
                <c:ptCount val="1"/>
                <c:pt idx="0">
                  <c:v>Mitofsky (9/12/2017)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val>
            <c:numRef>
              <c:f>Hoja1!$G$2:$G$6</c:f>
              <c:numCache>
                <c:formatCode>General</c:formatCode>
                <c:ptCount val="5"/>
                <c:pt idx="0">
                  <c:v>23.0</c:v>
                </c:pt>
                <c:pt idx="1">
                  <c:v>20.0</c:v>
                </c:pt>
                <c:pt idx="2">
                  <c:v>19.4</c:v>
                </c:pt>
                <c:pt idx="3">
                  <c:v>5.4</c:v>
                </c:pt>
                <c:pt idx="4">
                  <c:v>3.8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93062728"/>
        <c:axId val="1893399880"/>
      </c:barChart>
      <c:catAx>
        <c:axId val="18930627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93399880"/>
        <c:crosses val="autoZero"/>
        <c:auto val="1"/>
        <c:lblAlgn val="ctr"/>
        <c:lblOffset val="100"/>
        <c:noMultiLvlLbl val="0"/>
      </c:catAx>
      <c:valAx>
        <c:axId val="189339988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93062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E52860-E85E-2F42-A48D-5B524ADD9F01}" type="doc">
      <dgm:prSet loTypeId="urn:microsoft.com/office/officeart/2005/8/layout/process4" loCatId="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300F740A-863C-A04C-ADA0-1659656BBFE5}">
      <dgm:prSet phldrT="[Texto]" custT="1"/>
      <dgm:spPr>
        <a:xfrm rot="10800000">
          <a:off x="0" y="2119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s-ES" sz="1600" b="1" dirty="0" smtClean="0">
              <a:solidFill>
                <a:srgbClr val="000000"/>
              </a:solidFill>
              <a:latin typeface="+mj-lt"/>
              <a:ea typeface="+mn-ea"/>
              <a:cs typeface="Arial"/>
            </a:rPr>
            <a:t>Adoptar aranceles acordados en la OMC (3.5% promedio para manufacturas y hasta 40% en productos seleccionados).</a:t>
          </a:r>
          <a:endParaRPr lang="es-ES" sz="1600" b="1" dirty="0">
            <a:solidFill>
              <a:srgbClr val="000000"/>
            </a:solidFill>
            <a:latin typeface="+mj-lt"/>
            <a:ea typeface="+mn-ea"/>
            <a:cs typeface="Arial"/>
          </a:endParaRPr>
        </a:p>
      </dgm:t>
    </dgm:pt>
    <dgm:pt modelId="{BF0AB773-834E-A34A-A8C3-F7C1E4E66E56}" type="parTrans" cxnId="{8A7DF378-2C70-CD4D-AE5C-6D0C4420F7CD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29A1CCAE-BBD4-244F-A9EA-814BE6D1664A}" type="sibTrans" cxnId="{8A7DF378-2C70-CD4D-AE5C-6D0C4420F7CD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3EE593F0-429B-0148-9478-27B78F8FCFE7}">
      <dgm:prSet phldrT="[Texto]" custT="1"/>
      <dgm:spPr>
        <a:xfrm rot="10800000">
          <a:off x="0" y="793457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s-ES" sz="1600" b="1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Encarecer importaciones y exportaciones y reducir el avance de las mismas; disminuir moderadamente IED.</a:t>
          </a:r>
          <a:endParaRPr lang="es-ES" sz="1600" b="1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gm:t>
    </dgm:pt>
    <dgm:pt modelId="{201AB480-3954-2841-B590-F0AE08F56EE5}" type="parTrans" cxnId="{28FC41D2-831D-1F42-B995-11B9C7A19F95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C6534268-9606-C74E-916D-A11D466AD45F}" type="sibTrans" cxnId="{28FC41D2-831D-1F42-B995-11B9C7A19F95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A37DD24B-CE33-7448-BBA6-FA4C9F853647}">
      <dgm:prSet phldrT="[Texto]" custT="1"/>
      <dgm:spPr>
        <a:xfrm rot="10800000">
          <a:off x="0" y="1584795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s-ES" sz="1600" b="1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Debilitar la paridad peso-dólar a un rango de $20 - $22.</a:t>
          </a:r>
          <a:endParaRPr lang="es-ES" sz="1600" b="1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gm:t>
    </dgm:pt>
    <dgm:pt modelId="{B89E5BDC-6F87-9A42-AFC9-6CBA2EC498A3}" type="parTrans" cxnId="{587F98A1-1293-304E-9DF8-2260E8F32BEA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48C3F903-1301-6F48-B62C-8F8F2CD5D88E}" type="sibTrans" cxnId="{587F98A1-1293-304E-9DF8-2260E8F32BEA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03C45948-323E-EE47-ADAD-9E59B3180060}">
      <dgm:prSet phldrT="[Texto]" custT="1"/>
      <dgm:spPr>
        <a:xfrm rot="10800000">
          <a:off x="0" y="2376133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s-ES" sz="1600" b="1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Presionar la inflación en un rango de 6% -7% anual.</a:t>
          </a:r>
          <a:endParaRPr lang="es-ES" sz="1600" b="1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gm:t>
    </dgm:pt>
    <dgm:pt modelId="{ED2F646F-849C-944D-A41E-481A4DEDFDF0}" type="parTrans" cxnId="{BB17618A-17B1-AF4A-ABB2-541F0F8109BB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4E186910-889F-424E-8D65-8B7CE68C1E86}" type="sibTrans" cxnId="{BB17618A-17B1-AF4A-ABB2-541F0F8109BB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D09515A1-74A3-EB4B-8037-91835E3DB0A7}">
      <dgm:prSet phldrT="[Texto]" custT="1"/>
      <dgm:spPr>
        <a:xfrm rot="10800000">
          <a:off x="0" y="3167471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s-ES" sz="1600" b="1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Incrementar tasa de interes 100 -150 puntos base.</a:t>
          </a:r>
          <a:endParaRPr lang="es-ES" sz="1600" b="1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gm:t>
    </dgm:pt>
    <dgm:pt modelId="{3B0E4453-CF54-BB48-A7E3-E9A78ED458A2}" type="parTrans" cxnId="{88FFA0F3-852C-8B43-9FE5-AFA71AF7C9E9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3EC6AE02-9BC1-3343-9661-8ED8DFE63540}" type="sibTrans" cxnId="{88FFA0F3-852C-8B43-9FE5-AFA71AF7C9E9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CD419780-5AB4-1A4C-9363-6C58BB81B202}">
      <dgm:prSet phldrT="[Texto]" custT="1"/>
      <dgm:spPr>
        <a:xfrm>
          <a:off x="0" y="3958809"/>
          <a:ext cx="7975282" cy="519591"/>
        </a:xfrm>
        <a:prstGeom prst="rec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s-ES" sz="1600" b="1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Estancar el crecimiento del PIB en un rango de 1.5% - 2.5% entre 2018-2020</a:t>
          </a:r>
          <a:endParaRPr lang="es-ES" sz="1600" b="1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gm:t>
    </dgm:pt>
    <dgm:pt modelId="{30BE9B82-A429-3F4D-ADA6-720AAB16A061}" type="parTrans" cxnId="{F87DF18D-9E9F-BF4E-88D7-892A6F081EEC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A3F86B63-4415-3C43-AA89-52F87E5A9376}" type="sibTrans" cxnId="{F87DF18D-9E9F-BF4E-88D7-892A6F081EEC}">
      <dgm:prSet/>
      <dgm:spPr/>
      <dgm:t>
        <a:bodyPr/>
        <a:lstStyle/>
        <a:p>
          <a:endParaRPr lang="es-ES" sz="1600" b="1">
            <a:solidFill>
              <a:schemeClr val="tx1"/>
            </a:solidFill>
            <a:latin typeface="+mj-lt"/>
            <a:cs typeface="Arial"/>
          </a:endParaRPr>
        </a:p>
      </dgm:t>
    </dgm:pt>
    <dgm:pt modelId="{C8274AD1-F957-394D-B7F0-2F89FCEE4931}" type="pres">
      <dgm:prSet presAssocID="{8AE52860-E85E-2F42-A48D-5B524ADD9F0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97F3DA1-4A82-9E42-B445-C31BC129AC85}" type="pres">
      <dgm:prSet presAssocID="{CD419780-5AB4-1A4C-9363-6C58BB81B202}" presName="boxAndChildren" presStyleCnt="0"/>
      <dgm:spPr/>
      <dgm:t>
        <a:bodyPr/>
        <a:lstStyle/>
        <a:p>
          <a:endParaRPr lang="es-ES"/>
        </a:p>
      </dgm:t>
    </dgm:pt>
    <dgm:pt modelId="{7164659C-CD14-6C41-ABCC-29D0AE714D86}" type="pres">
      <dgm:prSet presAssocID="{CD419780-5AB4-1A4C-9363-6C58BB81B202}" presName="parentTextBox" presStyleLbl="node1" presStyleIdx="0" presStyleCnt="6"/>
      <dgm:spPr/>
      <dgm:t>
        <a:bodyPr/>
        <a:lstStyle/>
        <a:p>
          <a:endParaRPr lang="es-ES"/>
        </a:p>
      </dgm:t>
    </dgm:pt>
    <dgm:pt modelId="{03742AFE-F9EC-3B42-BE4A-623DE4CDB098}" type="pres">
      <dgm:prSet presAssocID="{3EC6AE02-9BC1-3343-9661-8ED8DFE63540}" presName="sp" presStyleCnt="0"/>
      <dgm:spPr/>
      <dgm:t>
        <a:bodyPr/>
        <a:lstStyle/>
        <a:p>
          <a:endParaRPr lang="es-ES"/>
        </a:p>
      </dgm:t>
    </dgm:pt>
    <dgm:pt modelId="{9141B1F9-E3CC-0F47-A80E-1B6B3425A334}" type="pres">
      <dgm:prSet presAssocID="{D09515A1-74A3-EB4B-8037-91835E3DB0A7}" presName="arrowAndChildren" presStyleCnt="0"/>
      <dgm:spPr/>
      <dgm:t>
        <a:bodyPr/>
        <a:lstStyle/>
        <a:p>
          <a:endParaRPr lang="es-ES"/>
        </a:p>
      </dgm:t>
    </dgm:pt>
    <dgm:pt modelId="{6E6CFAFF-C489-E544-9842-CD1114941509}" type="pres">
      <dgm:prSet presAssocID="{D09515A1-74A3-EB4B-8037-91835E3DB0A7}" presName="parentTextArrow" presStyleLbl="node1" presStyleIdx="1" presStyleCnt="6"/>
      <dgm:spPr/>
      <dgm:t>
        <a:bodyPr/>
        <a:lstStyle/>
        <a:p>
          <a:endParaRPr lang="es-ES"/>
        </a:p>
      </dgm:t>
    </dgm:pt>
    <dgm:pt modelId="{0BEFF34E-ECD8-344E-8C14-1FC5BC13B192}" type="pres">
      <dgm:prSet presAssocID="{4E186910-889F-424E-8D65-8B7CE68C1E86}" presName="sp" presStyleCnt="0"/>
      <dgm:spPr/>
      <dgm:t>
        <a:bodyPr/>
        <a:lstStyle/>
        <a:p>
          <a:endParaRPr lang="es-ES"/>
        </a:p>
      </dgm:t>
    </dgm:pt>
    <dgm:pt modelId="{448761DE-C42D-1049-B77E-3FB571CDC545}" type="pres">
      <dgm:prSet presAssocID="{03C45948-323E-EE47-ADAD-9E59B3180060}" presName="arrowAndChildren" presStyleCnt="0"/>
      <dgm:spPr/>
      <dgm:t>
        <a:bodyPr/>
        <a:lstStyle/>
        <a:p>
          <a:endParaRPr lang="es-ES"/>
        </a:p>
      </dgm:t>
    </dgm:pt>
    <dgm:pt modelId="{21B58D7D-8CB7-F141-A611-8404D704FBD3}" type="pres">
      <dgm:prSet presAssocID="{03C45948-323E-EE47-ADAD-9E59B3180060}" presName="parentTextArrow" presStyleLbl="node1" presStyleIdx="2" presStyleCnt="6"/>
      <dgm:spPr/>
      <dgm:t>
        <a:bodyPr/>
        <a:lstStyle/>
        <a:p>
          <a:endParaRPr lang="es-ES"/>
        </a:p>
      </dgm:t>
    </dgm:pt>
    <dgm:pt modelId="{34BA697E-059F-8646-82F6-1C4A16A0EE71}" type="pres">
      <dgm:prSet presAssocID="{48C3F903-1301-6F48-B62C-8F8F2CD5D88E}" presName="sp" presStyleCnt="0"/>
      <dgm:spPr/>
      <dgm:t>
        <a:bodyPr/>
        <a:lstStyle/>
        <a:p>
          <a:endParaRPr lang="es-ES"/>
        </a:p>
      </dgm:t>
    </dgm:pt>
    <dgm:pt modelId="{C0DF291E-B930-2644-AFBB-D2861203432F}" type="pres">
      <dgm:prSet presAssocID="{A37DD24B-CE33-7448-BBA6-FA4C9F853647}" presName="arrowAndChildren" presStyleCnt="0"/>
      <dgm:spPr/>
      <dgm:t>
        <a:bodyPr/>
        <a:lstStyle/>
        <a:p>
          <a:endParaRPr lang="es-ES"/>
        </a:p>
      </dgm:t>
    </dgm:pt>
    <dgm:pt modelId="{E5656F85-EEDA-A24B-BF4F-B7C4122E8B0B}" type="pres">
      <dgm:prSet presAssocID="{A37DD24B-CE33-7448-BBA6-FA4C9F853647}" presName="parentTextArrow" presStyleLbl="node1" presStyleIdx="3" presStyleCnt="6"/>
      <dgm:spPr/>
      <dgm:t>
        <a:bodyPr/>
        <a:lstStyle/>
        <a:p>
          <a:endParaRPr lang="es-ES"/>
        </a:p>
      </dgm:t>
    </dgm:pt>
    <dgm:pt modelId="{1DC51D33-8DD5-2A4F-84AF-5E27F2B8809B}" type="pres">
      <dgm:prSet presAssocID="{C6534268-9606-C74E-916D-A11D466AD45F}" presName="sp" presStyleCnt="0"/>
      <dgm:spPr/>
      <dgm:t>
        <a:bodyPr/>
        <a:lstStyle/>
        <a:p>
          <a:endParaRPr lang="es-ES"/>
        </a:p>
      </dgm:t>
    </dgm:pt>
    <dgm:pt modelId="{38431FE0-1B4E-6C49-B94D-244A98A63E7C}" type="pres">
      <dgm:prSet presAssocID="{3EE593F0-429B-0148-9478-27B78F8FCFE7}" presName="arrowAndChildren" presStyleCnt="0"/>
      <dgm:spPr/>
      <dgm:t>
        <a:bodyPr/>
        <a:lstStyle/>
        <a:p>
          <a:endParaRPr lang="es-ES"/>
        </a:p>
      </dgm:t>
    </dgm:pt>
    <dgm:pt modelId="{E062029F-F915-CB4B-AF67-37AA43DA1D17}" type="pres">
      <dgm:prSet presAssocID="{3EE593F0-429B-0148-9478-27B78F8FCFE7}" presName="parentTextArrow" presStyleLbl="node1" presStyleIdx="4" presStyleCnt="6"/>
      <dgm:spPr/>
      <dgm:t>
        <a:bodyPr/>
        <a:lstStyle/>
        <a:p>
          <a:endParaRPr lang="es-ES"/>
        </a:p>
      </dgm:t>
    </dgm:pt>
    <dgm:pt modelId="{10BABF16-224A-FF4A-81C7-70B76779AA91}" type="pres">
      <dgm:prSet presAssocID="{29A1CCAE-BBD4-244F-A9EA-814BE6D1664A}" presName="sp" presStyleCnt="0"/>
      <dgm:spPr/>
      <dgm:t>
        <a:bodyPr/>
        <a:lstStyle/>
        <a:p>
          <a:endParaRPr lang="es-ES"/>
        </a:p>
      </dgm:t>
    </dgm:pt>
    <dgm:pt modelId="{51F38654-BB84-4546-B621-61F5217ED392}" type="pres">
      <dgm:prSet presAssocID="{300F740A-863C-A04C-ADA0-1659656BBFE5}" presName="arrowAndChildren" presStyleCnt="0"/>
      <dgm:spPr/>
      <dgm:t>
        <a:bodyPr/>
        <a:lstStyle/>
        <a:p>
          <a:endParaRPr lang="es-ES"/>
        </a:p>
      </dgm:t>
    </dgm:pt>
    <dgm:pt modelId="{0280DAE5-D6B8-5A46-94A4-5CFB6398963C}" type="pres">
      <dgm:prSet presAssocID="{300F740A-863C-A04C-ADA0-1659656BBFE5}" presName="parentTextArrow" presStyleLbl="node1" presStyleIdx="5" presStyleCnt="6"/>
      <dgm:spPr/>
      <dgm:t>
        <a:bodyPr/>
        <a:lstStyle/>
        <a:p>
          <a:endParaRPr lang="es-ES"/>
        </a:p>
      </dgm:t>
    </dgm:pt>
  </dgm:ptLst>
  <dgm:cxnLst>
    <dgm:cxn modelId="{BB17618A-17B1-AF4A-ABB2-541F0F8109BB}" srcId="{8AE52860-E85E-2F42-A48D-5B524ADD9F01}" destId="{03C45948-323E-EE47-ADAD-9E59B3180060}" srcOrd="3" destOrd="0" parTransId="{ED2F646F-849C-944D-A41E-481A4DEDFDF0}" sibTransId="{4E186910-889F-424E-8D65-8B7CE68C1E86}"/>
    <dgm:cxn modelId="{587F98A1-1293-304E-9DF8-2260E8F32BEA}" srcId="{8AE52860-E85E-2F42-A48D-5B524ADD9F01}" destId="{A37DD24B-CE33-7448-BBA6-FA4C9F853647}" srcOrd="2" destOrd="0" parTransId="{B89E5BDC-6F87-9A42-AFC9-6CBA2EC498A3}" sibTransId="{48C3F903-1301-6F48-B62C-8F8F2CD5D88E}"/>
    <dgm:cxn modelId="{38794A4D-6DD0-E549-8BA3-4428A3F81F89}" type="presOf" srcId="{03C45948-323E-EE47-ADAD-9E59B3180060}" destId="{21B58D7D-8CB7-F141-A611-8404D704FBD3}" srcOrd="0" destOrd="0" presId="urn:microsoft.com/office/officeart/2005/8/layout/process4"/>
    <dgm:cxn modelId="{876CFDDF-C5E9-E44D-9E6D-6D8670D972FB}" type="presOf" srcId="{D09515A1-74A3-EB4B-8037-91835E3DB0A7}" destId="{6E6CFAFF-C489-E544-9842-CD1114941509}" srcOrd="0" destOrd="0" presId="urn:microsoft.com/office/officeart/2005/8/layout/process4"/>
    <dgm:cxn modelId="{8A7DF378-2C70-CD4D-AE5C-6D0C4420F7CD}" srcId="{8AE52860-E85E-2F42-A48D-5B524ADD9F01}" destId="{300F740A-863C-A04C-ADA0-1659656BBFE5}" srcOrd="0" destOrd="0" parTransId="{BF0AB773-834E-A34A-A8C3-F7C1E4E66E56}" sibTransId="{29A1CCAE-BBD4-244F-A9EA-814BE6D1664A}"/>
    <dgm:cxn modelId="{F0BBF0A8-72B2-4D43-B60B-FB266EEDA910}" type="presOf" srcId="{300F740A-863C-A04C-ADA0-1659656BBFE5}" destId="{0280DAE5-D6B8-5A46-94A4-5CFB6398963C}" srcOrd="0" destOrd="0" presId="urn:microsoft.com/office/officeart/2005/8/layout/process4"/>
    <dgm:cxn modelId="{F87DF18D-9E9F-BF4E-88D7-892A6F081EEC}" srcId="{8AE52860-E85E-2F42-A48D-5B524ADD9F01}" destId="{CD419780-5AB4-1A4C-9363-6C58BB81B202}" srcOrd="5" destOrd="0" parTransId="{30BE9B82-A429-3F4D-ADA6-720AAB16A061}" sibTransId="{A3F86B63-4415-3C43-AA89-52F87E5A9376}"/>
    <dgm:cxn modelId="{23BA6D7C-9D0A-6443-84BA-F1FD239A2C48}" type="presOf" srcId="{3EE593F0-429B-0148-9478-27B78F8FCFE7}" destId="{E062029F-F915-CB4B-AF67-37AA43DA1D17}" srcOrd="0" destOrd="0" presId="urn:microsoft.com/office/officeart/2005/8/layout/process4"/>
    <dgm:cxn modelId="{88FFA0F3-852C-8B43-9FE5-AFA71AF7C9E9}" srcId="{8AE52860-E85E-2F42-A48D-5B524ADD9F01}" destId="{D09515A1-74A3-EB4B-8037-91835E3DB0A7}" srcOrd="4" destOrd="0" parTransId="{3B0E4453-CF54-BB48-A7E3-E9A78ED458A2}" sibTransId="{3EC6AE02-9BC1-3343-9661-8ED8DFE63540}"/>
    <dgm:cxn modelId="{288D743A-7A93-C644-A06A-756DCE92823C}" type="presOf" srcId="{A37DD24B-CE33-7448-BBA6-FA4C9F853647}" destId="{E5656F85-EEDA-A24B-BF4F-B7C4122E8B0B}" srcOrd="0" destOrd="0" presId="urn:microsoft.com/office/officeart/2005/8/layout/process4"/>
    <dgm:cxn modelId="{28FC41D2-831D-1F42-B995-11B9C7A19F95}" srcId="{8AE52860-E85E-2F42-A48D-5B524ADD9F01}" destId="{3EE593F0-429B-0148-9478-27B78F8FCFE7}" srcOrd="1" destOrd="0" parTransId="{201AB480-3954-2841-B590-F0AE08F56EE5}" sibTransId="{C6534268-9606-C74E-916D-A11D466AD45F}"/>
    <dgm:cxn modelId="{FC355D06-9A4D-1545-9396-5AED6B838CCA}" type="presOf" srcId="{8AE52860-E85E-2F42-A48D-5B524ADD9F01}" destId="{C8274AD1-F957-394D-B7F0-2F89FCEE4931}" srcOrd="0" destOrd="0" presId="urn:microsoft.com/office/officeart/2005/8/layout/process4"/>
    <dgm:cxn modelId="{12AAA4DB-C77B-FD42-B913-8936D7C56D02}" type="presOf" srcId="{CD419780-5AB4-1A4C-9363-6C58BB81B202}" destId="{7164659C-CD14-6C41-ABCC-29D0AE714D86}" srcOrd="0" destOrd="0" presId="urn:microsoft.com/office/officeart/2005/8/layout/process4"/>
    <dgm:cxn modelId="{58416A22-6852-DB4E-861A-D3EACBFA1DEB}" type="presParOf" srcId="{C8274AD1-F957-394D-B7F0-2F89FCEE4931}" destId="{997F3DA1-4A82-9E42-B445-C31BC129AC85}" srcOrd="0" destOrd="0" presId="urn:microsoft.com/office/officeart/2005/8/layout/process4"/>
    <dgm:cxn modelId="{811942F2-5C04-3F46-8F41-B6B392C68672}" type="presParOf" srcId="{997F3DA1-4A82-9E42-B445-C31BC129AC85}" destId="{7164659C-CD14-6C41-ABCC-29D0AE714D86}" srcOrd="0" destOrd="0" presId="urn:microsoft.com/office/officeart/2005/8/layout/process4"/>
    <dgm:cxn modelId="{15B353E3-39C0-FB4A-9943-09A285D3B0F1}" type="presParOf" srcId="{C8274AD1-F957-394D-B7F0-2F89FCEE4931}" destId="{03742AFE-F9EC-3B42-BE4A-623DE4CDB098}" srcOrd="1" destOrd="0" presId="urn:microsoft.com/office/officeart/2005/8/layout/process4"/>
    <dgm:cxn modelId="{ECC0FEBF-B61B-604F-B1C5-38F90EED0596}" type="presParOf" srcId="{C8274AD1-F957-394D-B7F0-2F89FCEE4931}" destId="{9141B1F9-E3CC-0F47-A80E-1B6B3425A334}" srcOrd="2" destOrd="0" presId="urn:microsoft.com/office/officeart/2005/8/layout/process4"/>
    <dgm:cxn modelId="{FB8A2578-BEA2-864D-A642-5DE5C0B5D090}" type="presParOf" srcId="{9141B1F9-E3CC-0F47-A80E-1B6B3425A334}" destId="{6E6CFAFF-C489-E544-9842-CD1114941509}" srcOrd="0" destOrd="0" presId="urn:microsoft.com/office/officeart/2005/8/layout/process4"/>
    <dgm:cxn modelId="{6C0662D3-FA0E-B94E-8064-42ABF16703D2}" type="presParOf" srcId="{C8274AD1-F957-394D-B7F0-2F89FCEE4931}" destId="{0BEFF34E-ECD8-344E-8C14-1FC5BC13B192}" srcOrd="3" destOrd="0" presId="urn:microsoft.com/office/officeart/2005/8/layout/process4"/>
    <dgm:cxn modelId="{7462A50D-140D-E44B-B7B9-4060774E7AE9}" type="presParOf" srcId="{C8274AD1-F957-394D-B7F0-2F89FCEE4931}" destId="{448761DE-C42D-1049-B77E-3FB571CDC545}" srcOrd="4" destOrd="0" presId="urn:microsoft.com/office/officeart/2005/8/layout/process4"/>
    <dgm:cxn modelId="{6D4E6C7F-F72E-C94D-A440-A287585E7849}" type="presParOf" srcId="{448761DE-C42D-1049-B77E-3FB571CDC545}" destId="{21B58D7D-8CB7-F141-A611-8404D704FBD3}" srcOrd="0" destOrd="0" presId="urn:microsoft.com/office/officeart/2005/8/layout/process4"/>
    <dgm:cxn modelId="{25D5AF7F-7746-E647-8C41-01356D3D7FB9}" type="presParOf" srcId="{C8274AD1-F957-394D-B7F0-2F89FCEE4931}" destId="{34BA697E-059F-8646-82F6-1C4A16A0EE71}" srcOrd="5" destOrd="0" presId="urn:microsoft.com/office/officeart/2005/8/layout/process4"/>
    <dgm:cxn modelId="{1A1FA94D-B613-9942-A1AD-8E5BC9C83E29}" type="presParOf" srcId="{C8274AD1-F957-394D-B7F0-2F89FCEE4931}" destId="{C0DF291E-B930-2644-AFBB-D2861203432F}" srcOrd="6" destOrd="0" presId="urn:microsoft.com/office/officeart/2005/8/layout/process4"/>
    <dgm:cxn modelId="{B4754779-0BD3-5746-8D28-00FC6A23BBB7}" type="presParOf" srcId="{C0DF291E-B930-2644-AFBB-D2861203432F}" destId="{E5656F85-EEDA-A24B-BF4F-B7C4122E8B0B}" srcOrd="0" destOrd="0" presId="urn:microsoft.com/office/officeart/2005/8/layout/process4"/>
    <dgm:cxn modelId="{C30A3FDA-6D4C-9A47-A4F4-8E0776145A4D}" type="presParOf" srcId="{C8274AD1-F957-394D-B7F0-2F89FCEE4931}" destId="{1DC51D33-8DD5-2A4F-84AF-5E27F2B8809B}" srcOrd="7" destOrd="0" presId="urn:microsoft.com/office/officeart/2005/8/layout/process4"/>
    <dgm:cxn modelId="{114A0C3F-8A93-6348-947B-6C7A3D80AFBE}" type="presParOf" srcId="{C8274AD1-F957-394D-B7F0-2F89FCEE4931}" destId="{38431FE0-1B4E-6C49-B94D-244A98A63E7C}" srcOrd="8" destOrd="0" presId="urn:microsoft.com/office/officeart/2005/8/layout/process4"/>
    <dgm:cxn modelId="{01324F52-F004-4B4C-A4DE-B2859E4B7A16}" type="presParOf" srcId="{38431FE0-1B4E-6C49-B94D-244A98A63E7C}" destId="{E062029F-F915-CB4B-AF67-37AA43DA1D17}" srcOrd="0" destOrd="0" presId="urn:microsoft.com/office/officeart/2005/8/layout/process4"/>
    <dgm:cxn modelId="{89688959-E35B-FB42-9B9A-86CC337CC863}" type="presParOf" srcId="{C8274AD1-F957-394D-B7F0-2F89FCEE4931}" destId="{10BABF16-224A-FF4A-81C7-70B76779AA91}" srcOrd="9" destOrd="0" presId="urn:microsoft.com/office/officeart/2005/8/layout/process4"/>
    <dgm:cxn modelId="{10CC4098-A767-D449-9838-7816331D24AF}" type="presParOf" srcId="{C8274AD1-F957-394D-B7F0-2F89FCEE4931}" destId="{51F38654-BB84-4546-B621-61F5217ED392}" srcOrd="10" destOrd="0" presId="urn:microsoft.com/office/officeart/2005/8/layout/process4"/>
    <dgm:cxn modelId="{36FA8F73-4747-654B-8C13-F6A41E1E532D}" type="presParOf" srcId="{51F38654-BB84-4546-B621-61F5217ED392}" destId="{0280DAE5-D6B8-5A46-94A4-5CFB6398963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4659C-CD14-6C41-ABCC-29D0AE714D86}">
      <dsp:nvSpPr>
        <dsp:cNvPr id="0" name=""/>
        <dsp:cNvSpPr/>
      </dsp:nvSpPr>
      <dsp:spPr>
        <a:xfrm>
          <a:off x="0" y="3958809"/>
          <a:ext cx="7975282" cy="519591"/>
        </a:xfrm>
        <a:prstGeom prst="rec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Estancar el crecimiento del PIB en un rango de 1.5% - 2.5% entre 2018-2020</a:t>
          </a:r>
          <a:endParaRPr lang="es-ES" sz="1600" b="1" kern="1200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sp:txBody>
      <dsp:txXfrm>
        <a:off x="0" y="3958809"/>
        <a:ext cx="7975282" cy="519591"/>
      </dsp:txXfrm>
    </dsp:sp>
    <dsp:sp modelId="{6E6CFAFF-C489-E544-9842-CD1114941509}">
      <dsp:nvSpPr>
        <dsp:cNvPr id="0" name=""/>
        <dsp:cNvSpPr/>
      </dsp:nvSpPr>
      <dsp:spPr>
        <a:xfrm rot="10800000">
          <a:off x="0" y="3167471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Incrementar tasa de interes 100 -150 puntos base.</a:t>
          </a:r>
          <a:endParaRPr lang="es-ES" sz="1600" b="1" kern="1200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sp:txBody>
      <dsp:txXfrm rot="10800000">
        <a:off x="0" y="3167471"/>
        <a:ext cx="7975282" cy="519251"/>
      </dsp:txXfrm>
    </dsp:sp>
    <dsp:sp modelId="{21B58D7D-8CB7-F141-A611-8404D704FBD3}">
      <dsp:nvSpPr>
        <dsp:cNvPr id="0" name=""/>
        <dsp:cNvSpPr/>
      </dsp:nvSpPr>
      <dsp:spPr>
        <a:xfrm rot="10800000">
          <a:off x="0" y="2376133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Presionar la inflación en un rango de 6% -7% anual.</a:t>
          </a:r>
          <a:endParaRPr lang="es-ES" sz="1600" b="1" kern="1200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sp:txBody>
      <dsp:txXfrm rot="10800000">
        <a:off x="0" y="2376133"/>
        <a:ext cx="7975282" cy="519251"/>
      </dsp:txXfrm>
    </dsp:sp>
    <dsp:sp modelId="{E5656F85-EEDA-A24B-BF4F-B7C4122E8B0B}">
      <dsp:nvSpPr>
        <dsp:cNvPr id="0" name=""/>
        <dsp:cNvSpPr/>
      </dsp:nvSpPr>
      <dsp:spPr>
        <a:xfrm rot="10800000">
          <a:off x="0" y="1584795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Debilitar la paridad peso-dólar a un rango de $20 - $22.</a:t>
          </a:r>
          <a:endParaRPr lang="es-ES" sz="1600" b="1" kern="1200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sp:txBody>
      <dsp:txXfrm rot="10800000">
        <a:off x="0" y="1584795"/>
        <a:ext cx="7975282" cy="519251"/>
      </dsp:txXfrm>
    </dsp:sp>
    <dsp:sp modelId="{E062029F-F915-CB4B-AF67-37AA43DA1D17}">
      <dsp:nvSpPr>
        <dsp:cNvPr id="0" name=""/>
        <dsp:cNvSpPr/>
      </dsp:nvSpPr>
      <dsp:spPr>
        <a:xfrm rot="10800000">
          <a:off x="0" y="793457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smtClean="0">
              <a:solidFill>
                <a:sysClr val="windowText" lastClr="000000"/>
              </a:solidFill>
              <a:latin typeface="+mj-lt"/>
              <a:ea typeface="+mn-ea"/>
              <a:cs typeface="Arial"/>
            </a:rPr>
            <a:t>Encarecer importaciones y exportaciones y reducir el avance de las mismas; disminuir moderadamente IED.</a:t>
          </a:r>
          <a:endParaRPr lang="es-ES" sz="1600" b="1" kern="1200">
            <a:solidFill>
              <a:sysClr val="windowText" lastClr="000000"/>
            </a:solidFill>
            <a:latin typeface="+mj-lt"/>
            <a:ea typeface="+mn-ea"/>
            <a:cs typeface="Arial"/>
          </a:endParaRPr>
        </a:p>
      </dsp:txBody>
      <dsp:txXfrm rot="10800000">
        <a:off x="0" y="793457"/>
        <a:ext cx="7975282" cy="519251"/>
      </dsp:txXfrm>
    </dsp:sp>
    <dsp:sp modelId="{0280DAE5-D6B8-5A46-94A4-5CFB6398963C}">
      <dsp:nvSpPr>
        <dsp:cNvPr id="0" name=""/>
        <dsp:cNvSpPr/>
      </dsp:nvSpPr>
      <dsp:spPr>
        <a:xfrm rot="10800000">
          <a:off x="0" y="2119"/>
          <a:ext cx="7975282" cy="799131"/>
        </a:xfrm>
        <a:prstGeom prst="upArrowCallou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dirty="0" smtClean="0">
              <a:solidFill>
                <a:srgbClr val="000000"/>
              </a:solidFill>
              <a:latin typeface="+mj-lt"/>
              <a:ea typeface="+mn-ea"/>
              <a:cs typeface="Arial"/>
            </a:rPr>
            <a:t>Adoptar aranceles acordados en la OMC (3.5% promedio para manufacturas y hasta 40% en productos seleccionados).</a:t>
          </a:r>
          <a:endParaRPr lang="es-ES" sz="1600" b="1" kern="1200" dirty="0">
            <a:solidFill>
              <a:srgbClr val="000000"/>
            </a:solidFill>
            <a:latin typeface="+mj-lt"/>
            <a:ea typeface="+mn-ea"/>
            <a:cs typeface="Arial"/>
          </a:endParaRPr>
        </a:p>
      </dsp:txBody>
      <dsp:txXfrm rot="10800000">
        <a:off x="0" y="2119"/>
        <a:ext cx="7975282" cy="519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0.299</cdr:x>
      <cdr:y>0.46898</cdr:y>
    </cdr:from>
    <cdr:to>
      <cdr:x>0.9232</cdr:x>
      <cdr:y>0.68422</cdr:y>
    </cdr:to>
    <cdr:cxnSp macro="">
      <cdr:nvCxnSpPr>
        <cdr:cNvPr id="3" name="Conector recto de flecha 2"/>
        <cdr:cNvCxnSpPr/>
      </cdr:nvCxnSpPr>
      <cdr:spPr>
        <a:xfrm xmlns:a="http://schemas.openxmlformats.org/drawingml/2006/main" flipV="1">
          <a:off x="2566458" y="2738439"/>
          <a:ext cx="5357813" cy="1256769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9BBB59"/>
          </a:solidFill>
          <a:tailEnd type="arrow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01554-BF01-384D-8988-48E5D56591EA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27D25-82C4-4A4D-9D13-6E029392FE75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598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JDV semillas</a:t>
            </a:r>
            <a:r>
              <a:rPr lang="es-ES" baseline="0" dirty="0" smtClean="0"/>
              <a:t>/ azúcar </a:t>
            </a:r>
          </a:p>
          <a:p>
            <a:r>
              <a:rPr lang="es-ES" baseline="0" dirty="0" smtClean="0"/>
              <a:t>Santa Clara / Leches Premium </a:t>
            </a:r>
          </a:p>
          <a:p>
            <a:r>
              <a:rPr lang="es-ES" baseline="0" dirty="0" smtClean="0"/>
              <a:t>Einstein </a:t>
            </a:r>
            <a:r>
              <a:rPr lang="mr-IN" baseline="0" dirty="0" smtClean="0"/>
              <a:t>–</a:t>
            </a:r>
            <a:r>
              <a:rPr lang="es-ES" baseline="0" dirty="0" smtClean="0"/>
              <a:t> Venta a Hogar  - Gente preparada </a:t>
            </a:r>
          </a:p>
          <a:p>
            <a:r>
              <a:rPr lang="es-ES" baseline="0" dirty="0" smtClean="0"/>
              <a:t>Inclusi</a:t>
            </a:r>
            <a:r>
              <a:rPr lang="es-ES" baseline="0" dirty="0" smtClean="0"/>
              <a:t>ón, agilidad, </a:t>
            </a:r>
            <a:endParaRPr lang="es-ES" baseline="0" dirty="0" smtClean="0"/>
          </a:p>
          <a:p>
            <a:endParaRPr lang="es-ES" baseline="0" dirty="0" smtClean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27D25-82C4-4A4D-9D13-6E029392FE7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289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aseline="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E0F08-DF39-D244-96DC-8EB84DC66E2B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8734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aseline="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E0F08-DF39-D244-96DC-8EB84DC66E2B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8734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aseline="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E0F08-DF39-D244-96DC-8EB84DC66E2B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8734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aseline="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E0F08-DF39-D244-96DC-8EB84DC66E2B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8734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aseline="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E0F08-DF39-D244-96DC-8EB84DC66E2B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8734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 </a:t>
            </a:r>
            <a:r>
              <a:rPr lang="es-MX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inflación subyacente</a:t>
            </a:r>
            <a:r>
              <a:rPr lang="es-MX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 </a:t>
            </a:r>
            <a:r>
              <a:rPr lang="es-MX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inflación</a:t>
            </a:r>
            <a:r>
              <a:rPr lang="es-MX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básica, es la</a:t>
            </a:r>
            <a:r>
              <a:rPr lang="es-MX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inflación</a:t>
            </a:r>
            <a:r>
              <a:rPr lang="es-MX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reflejada por el índice de precios al consumo (IPC) cuando éste no toma en cuenta ni los productos energéticos ni los alimenticios sin elaborar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27D25-82C4-4A4D-9D13-6E029392FE75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4898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aseline="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E0F08-DF39-D244-96DC-8EB84DC66E2B}" type="slidenum">
              <a:rPr lang="es-ES" smtClean="0"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8734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aseline="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E0F08-DF39-D244-96DC-8EB84DC66E2B}" type="slidenum">
              <a:rPr lang="es-ES" smtClean="0"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8734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683288" y="3965751"/>
            <a:ext cx="8460712" cy="9512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3626" y="4006056"/>
            <a:ext cx="7704574" cy="8573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 smtClean="0"/>
              <a:t>Clic para editar título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4971399"/>
            <a:ext cx="7088832" cy="494911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21853"/>
            <a:ext cx="8077200" cy="1926336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21853"/>
            <a:ext cx="8077200" cy="192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3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58560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0142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ítulo y objet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0142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/>
          <p:nvPr/>
        </p:nvSpPr>
        <p:spPr>
          <a:xfrm>
            <a:off x="683288" y="3630808"/>
            <a:ext cx="8460712" cy="12861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750435"/>
            <a:ext cx="7772400" cy="992388"/>
          </a:xfrm>
        </p:spPr>
        <p:txBody>
          <a:bodyPr anchor="t"/>
          <a:lstStyle>
            <a:lvl1pPr algn="r">
              <a:defRPr sz="2800" b="1" cap="all">
                <a:solidFill>
                  <a:schemeClr val="tx1"/>
                </a:solidFill>
              </a:defRPr>
            </a:lvl1pPr>
          </a:lstStyle>
          <a:p>
            <a:r>
              <a:rPr lang="es-ES_tradnl" smtClean="0"/>
              <a:t>Clic para editar título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5800" y="5077157"/>
            <a:ext cx="7772400" cy="496328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36099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/>
          <p:nvPr/>
        </p:nvSpPr>
        <p:spPr>
          <a:xfrm>
            <a:off x="683288" y="3630808"/>
            <a:ext cx="8460712" cy="12861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750435"/>
            <a:ext cx="7772400" cy="992388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s-ES_tradnl" smtClean="0"/>
              <a:t>Clic para editar título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5800" y="5077157"/>
            <a:ext cx="7772400" cy="496328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98060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179007"/>
            <a:ext cx="4038600" cy="51179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179007"/>
            <a:ext cx="4038600" cy="51179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253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347553"/>
            <a:ext cx="4040188" cy="639763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33" y="1347553"/>
            <a:ext cx="4041775" cy="639763"/>
          </a:xfrm>
          <a:solidFill>
            <a:schemeClr val="tx1"/>
          </a:solidFill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93906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59802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3957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19" y="273049"/>
            <a:ext cx="3008313" cy="1162051"/>
          </a:xfrm>
          <a:solidFill>
            <a:schemeClr val="accent1"/>
          </a:solidFill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66"/>
            <a:ext cx="5111750" cy="585311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6300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dirty="0" smtClean="0"/>
              <a:t>Arrastre la imagen al marcador de posición o haga clic en el icono para agregar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53"/>
            <a:ext cx="5486400" cy="804863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4886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3513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2133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68" y="3470726"/>
            <a:ext cx="4038267" cy="963089"/>
          </a:xfrm>
          <a:prstGeom prst="rect">
            <a:avLst/>
          </a:prstGeom>
        </p:spPr>
      </p:pic>
      <p:sp>
        <p:nvSpPr>
          <p:cNvPr id="7" name="6 CuadroTexto"/>
          <p:cNvSpPr txBox="1"/>
          <p:nvPr/>
        </p:nvSpPr>
        <p:spPr>
          <a:xfrm>
            <a:off x="4750201" y="3730039"/>
            <a:ext cx="3640777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tx1"/>
                </a:solidFill>
                <a:latin typeface="Century Gothic" pitchFamily="34" charset="0"/>
              </a:rPr>
              <a:t>Promotora Mexicana de Embotelladoras S.A. de C.V.</a:t>
            </a:r>
            <a:br>
              <a:rPr lang="es-MX" sz="1400" dirty="0">
                <a:solidFill>
                  <a:schemeClr val="tx1"/>
                </a:solidFill>
                <a:latin typeface="Century Gothic" pitchFamily="34" charset="0"/>
              </a:rPr>
            </a:br>
            <a:r>
              <a:rPr lang="es-MX" sz="1400" dirty="0">
                <a:solidFill>
                  <a:schemeClr val="tx1"/>
                </a:solidFill>
                <a:latin typeface="Century Gothic" pitchFamily="34" charset="0"/>
              </a:rPr>
              <a:t>Ejército Nacional 404  5to </a:t>
            </a:r>
            <a:r>
              <a:rPr lang="es-MX" sz="1400" dirty="0" smtClean="0">
                <a:solidFill>
                  <a:schemeClr val="tx1"/>
                </a:solidFill>
                <a:latin typeface="Century Gothic" pitchFamily="34" charset="0"/>
              </a:rPr>
              <a:t>Piso</a:t>
            </a:r>
          </a:p>
          <a:p>
            <a:r>
              <a:rPr lang="es-MX" sz="1400" dirty="0" smtClean="0">
                <a:solidFill>
                  <a:schemeClr val="tx1"/>
                </a:solidFill>
                <a:latin typeface="Century Gothic" pitchFamily="34" charset="0"/>
              </a:rPr>
              <a:t>Miguel </a:t>
            </a:r>
            <a:r>
              <a:rPr lang="es-MX" sz="1400" dirty="0">
                <a:solidFill>
                  <a:schemeClr val="tx1"/>
                </a:solidFill>
                <a:latin typeface="Century Gothic" pitchFamily="34" charset="0"/>
              </a:rPr>
              <a:t>Hidalgo, México D.F. </a:t>
            </a:r>
            <a:r>
              <a:rPr lang="es-MX" sz="1400" dirty="0" smtClean="0">
                <a:solidFill>
                  <a:schemeClr val="tx1"/>
                </a:solidFill>
                <a:latin typeface="Century Gothic" pitchFamily="34" charset="0"/>
              </a:rPr>
              <a:t>11570</a:t>
            </a:r>
          </a:p>
          <a:p>
            <a:r>
              <a:rPr lang="es-MX" sz="1600" b="1" dirty="0" smtClean="0">
                <a:solidFill>
                  <a:schemeClr val="tx1"/>
                </a:solidFill>
                <a:latin typeface="Century Gothic" pitchFamily="34" charset="0"/>
              </a:rPr>
              <a:t>Tel: (</a:t>
            </a:r>
            <a:r>
              <a:rPr lang="es-MX" sz="16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55) 5254 2700</a:t>
            </a:r>
            <a:r>
              <a:rPr lang="es-MX" sz="1600" b="1" dirty="0" smtClean="0">
                <a:solidFill>
                  <a:schemeClr val="tx1"/>
                </a:solidFill>
              </a:rPr>
              <a:t> </a:t>
            </a:r>
            <a:endParaRPr lang="es-MX" sz="1100" b="1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4737962" y="3430420"/>
            <a:ext cx="28220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>
                <a:solidFill>
                  <a:schemeClr val="tx1"/>
                </a:solidFill>
                <a:latin typeface="Century Gothic" pitchFamily="34" charset="0"/>
              </a:rPr>
              <a:t>Sistema embotellador </a:t>
            </a:r>
            <a:endParaRPr lang="es-MX" sz="14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319" y="3478207"/>
            <a:ext cx="762505" cy="35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Marcador de texto"/>
          <p:cNvSpPr>
            <a:spLocks noGrp="1"/>
          </p:cNvSpPr>
          <p:nvPr>
            <p:ph type="body" sz="quarter" idx="13"/>
          </p:nvPr>
        </p:nvSpPr>
        <p:spPr>
          <a:xfrm>
            <a:off x="1256065" y="1581104"/>
            <a:ext cx="6605021" cy="1447800"/>
          </a:xfrm>
        </p:spPr>
        <p:txBody>
          <a:bodyPr>
            <a:noAutofit/>
          </a:bodyPr>
          <a:lstStyle>
            <a:lvl1pPr marL="0" indent="0" algn="ctr">
              <a:buNone/>
              <a:defRPr sz="3600"/>
            </a:lvl1pPr>
            <a:lvl2pPr marL="457200" indent="0">
              <a:buNone/>
              <a:defRPr sz="3200"/>
            </a:lvl2pPr>
            <a:lvl3pPr marL="914400" indent="0">
              <a:buNone/>
              <a:defRPr sz="28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3050486" y="5531015"/>
            <a:ext cx="3039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 smtClean="0">
                <a:solidFill>
                  <a:schemeClr val="tx1"/>
                </a:solidFill>
                <a:latin typeface="Century Gothic" pitchFamily="34" charset="0"/>
              </a:rPr>
              <a:t>www.promesanet.com.mx </a:t>
            </a:r>
            <a:endParaRPr lang="es-MX" sz="1400" b="1" dirty="0">
              <a:solidFill>
                <a:schemeClr val="tx1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747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68" y="3470711"/>
            <a:ext cx="4038267" cy="963088"/>
          </a:xfrm>
          <a:prstGeom prst="rect">
            <a:avLst/>
          </a:prstGeom>
        </p:spPr>
      </p:pic>
      <p:sp>
        <p:nvSpPr>
          <p:cNvPr id="7" name="6 CuadroTexto"/>
          <p:cNvSpPr txBox="1"/>
          <p:nvPr/>
        </p:nvSpPr>
        <p:spPr>
          <a:xfrm>
            <a:off x="4750201" y="3730039"/>
            <a:ext cx="3640777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  <a:t>Promotora Mexicana de Embotelladoras S.A. de C.V.</a:t>
            </a:r>
            <a:br>
              <a:rPr lang="es-MX" sz="1400" dirty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</a:br>
            <a:r>
              <a:rPr lang="es-MX" sz="1400" dirty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  <a:t>Ejército Nacional 404  5to </a:t>
            </a:r>
            <a:r>
              <a:rPr lang="es-MX" sz="1400" dirty="0" smtClean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  <a:t>Piso</a:t>
            </a:r>
          </a:p>
          <a:p>
            <a:r>
              <a:rPr lang="es-MX" sz="1400" dirty="0" smtClean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  <a:t>Miguel </a:t>
            </a:r>
            <a:r>
              <a:rPr lang="es-MX" sz="1400" dirty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  <a:t>Hidalgo, México D.F. </a:t>
            </a:r>
            <a:r>
              <a:rPr lang="es-MX" sz="1400" dirty="0" smtClean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  <a:t>11570</a:t>
            </a:r>
          </a:p>
          <a:p>
            <a:r>
              <a:rPr lang="es-MX" sz="1600" b="1" dirty="0" smtClean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  <a:t>Tel: (</a:t>
            </a:r>
            <a:r>
              <a:rPr lang="es-MX" sz="1600" b="1" i="0" u="none" strike="noStrike" kern="1200" dirty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55) 5254 2700</a:t>
            </a:r>
            <a:r>
              <a:rPr lang="es-MX" sz="16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s-MX" sz="1100" b="1" dirty="0">
              <a:solidFill>
                <a:schemeClr val="bg2">
                  <a:lumMod val="50000"/>
                </a:schemeClr>
              </a:solidFill>
              <a:latin typeface="Century Gothic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3050486" y="5531015"/>
            <a:ext cx="3039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 smtClean="0">
                <a:solidFill>
                  <a:schemeClr val="tx2"/>
                </a:solidFill>
                <a:latin typeface="Century Gothic" pitchFamily="34" charset="0"/>
              </a:rPr>
              <a:t>www.promesanet.com.mx </a:t>
            </a:r>
            <a:endParaRPr lang="es-MX" sz="1400" b="1" dirty="0">
              <a:solidFill>
                <a:schemeClr val="tx2"/>
              </a:solidFill>
              <a:latin typeface="Century Gothic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4737962" y="3430420"/>
            <a:ext cx="28220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 smtClean="0">
                <a:solidFill>
                  <a:schemeClr val="bg2">
                    <a:lumMod val="50000"/>
                  </a:schemeClr>
                </a:solidFill>
                <a:latin typeface="Century Gothic" pitchFamily="34" charset="0"/>
              </a:rPr>
              <a:t>Sistema embotellador </a:t>
            </a:r>
            <a:endParaRPr lang="es-MX" sz="1400" b="1" dirty="0">
              <a:solidFill>
                <a:schemeClr val="bg2">
                  <a:lumMod val="50000"/>
                </a:schemeClr>
              </a:solidFill>
              <a:latin typeface="Century Gothic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319" y="3478207"/>
            <a:ext cx="762505" cy="35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Marcador de texto"/>
          <p:cNvSpPr>
            <a:spLocks noGrp="1"/>
          </p:cNvSpPr>
          <p:nvPr>
            <p:ph type="body" sz="quarter" idx="13"/>
          </p:nvPr>
        </p:nvSpPr>
        <p:spPr>
          <a:xfrm>
            <a:off x="1256065" y="1581104"/>
            <a:ext cx="6605021" cy="1447800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  <a:lvl2pPr marL="457200" indent="0">
              <a:buNone/>
              <a:defRPr sz="3200"/>
            </a:lvl2pPr>
            <a:lvl3pPr marL="914400" indent="0">
              <a:buNone/>
              <a:defRPr sz="28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3577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_tradnl" smtClean="0"/>
              <a:t>Clic para editar título</a:t>
            </a:r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3"/>
          </p:nvPr>
        </p:nvSpPr>
        <p:spPr>
          <a:xfrm>
            <a:off x="482600" y="1352566"/>
            <a:ext cx="8178800" cy="4811183"/>
          </a:xfrm>
        </p:spPr>
        <p:txBody>
          <a:bodyPr/>
          <a:lstStyle>
            <a:lvl1pPr algn="r">
              <a:buClrTx/>
              <a:defRPr/>
            </a:lvl1pPr>
            <a:lvl2pPr algn="r">
              <a:defRPr/>
            </a:lvl2pPr>
            <a:lvl3pPr algn="r">
              <a:buClr>
                <a:schemeClr val="tx1"/>
              </a:buClr>
              <a:defRPr/>
            </a:lvl3pPr>
            <a:lvl4pPr algn="r">
              <a:buClr>
                <a:schemeClr val="tx1"/>
              </a:buClr>
              <a:defRPr/>
            </a:lvl4pPr>
            <a:lvl5pPr algn="r">
              <a:defRPr/>
            </a:lvl5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64555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9018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seño personaliza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2178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4376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Diseño personaliza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3058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/>
          <p:nvPr/>
        </p:nvSpPr>
        <p:spPr>
          <a:xfrm>
            <a:off x="683288" y="3630808"/>
            <a:ext cx="8460712" cy="12861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8BF978-1D66-A642-818C-7D5D545486BE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F4CC94-8947-7A4D-99EA-8F030F591427}" type="slidenum">
              <a:rPr lang="es-ES" smtClean="0"/>
              <a:t>‹Nr.›</a:t>
            </a:fld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750435"/>
            <a:ext cx="7772400" cy="992388"/>
          </a:xfrm>
        </p:spPr>
        <p:txBody>
          <a:bodyPr anchor="t"/>
          <a:lstStyle>
            <a:lvl1pPr algn="r">
              <a:defRPr sz="2800" b="1" cap="all">
                <a:solidFill>
                  <a:schemeClr val="accent1"/>
                </a:solidFill>
              </a:defRPr>
            </a:lvl1pPr>
          </a:lstStyle>
          <a:p>
            <a:r>
              <a:rPr lang="es-ES_tradnl" dirty="0" smtClean="0"/>
              <a:t>Clic para editar título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5800" y="5077157"/>
            <a:ext cx="7772400" cy="496328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12574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53"/>
            <a:ext cx="8229600" cy="703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59393"/>
            <a:ext cx="8229600" cy="4866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769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>
              <a:defRPr lang="es-MX" sz="900" smtClean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D50E8EAD-EA78-AF4F-BC1E-D1E459B40652}" type="datetimeFigureOut">
              <a:rPr lang="es-ES" smtClean="0"/>
              <a:t>30/01/18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7692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4769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1C0484F-5AA9-1F42-A443-4E73DEBEB603}" type="slidenum">
              <a:rPr lang="es-ES" smtClean="0"/>
              <a:t>‹Nr.›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74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 cap="all" normalizeH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0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0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4" Type="http://schemas.openxmlformats.org/officeDocument/2006/relationships/image" Target="../media/image21.jpeg"/><Relationship Id="rId5" Type="http://schemas.openxmlformats.org/officeDocument/2006/relationships/image" Target="../media/image22.jpeg"/><Relationship Id="rId6" Type="http://schemas.openxmlformats.org/officeDocument/2006/relationships/image" Target="../media/image23.jpeg"/><Relationship Id="rId7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Comité de RRHH </a:t>
            </a:r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8</a:t>
            </a:r>
            <a:r>
              <a:rPr lang="es-ES" dirty="0" smtClean="0"/>
              <a:t> de febrero 2018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59415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Que nos espera en 2018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51077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Existen 4 grandes fuentes de incertidumbre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sz="2000" dirty="0" smtClean="0"/>
              <a:t>EXTERNAS </a:t>
            </a:r>
            <a:endParaRPr lang="es-ES" sz="200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sz="2000" dirty="0" smtClean="0"/>
              <a:t>TLCAN</a:t>
            </a:r>
          </a:p>
          <a:p>
            <a:r>
              <a:rPr lang="es-ES" sz="2000" dirty="0" smtClean="0"/>
              <a:t>Nuevo TAX BILL</a:t>
            </a:r>
          </a:p>
          <a:p>
            <a:r>
              <a:rPr lang="es-ES" sz="2000" dirty="0" smtClean="0"/>
              <a:t>Elecciones en otros países del mundo </a:t>
            </a:r>
          </a:p>
          <a:p>
            <a:pPr lvl="1"/>
            <a:r>
              <a:rPr lang="es-ES" dirty="0" smtClean="0"/>
              <a:t>Congreso en EEUU</a:t>
            </a:r>
          </a:p>
          <a:p>
            <a:pPr lvl="1"/>
            <a:r>
              <a:rPr lang="es-ES" dirty="0" smtClean="0"/>
              <a:t>Colombia</a:t>
            </a:r>
          </a:p>
          <a:p>
            <a:pPr lvl="1"/>
            <a:r>
              <a:rPr lang="es-ES" dirty="0" smtClean="0"/>
              <a:t>Venezuela</a:t>
            </a:r>
          </a:p>
          <a:p>
            <a:pPr lvl="1"/>
            <a:r>
              <a:rPr lang="es-ES" dirty="0" smtClean="0"/>
              <a:t>Brasil </a:t>
            </a:r>
          </a:p>
          <a:p>
            <a:pPr lvl="1"/>
            <a:r>
              <a:rPr lang="es-ES" dirty="0" smtClean="0"/>
              <a:t>Rusia </a:t>
            </a:r>
          </a:p>
          <a:p>
            <a:pPr lvl="1"/>
            <a:r>
              <a:rPr lang="es-ES" dirty="0" smtClean="0"/>
              <a:t>Costa Rica </a:t>
            </a:r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sz="2000" dirty="0" smtClean="0"/>
              <a:t>INTERNAS</a:t>
            </a:r>
            <a:endParaRPr lang="es-ES" sz="2000" dirty="0"/>
          </a:p>
        </p:txBody>
      </p:sp>
      <p:sp>
        <p:nvSpPr>
          <p:cNvPr id="9" name="Marcador de contenido 8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s-ES" sz="2000" dirty="0" smtClean="0"/>
              <a:t>Inflaci</a:t>
            </a:r>
            <a:r>
              <a:rPr lang="es-ES" sz="2000" dirty="0" smtClean="0"/>
              <a:t>ón </a:t>
            </a:r>
          </a:p>
          <a:p>
            <a:r>
              <a:rPr lang="es-ES" sz="2000" dirty="0" smtClean="0"/>
              <a:t>Elecciones ( Mayor en la historia del país) </a:t>
            </a:r>
          </a:p>
          <a:p>
            <a:r>
              <a:rPr lang="es-ES" sz="2000" dirty="0" smtClean="0"/>
              <a:t>Fragilidad de las finanzas públicas 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87245230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Perspectiva econ</a:t>
            </a:r>
            <a:r>
              <a:rPr lang="es-ES" dirty="0" smtClean="0"/>
              <a:t>ómica 2018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75310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Econom</a:t>
            </a:r>
            <a:r>
              <a:rPr lang="es-ES_tradnl" dirty="0" smtClean="0"/>
              <a:t>ía latinoamericana mejorando</a:t>
            </a:r>
            <a:endParaRPr lang="es-ES" dirty="0"/>
          </a:p>
        </p:txBody>
      </p:sp>
      <p:graphicFrame>
        <p:nvGraphicFramePr>
          <p:cNvPr id="6" name="Gráfico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55450"/>
              </p:ext>
            </p:extLst>
          </p:nvPr>
        </p:nvGraphicFramePr>
        <p:xfrm>
          <a:off x="281299" y="1556791"/>
          <a:ext cx="8581402" cy="4792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1 Título"/>
          <p:cNvSpPr txBox="1">
            <a:spLocks/>
          </p:cNvSpPr>
          <p:nvPr/>
        </p:nvSpPr>
        <p:spPr>
          <a:xfrm>
            <a:off x="323528" y="974198"/>
            <a:ext cx="8229600" cy="582594"/>
          </a:xfrm>
          <a:prstGeom prst="rect">
            <a:avLst/>
          </a:prstGeom>
        </p:spPr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es-ES_tradnl" sz="2000" b="1" kern="1200" dirty="0" smtClean="0">
                <a:solidFill>
                  <a:schemeClr val="accent1">
                    <a:lumMod val="50000"/>
                  </a:schemeClr>
                </a:solidFill>
                <a:latin typeface="Verdana Ref"/>
                <a:ea typeface="ＭＳ Ｐゴシック" charset="-128"/>
                <a:cs typeface="ＭＳ Ｐゴシック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 algn="ctr" defTabSz="914400" eaLnBrk="1" hangingPunct="1"/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PRODUCTO</a:t>
            </a:r>
            <a:r>
              <a:rPr lang="es-MX" dirty="0" smtClean="0">
                <a:solidFill>
                  <a:srgbClr val="800000"/>
                </a:solidFill>
              </a:rPr>
              <a:t> 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INTERNO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BRUTO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AMÉRICA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LATINA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/>
            </a:r>
            <a:b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</a:b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(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Var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. % 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anual</a:t>
            </a:r>
            <a:r>
              <a:rPr lang="es-MX" cap="all" dirty="0">
                <a:solidFill>
                  <a:srgbClr val="800000"/>
                </a:solidFill>
                <a:latin typeface="+mj-lt"/>
                <a:ea typeface="+mj-ea"/>
                <a:cs typeface="+mj-cs"/>
              </a:rPr>
              <a:t>)</a:t>
            </a:r>
            <a:endParaRPr lang="es-MX" cap="all" dirty="0">
              <a:solidFill>
                <a:srgbClr val="8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39552" y="6347669"/>
            <a:ext cx="1049108" cy="25609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defPPr>
              <a:defRPr lang="es-ES_tradnl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MX" sz="1050" b="1" dirty="0" smtClean="0">
                <a:solidFill>
                  <a:srgbClr val="000000"/>
                </a:solidFill>
                <a:latin typeface="Verdana" pitchFamily="34" charset="0"/>
              </a:rPr>
              <a:t>Fuente: </a:t>
            </a:r>
            <a:r>
              <a:rPr lang="es-MX" sz="1050" dirty="0" smtClean="0">
                <a:solidFill>
                  <a:srgbClr val="000000"/>
                </a:solidFill>
                <a:latin typeface="Verdana" pitchFamily="34" charset="0"/>
              </a:rPr>
              <a:t>FMI</a:t>
            </a:r>
            <a:endParaRPr lang="es-ES" sz="1050" dirty="0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35965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Eu presenta tendencias de crecimiento</a:t>
            </a:r>
            <a:endParaRPr lang="es-ES" dirty="0"/>
          </a:p>
        </p:txBody>
      </p:sp>
      <p:graphicFrame>
        <p:nvGraphicFramePr>
          <p:cNvPr id="3" name="Marcador de contenid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024033"/>
              </p:ext>
            </p:extLst>
          </p:nvPr>
        </p:nvGraphicFramePr>
        <p:xfrm>
          <a:off x="314324" y="1552944"/>
          <a:ext cx="8578155" cy="4824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1 Título"/>
          <p:cNvSpPr txBox="1">
            <a:spLocks/>
          </p:cNvSpPr>
          <p:nvPr/>
        </p:nvSpPr>
        <p:spPr>
          <a:xfrm>
            <a:off x="374848" y="974198"/>
            <a:ext cx="8229600" cy="582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 cap="all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smtClean="0">
                <a:solidFill>
                  <a:srgbClr val="800000"/>
                </a:solidFill>
              </a:rPr>
              <a:t>PIB DE EUA</a:t>
            </a:r>
            <a:br>
              <a:rPr lang="es-MX" sz="2000" dirty="0" smtClean="0">
                <a:solidFill>
                  <a:srgbClr val="800000"/>
                </a:solidFill>
              </a:rPr>
            </a:br>
            <a:r>
              <a:rPr lang="es-MX" sz="2000" b="0" dirty="0" smtClean="0">
                <a:solidFill>
                  <a:srgbClr val="800000"/>
                </a:solidFill>
              </a:rPr>
              <a:t>(Tasas de crecimiento anual)</a:t>
            </a:r>
            <a:endParaRPr lang="es-MX" sz="2000" dirty="0">
              <a:solidFill>
                <a:srgbClr val="800000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67544" y="6377481"/>
            <a:ext cx="2262753" cy="25609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defPPr>
              <a:defRPr lang="es-ES_tradnl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MX" sz="1050" b="1" dirty="0" smtClean="0">
                <a:solidFill>
                  <a:srgbClr val="000000"/>
                </a:solidFill>
                <a:latin typeface="Verdana" pitchFamily="34" charset="0"/>
              </a:rPr>
              <a:t>Fuente: </a:t>
            </a:r>
            <a:r>
              <a:rPr lang="es-MX" sz="1050" dirty="0" smtClean="0">
                <a:solidFill>
                  <a:srgbClr val="000000"/>
                </a:solidFill>
                <a:latin typeface="Verdana" pitchFamily="34" charset="0"/>
              </a:rPr>
              <a:t>Federal Reserve Bank</a:t>
            </a:r>
            <a:endParaRPr lang="es-ES" sz="1050" dirty="0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591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Ingreso y consumo personal mejorando</a:t>
            </a:r>
            <a:endParaRPr lang="es-ES" dirty="0"/>
          </a:p>
        </p:txBody>
      </p:sp>
      <p:graphicFrame>
        <p:nvGraphicFramePr>
          <p:cNvPr id="3" name="6 Marcador de contenido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3816237"/>
              </p:ext>
            </p:extLst>
          </p:nvPr>
        </p:nvGraphicFramePr>
        <p:xfrm>
          <a:off x="314325" y="1519731"/>
          <a:ext cx="8543925" cy="4862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57164" y="6377481"/>
            <a:ext cx="2802668" cy="25609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defPPr>
              <a:defRPr lang="es-ES_tradnl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MX" sz="1050" b="1" dirty="0" smtClean="0">
                <a:solidFill>
                  <a:srgbClr val="000000"/>
                </a:solidFill>
                <a:latin typeface="Verdana" pitchFamily="34" charset="0"/>
              </a:rPr>
              <a:t>Fuente: </a:t>
            </a:r>
            <a:r>
              <a:rPr lang="es-MX" sz="1050" dirty="0" smtClean="0">
                <a:solidFill>
                  <a:srgbClr val="000000"/>
                </a:solidFill>
                <a:latin typeface="Verdana" pitchFamily="34" charset="0"/>
              </a:rPr>
              <a:t>Bureau of </a:t>
            </a:r>
            <a:r>
              <a:rPr lang="es-MX" sz="1050" dirty="0" err="1" smtClean="0">
                <a:solidFill>
                  <a:srgbClr val="000000"/>
                </a:solidFill>
                <a:latin typeface="Verdana" pitchFamily="34" charset="0"/>
              </a:rPr>
              <a:t>Economic</a:t>
            </a:r>
            <a:r>
              <a:rPr lang="es-MX" sz="1050" dirty="0" smtClean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es-MX" sz="1050" dirty="0" err="1" smtClean="0">
                <a:solidFill>
                  <a:srgbClr val="000000"/>
                </a:solidFill>
                <a:latin typeface="Verdana" pitchFamily="34" charset="0"/>
              </a:rPr>
              <a:t>Analysis</a:t>
            </a:r>
            <a:r>
              <a:rPr lang="es-MX" sz="1050" dirty="0" smtClean="0">
                <a:solidFill>
                  <a:srgbClr val="000000"/>
                </a:solidFill>
                <a:latin typeface="Verdana" pitchFamily="34" charset="0"/>
              </a:rPr>
              <a:t>.</a:t>
            </a:r>
            <a:endParaRPr lang="es-ES" sz="105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314325" y="937137"/>
            <a:ext cx="8229600" cy="582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lang="es-ES_tradnl" sz="2000" b="1" kern="1200" cap="all" normalizeH="0" baseline="0" dirty="0" smtClean="0">
                <a:solidFill>
                  <a:schemeClr val="accent1">
                    <a:lumMod val="50000"/>
                  </a:schemeClr>
                </a:solidFill>
                <a:latin typeface="Verdana Ref"/>
                <a:ea typeface="ＭＳ Ｐゴシック" charset="-128"/>
                <a:cs typeface="ＭＳ Ｐゴシック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 algn="ctr"/>
            <a:r>
              <a:rPr lang="es-MX" dirty="0" smtClean="0"/>
              <a:t>INGRESO Y CONSUMO PERSONAL DE EUA</a:t>
            </a:r>
            <a:r>
              <a:rPr lang="es-MX" b="0" dirty="0" smtClean="0"/>
              <a:t/>
            </a:r>
            <a:br>
              <a:rPr lang="es-MX" b="0" dirty="0" smtClean="0"/>
            </a:br>
            <a:r>
              <a:rPr lang="es-MX" b="0" dirty="0" smtClean="0"/>
              <a:t>(Var. % anual)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046208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Tasa de desempleo disminuyendo</a:t>
            </a:r>
            <a:endParaRPr lang="es-ES" dirty="0"/>
          </a:p>
        </p:txBody>
      </p:sp>
      <p:graphicFrame>
        <p:nvGraphicFramePr>
          <p:cNvPr id="3" name="6 Marcador de contenido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2518415"/>
              </p:ext>
            </p:extLst>
          </p:nvPr>
        </p:nvGraphicFramePr>
        <p:xfrm>
          <a:off x="314325" y="1412776"/>
          <a:ext cx="8543925" cy="4968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81461" y="6363461"/>
            <a:ext cx="2602292" cy="25609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MX" sz="1050" b="1" kern="1200" dirty="0" smtClean="0">
                <a:solidFill>
                  <a:srgbClr val="000000"/>
                </a:solidFill>
                <a:latin typeface="Verdana" pitchFamily="34" charset="0"/>
              </a:rPr>
              <a:t>Fuente: </a:t>
            </a:r>
            <a:r>
              <a:rPr lang="es-MX" sz="1050" kern="1200" dirty="0" smtClean="0">
                <a:solidFill>
                  <a:srgbClr val="000000"/>
                </a:solidFill>
                <a:latin typeface="Verdana" pitchFamily="34" charset="0"/>
              </a:rPr>
              <a:t>Bureau of Labor </a:t>
            </a:r>
            <a:r>
              <a:rPr lang="es-MX" sz="1050" kern="1200" dirty="0" err="1" smtClean="0">
                <a:solidFill>
                  <a:srgbClr val="000000"/>
                </a:solidFill>
                <a:latin typeface="Verdana" pitchFamily="34" charset="0"/>
              </a:rPr>
              <a:t>Statistics</a:t>
            </a:r>
            <a:r>
              <a:rPr lang="es-MX" sz="1050" kern="1200" dirty="0" smtClean="0">
                <a:solidFill>
                  <a:srgbClr val="000000"/>
                </a:solidFill>
                <a:latin typeface="Verdana" pitchFamily="34" charset="0"/>
              </a:rPr>
              <a:t>.</a:t>
            </a:r>
            <a:endParaRPr lang="es-ES" sz="1050" kern="12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374848" y="965219"/>
            <a:ext cx="8229600" cy="582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sz="2000" b="1" cap="all" normalizeH="0" baseline="0">
                <a:solidFill>
                  <a:schemeClr val="accent1">
                    <a:lumMod val="50000"/>
                  </a:schemeClr>
                </a:solidFill>
                <a:latin typeface="Verdana Ref"/>
                <a:ea typeface="ＭＳ Ｐゴシック" charset="-128"/>
                <a:cs typeface="ＭＳ Ｐゴシック" charset="-128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s-MX" dirty="0"/>
              <a:t>NUEVOS EMPLEOS CREADOS Y TASA DE DESEMPLEO</a:t>
            </a:r>
            <a:br>
              <a:rPr lang="es-MX" dirty="0"/>
            </a:br>
            <a:r>
              <a:rPr lang="es-MX" dirty="0"/>
              <a:t>(Miles de empleos y % de la PEA)</a:t>
            </a:r>
          </a:p>
        </p:txBody>
      </p:sp>
    </p:spTree>
    <p:extLst>
      <p:ext uri="{BB962C8B-B14F-4D97-AF65-F5344CB8AC3E}">
        <p14:creationId xmlns:p14="http://schemas.microsoft.com/office/powerpoint/2010/main" val="257140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Incertidumbres externas 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TLCAN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85822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¿</a:t>
            </a:r>
            <a:r>
              <a:rPr lang="es-ES" dirty="0" err="1" smtClean="0"/>
              <a:t>Qu</a:t>
            </a:r>
            <a:r>
              <a:rPr lang="es-ES" dirty="0" err="1" smtClean="0"/>
              <a:t>É</a:t>
            </a:r>
            <a:r>
              <a:rPr lang="es-ES" dirty="0" smtClean="0"/>
              <a:t> est</a:t>
            </a:r>
            <a:r>
              <a:rPr lang="es-ES" dirty="0" smtClean="0"/>
              <a:t>á en juego?</a:t>
            </a:r>
            <a:endParaRPr lang="es-ES" dirty="0"/>
          </a:p>
        </p:txBody>
      </p:sp>
      <p:sp>
        <p:nvSpPr>
          <p:cNvPr id="5" name="Rectángulo redondeado 4"/>
          <p:cNvSpPr/>
          <p:nvPr/>
        </p:nvSpPr>
        <p:spPr>
          <a:xfrm>
            <a:off x="539552" y="1261792"/>
            <a:ext cx="2448272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 smtClean="0">
                <a:solidFill>
                  <a:prstClr val="white"/>
                </a:solidFill>
                <a:latin typeface="+mj-lt"/>
              </a:rPr>
              <a:t>Lo bueno</a:t>
            </a:r>
            <a:endParaRPr lang="es-MX" sz="20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3203848" y="1261792"/>
            <a:ext cx="2448272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 smtClean="0">
                <a:solidFill>
                  <a:prstClr val="white"/>
                </a:solidFill>
                <a:latin typeface="+mj-lt"/>
              </a:rPr>
              <a:t>Lo imposible</a:t>
            </a:r>
            <a:endParaRPr lang="es-MX" sz="20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5868144" y="1261792"/>
            <a:ext cx="2448272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 smtClean="0">
                <a:solidFill>
                  <a:prstClr val="white"/>
                </a:solidFill>
                <a:latin typeface="+mj-lt"/>
              </a:rPr>
              <a:t>Lo difícil</a:t>
            </a:r>
            <a:endParaRPr lang="es-MX" sz="20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39552" y="1844824"/>
            <a:ext cx="2448272" cy="46210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prstClr val="black"/>
                </a:solidFill>
                <a:latin typeface="+mj-lt"/>
              </a:rPr>
              <a:t>No modificar </a:t>
            </a:r>
            <a:r>
              <a:rPr lang="es-MX" dirty="0" smtClean="0">
                <a:solidFill>
                  <a:prstClr val="black"/>
                </a:solidFill>
                <a:latin typeface="+mj-lt"/>
              </a:rPr>
              <a:t>aranceles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prstClr val="black"/>
                </a:solidFill>
                <a:latin typeface="+mj-lt"/>
              </a:rPr>
              <a:t>Eliminar barreras arancelarias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prstClr val="black"/>
                </a:solidFill>
                <a:latin typeface="+mj-lt"/>
              </a:rPr>
              <a:t>Agilizar aduanas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dirty="0" smtClean="0">
                <a:solidFill>
                  <a:prstClr val="black"/>
                </a:solidFill>
                <a:latin typeface="+mj-lt"/>
              </a:rPr>
              <a:t>Incorporar </a:t>
            </a:r>
            <a:r>
              <a:rPr lang="es-MX" dirty="0" err="1">
                <a:solidFill>
                  <a:prstClr val="black"/>
                </a:solidFill>
                <a:latin typeface="+mj-lt"/>
              </a:rPr>
              <a:t>telecom</a:t>
            </a:r>
            <a:r>
              <a:rPr lang="es-MX" dirty="0">
                <a:solidFill>
                  <a:prstClr val="black"/>
                </a:solidFill>
                <a:latin typeface="+mj-lt"/>
              </a:rPr>
              <a:t>, energía y servicios </a:t>
            </a:r>
            <a:r>
              <a:rPr lang="es-MX" dirty="0" smtClean="0">
                <a:solidFill>
                  <a:prstClr val="black"/>
                </a:solidFill>
                <a:latin typeface="+mj-lt"/>
              </a:rPr>
              <a:t>financieros</a:t>
            </a:r>
            <a:endParaRPr lang="es-MX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3203848" y="1844824"/>
            <a:ext cx="2448272" cy="46210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prstClr val="black"/>
                </a:solidFill>
                <a:latin typeface="+mj-lt"/>
              </a:rPr>
              <a:t>Reglas de origen (% de contenido estadounidense</a:t>
            </a:r>
            <a:r>
              <a:rPr lang="es-MX" dirty="0" smtClean="0">
                <a:solidFill>
                  <a:prstClr val="black"/>
                </a:solidFill>
                <a:latin typeface="+mj-lt"/>
              </a:rPr>
              <a:t>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prstClr val="black"/>
                </a:solidFill>
                <a:latin typeface="+mj-lt"/>
              </a:rPr>
              <a:t>Nuevo mecanismo de solución de controversias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prstClr val="black"/>
                </a:solidFill>
                <a:latin typeface="+mj-lt"/>
              </a:rPr>
              <a:t>Mismos estándares que leyes estadounidenses en propiedad intelectual y otras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868144" y="1844824"/>
            <a:ext cx="2448272" cy="46210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prstClr val="black"/>
                </a:solidFill>
                <a:latin typeface="+mj-lt"/>
              </a:rPr>
              <a:t>Provisiones laborales: salarios mínimos, jornadas, seguridad ocupacional y leyes sanitarias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prstClr val="black"/>
                </a:solidFill>
                <a:latin typeface="+mj-lt"/>
              </a:rPr>
              <a:t>Provisiones ambientales: aplicación estricta de normas ambientales </a:t>
            </a:r>
            <a:r>
              <a:rPr lang="es-MX" sz="1700" dirty="0" smtClean="0">
                <a:solidFill>
                  <a:prstClr val="black"/>
                </a:solidFill>
                <a:latin typeface="+mj-lt"/>
              </a:rPr>
              <a:t>locales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700" dirty="0" smtClean="0">
                <a:solidFill>
                  <a:prstClr val="black"/>
                </a:solidFill>
                <a:latin typeface="+mj-lt"/>
              </a:rPr>
              <a:t>Firmar en 2018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700" b="1" dirty="0" err="1" smtClean="0">
                <a:solidFill>
                  <a:schemeClr val="tx2"/>
                </a:solidFill>
                <a:latin typeface="+mj-lt"/>
              </a:rPr>
              <a:t>Impredictibilidad</a:t>
            </a:r>
            <a:r>
              <a:rPr lang="es-MX" sz="1700" b="1" dirty="0" smtClean="0">
                <a:solidFill>
                  <a:schemeClr val="tx2"/>
                </a:solidFill>
                <a:latin typeface="+mj-lt"/>
              </a:rPr>
              <a:t> de </a:t>
            </a:r>
            <a:r>
              <a:rPr lang="es-MX" sz="1700" b="1" dirty="0" err="1" smtClean="0">
                <a:solidFill>
                  <a:schemeClr val="tx2"/>
                </a:solidFill>
                <a:latin typeface="+mj-lt"/>
              </a:rPr>
              <a:t>Trump</a:t>
            </a:r>
            <a:endParaRPr lang="es-MX" sz="170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657133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Costos importantes para </a:t>
            </a:r>
            <a:r>
              <a:rPr lang="es-ES" dirty="0" err="1" smtClean="0"/>
              <a:t>m</a:t>
            </a:r>
            <a:r>
              <a:rPr lang="es-ES" dirty="0" err="1" smtClean="0"/>
              <a:t>é</a:t>
            </a:r>
            <a:r>
              <a:rPr lang="es-ES" dirty="0" err="1" smtClean="0"/>
              <a:t>xico</a:t>
            </a:r>
            <a:r>
              <a:rPr lang="es-ES" dirty="0" smtClean="0"/>
              <a:t> pero no una cat</a:t>
            </a:r>
            <a:r>
              <a:rPr lang="es-ES" dirty="0" smtClean="0"/>
              <a:t>á</a:t>
            </a:r>
            <a:r>
              <a:rPr lang="es-ES" dirty="0" smtClean="0"/>
              <a:t>strofe</a:t>
            </a:r>
            <a:endParaRPr lang="es-ES" dirty="0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1972233378"/>
              </p:ext>
            </p:extLst>
          </p:nvPr>
        </p:nvGraphicFramePr>
        <p:xfrm>
          <a:off x="539552" y="1674848"/>
          <a:ext cx="7975282" cy="44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4092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280DAE5-D6B8-5A46-94A4-5CFB639896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062029F-F915-CB4B-AF67-37AA43DA1D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5656F85-EEDA-A24B-BF4F-B7C4122E8B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1B58D7D-8CB7-F141-A611-8404D704F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E6CFAFF-C489-E544-9842-CD11149415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164659C-CD14-6C41-ABCC-29D0AE714D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Aun que parece ilógico</a:t>
            </a:r>
            <a:r>
              <a:rPr lang="mr-IN" dirty="0" smtClean="0"/>
              <a:t>…</a:t>
            </a:r>
            <a:r>
              <a:rPr lang="es-ES_tradnl" dirty="0" smtClean="0"/>
              <a:t> 2017 en números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Record hist</a:t>
            </a:r>
            <a:r>
              <a:rPr lang="es-ES" dirty="0" smtClean="0"/>
              <a:t>órico de remesas </a:t>
            </a:r>
          </a:p>
          <a:p>
            <a:r>
              <a:rPr lang="es-ES" dirty="0" smtClean="0"/>
              <a:t>Record histórico de exportaciones no petroleras </a:t>
            </a:r>
          </a:p>
          <a:p>
            <a:r>
              <a:rPr lang="es-ES" dirty="0" smtClean="0"/>
              <a:t> Histórico también el turismo de Norte americanos a México.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9740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Incertidumbres externas 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err="1" smtClean="0"/>
              <a:t>Tax</a:t>
            </a:r>
            <a:r>
              <a:rPr lang="es-ES" dirty="0" smtClean="0"/>
              <a:t> </a:t>
            </a:r>
            <a:r>
              <a:rPr lang="es-ES" dirty="0" err="1" smtClean="0"/>
              <a:t>bill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13140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Cambios que afectar</a:t>
            </a:r>
            <a:r>
              <a:rPr lang="es-ES" dirty="0" smtClean="0"/>
              <a:t>ían a </a:t>
            </a:r>
            <a:r>
              <a:rPr lang="es-ES" dirty="0" err="1" smtClean="0"/>
              <a:t>méxico</a:t>
            </a:r>
            <a:endParaRPr lang="es-ES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562023"/>
              </p:ext>
            </p:extLst>
          </p:nvPr>
        </p:nvGraphicFramePr>
        <p:xfrm>
          <a:off x="314324" y="1004312"/>
          <a:ext cx="8434140" cy="5826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7070"/>
                <a:gridCol w="4217070"/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Anterior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Nueva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Tasa corporativa: 35%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 smtClean="0"/>
                        <a:t>Tasa corporativa del 21%  </a:t>
                      </a:r>
                      <a:r>
                        <a:rPr lang="es-ES" sz="1600" dirty="0" smtClean="0"/>
                        <a:t>para ejercicios fiscales que comiencen después del 31 de diciembre de 2017.</a:t>
                      </a:r>
                      <a:endParaRPr lang="es-E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Amortización de bienes: se recupera la inversión a lo largo del periodo de vida útil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 smtClean="0"/>
                        <a:t>Deducción inmediata</a:t>
                      </a:r>
                      <a:endParaRPr lang="es-E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Régimen Fiscal Internacional: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de impuestos pagados en el extranjero que evita doble imposición.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Se concede </a:t>
                      </a:r>
                      <a:r>
                        <a:rPr lang="es-ES" sz="1600" b="1" dirty="0" smtClean="0"/>
                        <a:t>100% de exención </a:t>
                      </a:r>
                      <a:r>
                        <a:rPr lang="es-ES" sz="1600" dirty="0" smtClean="0"/>
                        <a:t>para efectos del impuesto corporativo en </a:t>
                      </a:r>
                      <a:r>
                        <a:rPr lang="es-ES" sz="1600" b="1" dirty="0" smtClean="0"/>
                        <a:t>EUA por dividendos que provienen del extranjero. </a:t>
                      </a:r>
                      <a:endParaRPr lang="es-E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Impuesto a la repatriación:  Ley anterior no incluye una disposición en este sentido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Las utilidades generadas por las subsidiarias en el extranjero, se gravarán:  • 15.5% para efectivo y sus equivalentes.  </a:t>
                      </a:r>
                    </a:p>
                    <a:p>
                      <a:r>
                        <a:rPr lang="es-ES" sz="1600" dirty="0" smtClean="0"/>
                        <a:t>• 8% para activos no considerados como efectivo o equivalentes de efectivo. Pagadero en un periodo de ocho años. </a:t>
                      </a:r>
                    </a:p>
                    <a:p>
                      <a:r>
                        <a:rPr lang="es-ES" sz="1600" dirty="0" smtClean="0"/>
                        <a:t>• Reducción proporcional en créditos del extranjero para las utilidades no gravadas. </a:t>
                      </a:r>
                      <a:endParaRPr lang="es-E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6413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Cambios que afectar</a:t>
            </a:r>
            <a:r>
              <a:rPr lang="es-ES" dirty="0" smtClean="0"/>
              <a:t>ían a </a:t>
            </a:r>
            <a:r>
              <a:rPr lang="es-ES" dirty="0" err="1" smtClean="0"/>
              <a:t>méxico</a:t>
            </a:r>
            <a:endParaRPr lang="es-ES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790281"/>
              </p:ext>
            </p:extLst>
          </p:nvPr>
        </p:nvGraphicFramePr>
        <p:xfrm>
          <a:off x="314324" y="1196752"/>
          <a:ext cx="8434140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7070"/>
                <a:gridCol w="4217070"/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Anterior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Nueva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Incentivo para producción en EUA para venta a clientes extranjeros   La ley actual no incluye disposición al respecto.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Al contribuyente estadounidense se le permite una deducción ficta del 37.5% con respecto al ingreso de fuente extranjera relacionado con bienes o servicios producidos en EUA. La deducción se reduce al 21.875% para ejercicios fiscales que comienzan después de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dirty="0" smtClean="0"/>
                        <a:t>2025. 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de impuestos incurridos en el extranjero: Los contribuyentes pueden acreditar o deducir los impuestos pagados o devengados en el extranjero.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Elimina el </a:t>
                      </a:r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de impuestos pagados en el extranjero por subsidiarias extranjeras. Sin embargo, mantiene este tipo de </a:t>
                      </a:r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para ingreso acumulado de acuerdo con la </a:t>
                      </a:r>
                      <a:r>
                        <a:rPr lang="es-ES" dirty="0" err="1" smtClean="0"/>
                        <a:t>Subpart</a:t>
                      </a:r>
                      <a:r>
                        <a:rPr lang="es-ES" dirty="0" smtClean="0"/>
                        <a:t> F. No permite ni </a:t>
                      </a:r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ni deducción por impuestos pagados con respecto a un dividendo exento. </a:t>
                      </a:r>
                      <a:endParaRPr lang="es-E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926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Cambios que afectar</a:t>
            </a:r>
            <a:r>
              <a:rPr lang="es-ES" dirty="0" smtClean="0"/>
              <a:t>ían a </a:t>
            </a:r>
            <a:r>
              <a:rPr lang="es-ES" dirty="0" err="1" smtClean="0"/>
              <a:t>méxico</a:t>
            </a:r>
            <a:endParaRPr lang="es-ES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93351"/>
              </p:ext>
            </p:extLst>
          </p:nvPr>
        </p:nvGraphicFramePr>
        <p:xfrm>
          <a:off x="314324" y="1196752"/>
          <a:ext cx="8434140" cy="5217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7070"/>
                <a:gridCol w="4217070"/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Anterior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Nueva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Disposiciones para intangibles situados en EUA: </a:t>
                      </a:r>
                    </a:p>
                    <a:p>
                      <a:r>
                        <a:rPr lang="es-ES" dirty="0" smtClean="0"/>
                        <a:t>No aplica en la ley actual al ser una disposición nueva que se incorpora con la reforma.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La reforma establece nuevos incentivos para situar intangibles en EUA y contempla una deducción del 37.5% contra los ingresos netos de gastos atribuibles que deriven de ventas de productos o la prestación de servicios al extranjero.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de impuestos incurridos en el extranjero: Los contribuyentes pueden acreditar o deducir los impuestos pagados o devengados en el extranjero.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Elimina el </a:t>
                      </a:r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de impuestos pagados en el extranjero por subsidiarias extranjeras. Sin embargo, mantiene este tipo de </a:t>
                      </a:r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para ingreso acumulado de acuerdo con la </a:t>
                      </a:r>
                      <a:r>
                        <a:rPr lang="es-ES" dirty="0" err="1" smtClean="0"/>
                        <a:t>Subpart</a:t>
                      </a:r>
                      <a:r>
                        <a:rPr lang="es-ES" dirty="0" smtClean="0"/>
                        <a:t> F. No permite ni </a:t>
                      </a:r>
                      <a:r>
                        <a:rPr lang="es-ES" dirty="0" err="1" smtClean="0"/>
                        <a:t>acreditamiento</a:t>
                      </a:r>
                      <a:r>
                        <a:rPr lang="es-ES" dirty="0" smtClean="0"/>
                        <a:t> ni deducción por impuestos pagados con respecto a un dividendo exento. </a:t>
                      </a:r>
                      <a:endParaRPr lang="es-E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926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Incertidumbres internas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Inflaci</a:t>
            </a:r>
            <a:r>
              <a:rPr lang="es-ES" dirty="0" smtClean="0"/>
              <a:t>ón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25455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Crecimiento apalancado en exportaciones</a:t>
            </a:r>
            <a:endParaRPr lang="es-ES" dirty="0"/>
          </a:p>
        </p:txBody>
      </p:sp>
      <p:graphicFrame>
        <p:nvGraphicFramePr>
          <p:cNvPr id="4" name="3 Gráfico"/>
          <p:cNvGraphicFramePr/>
          <p:nvPr>
            <p:extLst>
              <p:ext uri="{D42A27DB-BD31-4B8C-83A1-F6EECF244321}">
                <p14:modId xmlns:p14="http://schemas.microsoft.com/office/powerpoint/2010/main" val="110023747"/>
              </p:ext>
            </p:extLst>
          </p:nvPr>
        </p:nvGraphicFramePr>
        <p:xfrm>
          <a:off x="687947" y="1966421"/>
          <a:ext cx="7846590" cy="4054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7947" y="6266999"/>
            <a:ext cx="3317674" cy="2484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defPPr>
              <a:defRPr lang="es-ES_tradnl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MX" sz="1000" b="1" dirty="0" smtClean="0">
                <a:solidFill>
                  <a:prstClr val="black"/>
                </a:solidFill>
                <a:latin typeface="Verdana Ref"/>
                <a:cs typeface="Times New Roman" panose="02020603050405020304" pitchFamily="18" charset="0"/>
              </a:rPr>
              <a:t>Fuente: INEGI</a:t>
            </a:r>
            <a:endParaRPr lang="es-MX" sz="1000" b="1" dirty="0">
              <a:solidFill>
                <a:prstClr val="black"/>
              </a:solidFill>
              <a:latin typeface="Verdana Ref"/>
              <a:cs typeface="Times New Roman" panose="02020603050405020304" pitchFamily="18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43152" y="1521078"/>
            <a:ext cx="8494662" cy="10156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b="1" cap="all" dirty="0">
                <a:solidFill>
                  <a:schemeClr val="accent1">
                    <a:lumMod val="50000"/>
                  </a:schemeClr>
                </a:solidFill>
                <a:latin typeface="Verdana Ref"/>
                <a:ea typeface="ＭＳ Ｐゴシック" charset="-128"/>
                <a:cs typeface="ＭＳ Ｐゴシック" charset="-128"/>
              </a:rPr>
              <a:t>CONTRIBUCIÓN AL CRECIMIENTO DEL PIB DE MÉXICO PRIMEROS TRES TRIMESTRES DE 2017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b="1" cap="all" dirty="0">
                <a:solidFill>
                  <a:schemeClr val="accent1">
                    <a:lumMod val="50000"/>
                  </a:schemeClr>
                </a:solidFill>
                <a:latin typeface="Verdana Ref"/>
                <a:ea typeface="ＭＳ Ｐゴシック" charset="-128"/>
                <a:cs typeface="ＭＳ Ｐゴシック" charset="-128"/>
              </a:rPr>
              <a:t> (Contribución en puntos porcentuales) </a:t>
            </a:r>
          </a:p>
        </p:txBody>
      </p:sp>
    </p:spTree>
    <p:extLst>
      <p:ext uri="{BB962C8B-B14F-4D97-AF65-F5344CB8AC3E}">
        <p14:creationId xmlns:p14="http://schemas.microsoft.com/office/powerpoint/2010/main" val="204169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Inversiones productivas en descenso</a:t>
            </a:r>
            <a:endParaRPr lang="es-E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52578" y="6391839"/>
            <a:ext cx="3317674" cy="2484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defPPr>
              <a:defRPr lang="es-ES_tradnl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MX" sz="1000" b="1" dirty="0" smtClean="0">
                <a:solidFill>
                  <a:prstClr val="black"/>
                </a:solidFill>
                <a:latin typeface="Verdana Ref"/>
                <a:cs typeface="Times New Roman" panose="02020603050405020304" pitchFamily="18" charset="0"/>
              </a:rPr>
              <a:t>Fuente: INEGI</a:t>
            </a:r>
            <a:endParaRPr lang="es-MX" sz="1000" b="1" dirty="0">
              <a:solidFill>
                <a:prstClr val="black"/>
              </a:solidFill>
              <a:latin typeface="Verdana Ref"/>
              <a:cs typeface="Times New Roman" panose="02020603050405020304" pitchFamily="18" charset="0"/>
            </a:endParaRPr>
          </a:p>
        </p:txBody>
      </p:sp>
      <p:sp>
        <p:nvSpPr>
          <p:cNvPr id="7" name="1 Título"/>
          <p:cNvSpPr txBox="1">
            <a:spLocks/>
          </p:cNvSpPr>
          <p:nvPr/>
        </p:nvSpPr>
        <p:spPr>
          <a:xfrm>
            <a:off x="314324" y="980728"/>
            <a:ext cx="8229600" cy="582594"/>
          </a:xfrm>
          <a:prstGeom prst="rect">
            <a:avLst/>
          </a:prstGeom>
        </p:spPr>
        <p:txBody>
          <a:bodyPr anchor="b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es-ES_tradnl" sz="2000" b="1" kern="1200" dirty="0">
                <a:solidFill>
                  <a:schemeClr val="accent1">
                    <a:lumMod val="75000"/>
                  </a:schemeClr>
                </a:solidFill>
                <a:latin typeface="Verdana Ref"/>
                <a:ea typeface="ＭＳ Ｐゴシック" charset="-128"/>
                <a:cs typeface="ＭＳ Ｐゴシック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 algn="ctr"/>
            <a:r>
              <a:rPr lang="es-MX" sz="1800" dirty="0" smtClean="0">
                <a:latin typeface="Arial"/>
                <a:cs typeface="Arial"/>
              </a:rPr>
              <a:t>INVERSIÓN FIJA BRUTA PRIVADA Y PÚBLICA EN MÉXICO 2014-2017</a:t>
            </a:r>
            <a:br>
              <a:rPr lang="es-MX" sz="1800" dirty="0" smtClean="0">
                <a:latin typeface="Arial"/>
                <a:cs typeface="Arial"/>
              </a:rPr>
            </a:br>
            <a:r>
              <a:rPr lang="es-MX" sz="1400" dirty="0" smtClean="0">
                <a:latin typeface="Arial"/>
                <a:cs typeface="Arial"/>
              </a:rPr>
              <a:t>(Var. % anual desestacionalizada)</a:t>
            </a:r>
            <a:endParaRPr lang="es-MX" sz="1800" dirty="0">
              <a:latin typeface="Arial"/>
              <a:cs typeface="Arial"/>
            </a:endParaRPr>
          </a:p>
        </p:txBody>
      </p:sp>
      <p:graphicFrame>
        <p:nvGraphicFramePr>
          <p:cNvPr id="8" name="1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8992150"/>
              </p:ext>
            </p:extLst>
          </p:nvPr>
        </p:nvGraphicFramePr>
        <p:xfrm>
          <a:off x="314325" y="1563321"/>
          <a:ext cx="8229600" cy="4828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39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Inflación es ascenso </a:t>
            </a:r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179512" y="1013247"/>
            <a:ext cx="8784976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68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Verdana Ref"/>
                <a:ea typeface="+mn-ea"/>
                <a:cs typeface="+mn-cs"/>
              </a:defRPr>
            </a:pP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INFLACIÓN</a:t>
            </a:r>
            <a:r>
              <a:rPr lang="es-MX" sz="2000" b="1" dirty="0" smtClean="0">
                <a:solidFill>
                  <a:srgbClr val="1F497D">
                    <a:lumMod val="75000"/>
                  </a:srgbClr>
                </a:solidFill>
                <a:latin typeface="Verdana Ref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SUBYACENTE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 Y 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CANASTA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 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BÁSICA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, 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2015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-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2017</a:t>
            </a:r>
          </a:p>
          <a:p>
            <a:pPr algn="ctr">
              <a:defRPr sz="168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Verdana Ref"/>
                <a:ea typeface="+mn-ea"/>
                <a:cs typeface="+mn-cs"/>
              </a:defRPr>
            </a:pPr>
            <a:r>
              <a:rPr lang="es-MX" b="1" dirty="0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 (Var % anual)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35425" y="6384696"/>
            <a:ext cx="3317674" cy="2484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defPPr>
              <a:defRPr lang="es-ES_tradnl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MX" sz="1000" b="1" dirty="0" smtClean="0">
                <a:solidFill>
                  <a:prstClr val="black"/>
                </a:solidFill>
                <a:latin typeface="Verdana Ref"/>
                <a:cs typeface="Times New Roman" panose="02020603050405020304" pitchFamily="18" charset="0"/>
              </a:rPr>
              <a:t>Fuente: INEGI</a:t>
            </a:r>
            <a:endParaRPr lang="es-MX" sz="1000" b="1" dirty="0">
              <a:solidFill>
                <a:prstClr val="black"/>
              </a:solidFill>
              <a:latin typeface="Verdana Ref"/>
              <a:cs typeface="Times New Roman" panose="02020603050405020304" pitchFamily="18" charset="0"/>
            </a:endParaRPr>
          </a:p>
        </p:txBody>
      </p:sp>
      <p:graphicFrame>
        <p:nvGraphicFramePr>
          <p:cNvPr id="5" name="Gráfico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305456"/>
              </p:ext>
            </p:extLst>
          </p:nvPr>
        </p:nvGraphicFramePr>
        <p:xfrm>
          <a:off x="282863" y="1313190"/>
          <a:ext cx="8578273" cy="4690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656252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Se debilita el consumo privado</a:t>
            </a:r>
            <a:endParaRPr lang="es-ES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314324" y="1118214"/>
            <a:ext cx="8229600" cy="582594"/>
          </a:xfrm>
          <a:prstGeom prst="rect">
            <a:avLst/>
          </a:prstGeom>
        </p:spPr>
        <p:txBody>
          <a:bodyPr anchor="b"/>
          <a:lstStyle>
            <a:defPPr>
              <a:defRPr lang="es-ES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s-MX" dirty="0"/>
              <a:t>CONSUMO PRIVADO TOTAL</a:t>
            </a:r>
            <a:br>
              <a:rPr lang="es-MX" dirty="0"/>
            </a:br>
            <a:r>
              <a:rPr lang="es-MX" dirty="0"/>
              <a:t>(Var.% anual desestacionalizada)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61067" y="6249432"/>
            <a:ext cx="1168178" cy="25609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defPPr>
              <a:defRPr lang="es-ES_tradnl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MX" sz="1050" b="1" dirty="0" smtClean="0">
                <a:solidFill>
                  <a:srgbClr val="000000"/>
                </a:solidFill>
                <a:latin typeface="Verdana" pitchFamily="34" charset="0"/>
              </a:rPr>
              <a:t>Fuente: </a:t>
            </a:r>
            <a:r>
              <a:rPr lang="es-MX" sz="1050" dirty="0" smtClean="0"/>
              <a:t>INEGI</a:t>
            </a:r>
            <a:endParaRPr lang="es-ES" sz="1050" dirty="0">
              <a:solidFill>
                <a:srgbClr val="000000"/>
              </a:solidFill>
              <a:latin typeface="Verdana" pitchFamily="34" charset="0"/>
            </a:endParaRPr>
          </a:p>
        </p:txBody>
      </p:sp>
      <p:graphicFrame>
        <p:nvGraphicFramePr>
          <p:cNvPr id="6" name="Marcador de contenid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0785823"/>
              </p:ext>
            </p:extLst>
          </p:nvPr>
        </p:nvGraphicFramePr>
        <p:xfrm>
          <a:off x="467544" y="1391682"/>
          <a:ext cx="82296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4003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Otros factores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Se desacelera el consumo en ventas al menudeo </a:t>
            </a:r>
          </a:p>
          <a:p>
            <a:r>
              <a:rPr lang="es-ES" dirty="0" smtClean="0"/>
              <a:t>Se desacelera sustancialmente las ventas en autoservicio y departamentales.</a:t>
            </a:r>
          </a:p>
          <a:p>
            <a:r>
              <a:rPr lang="es-ES" dirty="0" smtClean="0"/>
              <a:t>La masa monetaria (formal) decrece.</a:t>
            </a:r>
          </a:p>
          <a:p>
            <a:r>
              <a:rPr lang="es-ES" dirty="0" smtClean="0"/>
              <a:t>Las remesas en pesos disminuyen </a:t>
            </a:r>
          </a:p>
          <a:p>
            <a:r>
              <a:rPr lang="es-ES" dirty="0" smtClean="0"/>
              <a:t>Y los créditos de banca comercial también con signos de disminución.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3431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Conclusiones econ</a:t>
            </a:r>
            <a:r>
              <a:rPr lang="es-ES_tradnl" dirty="0" smtClean="0"/>
              <a:t>ómicas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Clr>
                <a:schemeClr val="accent1"/>
              </a:buClr>
              <a:buFont typeface="Wingdings" pitchFamily="2" charset="2"/>
              <a:buChar char="l"/>
            </a:pPr>
            <a:r>
              <a:rPr lang="es-MX" sz="2000" dirty="0"/>
              <a:t>La economía internacional  </a:t>
            </a:r>
            <a:r>
              <a:rPr lang="es-MX" sz="2000" b="1" dirty="0"/>
              <a:t>muestra signos de avance </a:t>
            </a:r>
            <a:r>
              <a:rPr lang="es-MX" sz="2000" dirty="0"/>
              <a:t>y un perfil propio para que suban las tasas de interés pausadamente.</a:t>
            </a:r>
          </a:p>
          <a:p>
            <a:pPr marL="342900" lvl="1" indent="-342900">
              <a:buClr>
                <a:schemeClr val="accent1"/>
              </a:buClr>
              <a:buFont typeface="Wingdings" pitchFamily="2" charset="2"/>
              <a:buChar char="l"/>
            </a:pPr>
            <a:r>
              <a:rPr lang="es-MX" sz="2000" dirty="0"/>
              <a:t>El crecimiento </a:t>
            </a:r>
            <a:r>
              <a:rPr lang="es-MX" sz="2000" b="1" dirty="0"/>
              <a:t>económico nacional ha sido mejor al esperado</a:t>
            </a:r>
            <a:r>
              <a:rPr lang="es-MX" sz="2000" dirty="0"/>
              <a:t>, por el impulso exportador.</a:t>
            </a:r>
          </a:p>
          <a:p>
            <a:pPr marL="342900" lvl="1" indent="-342900">
              <a:buClr>
                <a:schemeClr val="accent1"/>
              </a:buClr>
              <a:buFont typeface="Wingdings" pitchFamily="2" charset="2"/>
              <a:buChar char="l"/>
            </a:pPr>
            <a:r>
              <a:rPr lang="es-MX" sz="2000" dirty="0"/>
              <a:t>Los riesgos de </a:t>
            </a:r>
            <a:r>
              <a:rPr lang="es-MX" sz="2000" b="1" dirty="0"/>
              <a:t>las finanzas públicas y el TLCAN han descendido</a:t>
            </a:r>
            <a:r>
              <a:rPr lang="es-MX" sz="2000" dirty="0"/>
              <a:t>, aunque el segundo es más incierto.</a:t>
            </a:r>
            <a:endParaRPr lang="es-ES" sz="2000" dirty="0"/>
          </a:p>
          <a:p>
            <a:pPr marL="342900" lvl="1" indent="-342900">
              <a:buClr>
                <a:schemeClr val="accent1"/>
              </a:buClr>
              <a:buFont typeface="Wingdings" pitchFamily="2" charset="2"/>
              <a:buChar char="l"/>
            </a:pPr>
            <a:r>
              <a:rPr lang="es-ES" sz="2000" dirty="0"/>
              <a:t>Las autoridades atienden la inflación al alza; sin embargo los resultados se observarán hasta el segundo semestre de 2018.</a:t>
            </a:r>
          </a:p>
        </p:txBody>
      </p:sp>
    </p:spTree>
    <p:extLst>
      <p:ext uri="{BB962C8B-B14F-4D97-AF65-F5344CB8AC3E}">
        <p14:creationId xmlns:p14="http://schemas.microsoft.com/office/powerpoint/2010/main" val="2101564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Incertidumbres internas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Ambiente pol</a:t>
            </a:r>
            <a:r>
              <a:rPr lang="es-ES" dirty="0" smtClean="0"/>
              <a:t>ítico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6217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Temas pol</a:t>
            </a:r>
            <a:r>
              <a:rPr lang="es-ES_tradnl" dirty="0" smtClean="0"/>
              <a:t>íticos que afectan el crecimiento económico del país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Clr>
                <a:schemeClr val="accent1"/>
              </a:buClr>
              <a:buFont typeface="Wingdings" pitchFamily="2" charset="2"/>
              <a:buChar char="l"/>
            </a:pPr>
            <a:r>
              <a:rPr lang="es-ES_tradnl" sz="2000" dirty="0" smtClean="0"/>
              <a:t>Inseguridad </a:t>
            </a:r>
            <a:r>
              <a:rPr lang="mr-IN" sz="2000" dirty="0" smtClean="0"/>
              <a:t>–</a:t>
            </a:r>
            <a:r>
              <a:rPr lang="es-ES_tradnl" sz="2000" dirty="0" smtClean="0"/>
              <a:t> Estado de Derecho </a:t>
            </a:r>
          </a:p>
          <a:p>
            <a:pPr marL="342900" lvl="1" indent="-342900">
              <a:buClr>
                <a:schemeClr val="accent1"/>
              </a:buClr>
              <a:buFont typeface="Wingdings" pitchFamily="2" charset="2"/>
              <a:buChar char="l"/>
            </a:pPr>
            <a:r>
              <a:rPr lang="es-ES_tradnl" sz="2000" dirty="0" smtClean="0"/>
              <a:t>Corrupci</a:t>
            </a:r>
            <a:r>
              <a:rPr lang="es-ES_tradnl" sz="2000" dirty="0" smtClean="0"/>
              <a:t>ón</a:t>
            </a:r>
          </a:p>
          <a:p>
            <a:pPr marL="342900" lvl="1" indent="-342900">
              <a:buClr>
                <a:schemeClr val="accent1"/>
              </a:buClr>
              <a:buFont typeface="Wingdings" pitchFamily="2" charset="2"/>
              <a:buChar char="l"/>
            </a:pPr>
            <a:r>
              <a:rPr lang="es-ES_tradnl" sz="2000" dirty="0" smtClean="0"/>
              <a:t>Desaceleración del Gasto publico </a:t>
            </a:r>
          </a:p>
          <a:p>
            <a:pPr marL="342900" lvl="1" indent="-342900">
              <a:buClr>
                <a:schemeClr val="accent1"/>
              </a:buClr>
              <a:buFont typeface="Wingdings" pitchFamily="2" charset="2"/>
              <a:buChar char="l"/>
            </a:pPr>
            <a:r>
              <a:rPr lang="es-ES_tradnl" sz="2000" dirty="0" smtClean="0"/>
              <a:t>Incertidumbre por las elecciones Presidenciales</a:t>
            </a:r>
            <a:r>
              <a:rPr lang="es-ES" sz="2000" dirty="0" smtClean="0"/>
              <a:t>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8139277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Panorama pol</a:t>
            </a:r>
            <a:r>
              <a:rPr lang="es-ES" dirty="0" smtClean="0"/>
              <a:t>ítico</a:t>
            </a:r>
            <a:endParaRPr lang="es-ES" dirty="0"/>
          </a:p>
        </p:txBody>
      </p:sp>
      <p:sp>
        <p:nvSpPr>
          <p:cNvPr id="68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66856" y="6201327"/>
            <a:ext cx="2133600" cy="365125"/>
          </a:xfrm>
        </p:spPr>
        <p:txBody>
          <a:bodyPr/>
          <a:lstStyle/>
          <a:p>
            <a:pPr>
              <a:defRPr/>
            </a:pPr>
            <a:r>
              <a:rPr lang="es-MX" dirty="0" smtClean="0">
                <a:solidFill>
                  <a:prstClr val="black">
                    <a:tint val="75000"/>
                  </a:prstClr>
                </a:solidFill>
                <a:cs typeface="Calibri Light" panose="020F0302020204030204" pitchFamily="34" charset="0"/>
              </a:rPr>
              <a:t>11</a:t>
            </a:r>
            <a:endParaRPr lang="es-MX" dirty="0">
              <a:solidFill>
                <a:prstClr val="black">
                  <a:tint val="75000"/>
                </a:prstClr>
              </a:solidFill>
              <a:cs typeface="Calibri Light" panose="020F0302020204030204" pitchFamily="34" charset="0"/>
            </a:endParaRPr>
          </a:p>
        </p:txBody>
      </p:sp>
      <p:grpSp>
        <p:nvGrpSpPr>
          <p:cNvPr id="69" name="18 Grupo"/>
          <p:cNvGrpSpPr/>
          <p:nvPr/>
        </p:nvGrpSpPr>
        <p:grpSpPr>
          <a:xfrm>
            <a:off x="3484501" y="2480195"/>
            <a:ext cx="2105721" cy="1472968"/>
            <a:chOff x="0" y="0"/>
            <a:chExt cx="4642452" cy="3268167"/>
          </a:xfrm>
        </p:grpSpPr>
        <p:sp>
          <p:nvSpPr>
            <p:cNvPr id="70" name="Freeform 2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474442" y="2302690"/>
              <a:ext cx="283450" cy="317523"/>
            </a:xfrm>
            <a:custGeom>
              <a:avLst/>
              <a:gdLst>
                <a:gd name="T0" fmla="*/ 2147483647 w 37"/>
                <a:gd name="T1" fmla="*/ 2147483647 h 41"/>
                <a:gd name="T2" fmla="*/ 2147483647 w 37"/>
                <a:gd name="T3" fmla="*/ 2147483647 h 41"/>
                <a:gd name="T4" fmla="*/ 2147483647 w 37"/>
                <a:gd name="T5" fmla="*/ 2147483647 h 41"/>
                <a:gd name="T6" fmla="*/ 2147483647 w 37"/>
                <a:gd name="T7" fmla="*/ 2147483647 h 41"/>
                <a:gd name="T8" fmla="*/ 2147483647 w 37"/>
                <a:gd name="T9" fmla="*/ 2147483647 h 41"/>
                <a:gd name="T10" fmla="*/ 2147483647 w 37"/>
                <a:gd name="T11" fmla="*/ 2147483647 h 41"/>
                <a:gd name="T12" fmla="*/ 2147483647 w 37"/>
                <a:gd name="T13" fmla="*/ 2147483647 h 41"/>
                <a:gd name="T14" fmla="*/ 2147483647 w 37"/>
                <a:gd name="T15" fmla="*/ 2147483647 h 41"/>
                <a:gd name="T16" fmla="*/ 2147483647 w 37"/>
                <a:gd name="T17" fmla="*/ 2147483647 h 41"/>
                <a:gd name="T18" fmla="*/ 2147483647 w 37"/>
                <a:gd name="T19" fmla="*/ 2147483647 h 41"/>
                <a:gd name="T20" fmla="*/ 2147483647 w 37"/>
                <a:gd name="T21" fmla="*/ 2147483647 h 41"/>
                <a:gd name="T22" fmla="*/ 2147483647 w 37"/>
                <a:gd name="T23" fmla="*/ 2147483647 h 41"/>
                <a:gd name="T24" fmla="*/ 2147483647 w 37"/>
                <a:gd name="T25" fmla="*/ 2147483647 h 41"/>
                <a:gd name="T26" fmla="*/ 2147483647 w 37"/>
                <a:gd name="T27" fmla="*/ 2147483647 h 41"/>
                <a:gd name="T28" fmla="*/ 2147483647 w 37"/>
                <a:gd name="T29" fmla="*/ 2147483647 h 41"/>
                <a:gd name="T30" fmla="*/ 2147483647 w 37"/>
                <a:gd name="T31" fmla="*/ 2147483647 h 41"/>
                <a:gd name="T32" fmla="*/ 2147483647 w 37"/>
                <a:gd name="T33" fmla="*/ 2147483647 h 41"/>
                <a:gd name="T34" fmla="*/ 2147483647 w 37"/>
                <a:gd name="T35" fmla="*/ 2147483647 h 41"/>
                <a:gd name="T36" fmla="*/ 2147483647 w 37"/>
                <a:gd name="T37" fmla="*/ 2147483647 h 41"/>
                <a:gd name="T38" fmla="*/ 2147483647 w 37"/>
                <a:gd name="T39" fmla="*/ 2147483647 h 41"/>
                <a:gd name="T40" fmla="*/ 2147483647 w 37"/>
                <a:gd name="T41" fmla="*/ 2147483647 h 41"/>
                <a:gd name="T42" fmla="*/ 2147483647 w 37"/>
                <a:gd name="T43" fmla="*/ 2147483647 h 41"/>
                <a:gd name="T44" fmla="*/ 2147483647 w 37"/>
                <a:gd name="T45" fmla="*/ 2147483647 h 41"/>
                <a:gd name="T46" fmla="*/ 2147483647 w 37"/>
                <a:gd name="T47" fmla="*/ 2147483647 h 41"/>
                <a:gd name="T48" fmla="*/ 2147483647 w 37"/>
                <a:gd name="T49" fmla="*/ 2147483647 h 41"/>
                <a:gd name="T50" fmla="*/ 2147483647 w 37"/>
                <a:gd name="T51" fmla="*/ 2147483647 h 41"/>
                <a:gd name="T52" fmla="*/ 2147483647 w 37"/>
                <a:gd name="T53" fmla="*/ 2147483647 h 41"/>
                <a:gd name="T54" fmla="*/ 2147483647 w 37"/>
                <a:gd name="T55" fmla="*/ 2147483647 h 41"/>
                <a:gd name="T56" fmla="*/ 2147483647 w 37"/>
                <a:gd name="T57" fmla="*/ 2147483647 h 41"/>
                <a:gd name="T58" fmla="*/ 2147483647 w 37"/>
                <a:gd name="T59" fmla="*/ 2147483647 h 41"/>
                <a:gd name="T60" fmla="*/ 2147483647 w 37"/>
                <a:gd name="T61" fmla="*/ 2147483647 h 41"/>
                <a:gd name="T62" fmla="*/ 2147483647 w 37"/>
                <a:gd name="T63" fmla="*/ 2147483647 h 41"/>
                <a:gd name="T64" fmla="*/ 2147483647 w 37"/>
                <a:gd name="T65" fmla="*/ 2147483647 h 41"/>
                <a:gd name="T66" fmla="*/ 2147483647 w 37"/>
                <a:gd name="T67" fmla="*/ 2147483647 h 41"/>
                <a:gd name="T68" fmla="*/ 2147483647 w 37"/>
                <a:gd name="T69" fmla="*/ 2147483647 h 41"/>
                <a:gd name="T70" fmla="*/ 2147483647 w 37"/>
                <a:gd name="T71" fmla="*/ 2147483647 h 41"/>
                <a:gd name="T72" fmla="*/ 2147483647 w 37"/>
                <a:gd name="T73" fmla="*/ 2147483647 h 41"/>
                <a:gd name="T74" fmla="*/ 2147483647 w 37"/>
                <a:gd name="T75" fmla="*/ 2147483647 h 41"/>
                <a:gd name="T76" fmla="*/ 2147483647 w 37"/>
                <a:gd name="T77" fmla="*/ 2147483647 h 41"/>
                <a:gd name="T78" fmla="*/ 2147483647 w 37"/>
                <a:gd name="T79" fmla="*/ 2147483647 h 41"/>
                <a:gd name="T80" fmla="*/ 2147483647 w 37"/>
                <a:gd name="T81" fmla="*/ 2147483647 h 41"/>
                <a:gd name="T82" fmla="*/ 2147483647 w 37"/>
                <a:gd name="T83" fmla="*/ 2147483647 h 41"/>
                <a:gd name="T84" fmla="*/ 2147483647 w 37"/>
                <a:gd name="T85" fmla="*/ 2147483647 h 41"/>
                <a:gd name="T86" fmla="*/ 2147483647 w 37"/>
                <a:gd name="T87" fmla="*/ 2147483647 h 41"/>
                <a:gd name="T88" fmla="*/ 2147483647 w 37"/>
                <a:gd name="T89" fmla="*/ 2147483647 h 41"/>
                <a:gd name="T90" fmla="*/ 2147483647 w 37"/>
                <a:gd name="T91" fmla="*/ 2147483647 h 41"/>
                <a:gd name="T92" fmla="*/ 2147483647 w 37"/>
                <a:gd name="T93" fmla="*/ 2147483647 h 41"/>
                <a:gd name="T94" fmla="*/ 2147483647 w 37"/>
                <a:gd name="T95" fmla="*/ 2147483647 h 41"/>
                <a:gd name="T96" fmla="*/ 2147483647 w 37"/>
                <a:gd name="T97" fmla="*/ 2147483647 h 41"/>
                <a:gd name="T98" fmla="*/ 2147483647 w 37"/>
                <a:gd name="T99" fmla="*/ 2147483647 h 41"/>
                <a:gd name="T100" fmla="*/ 2147483647 w 37"/>
                <a:gd name="T101" fmla="*/ 2147483647 h 41"/>
                <a:gd name="T102" fmla="*/ 0 w 37"/>
                <a:gd name="T103" fmla="*/ 2147483647 h 4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7" h="41">
                  <a:moveTo>
                    <a:pt x="0" y="32"/>
                  </a:moveTo>
                  <a:lnTo>
                    <a:pt x="1" y="33"/>
                  </a:lnTo>
                  <a:lnTo>
                    <a:pt x="1" y="34"/>
                  </a:lnTo>
                  <a:lnTo>
                    <a:pt x="2" y="34"/>
                  </a:lnTo>
                  <a:lnTo>
                    <a:pt x="3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2" y="40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1"/>
                  </a:lnTo>
                  <a:lnTo>
                    <a:pt x="5" y="41"/>
                  </a:lnTo>
                  <a:lnTo>
                    <a:pt x="6" y="39"/>
                  </a:lnTo>
                  <a:lnTo>
                    <a:pt x="7" y="38"/>
                  </a:lnTo>
                  <a:lnTo>
                    <a:pt x="9" y="37"/>
                  </a:lnTo>
                  <a:lnTo>
                    <a:pt x="10" y="37"/>
                  </a:lnTo>
                  <a:lnTo>
                    <a:pt x="11" y="36"/>
                  </a:lnTo>
                  <a:lnTo>
                    <a:pt x="12" y="37"/>
                  </a:lnTo>
                  <a:lnTo>
                    <a:pt x="12" y="36"/>
                  </a:lnTo>
                  <a:lnTo>
                    <a:pt x="13" y="36"/>
                  </a:lnTo>
                  <a:lnTo>
                    <a:pt x="14" y="36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6" y="33"/>
                  </a:lnTo>
                  <a:lnTo>
                    <a:pt x="15" y="33"/>
                  </a:lnTo>
                  <a:lnTo>
                    <a:pt x="16" y="32"/>
                  </a:lnTo>
                  <a:lnTo>
                    <a:pt x="16" y="33"/>
                  </a:lnTo>
                  <a:lnTo>
                    <a:pt x="17" y="33"/>
                  </a:lnTo>
                  <a:lnTo>
                    <a:pt x="18" y="32"/>
                  </a:lnTo>
                  <a:lnTo>
                    <a:pt x="19" y="30"/>
                  </a:lnTo>
                  <a:lnTo>
                    <a:pt x="20" y="29"/>
                  </a:lnTo>
                  <a:lnTo>
                    <a:pt x="21" y="28"/>
                  </a:lnTo>
                  <a:lnTo>
                    <a:pt x="22" y="28"/>
                  </a:lnTo>
                  <a:lnTo>
                    <a:pt x="22" y="27"/>
                  </a:lnTo>
                  <a:lnTo>
                    <a:pt x="22" y="26"/>
                  </a:lnTo>
                  <a:lnTo>
                    <a:pt x="23" y="26"/>
                  </a:lnTo>
                  <a:lnTo>
                    <a:pt x="23" y="25"/>
                  </a:lnTo>
                  <a:lnTo>
                    <a:pt x="23" y="24"/>
                  </a:lnTo>
                  <a:lnTo>
                    <a:pt x="23" y="23"/>
                  </a:lnTo>
                  <a:lnTo>
                    <a:pt x="22" y="23"/>
                  </a:lnTo>
                  <a:lnTo>
                    <a:pt x="22" y="22"/>
                  </a:lnTo>
                  <a:lnTo>
                    <a:pt x="22" y="21"/>
                  </a:lnTo>
                  <a:lnTo>
                    <a:pt x="22" y="20"/>
                  </a:lnTo>
                  <a:lnTo>
                    <a:pt x="23" y="19"/>
                  </a:lnTo>
                  <a:lnTo>
                    <a:pt x="24" y="19"/>
                  </a:lnTo>
                  <a:lnTo>
                    <a:pt x="24" y="18"/>
                  </a:lnTo>
                  <a:lnTo>
                    <a:pt x="24" y="17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6" y="15"/>
                  </a:lnTo>
                  <a:lnTo>
                    <a:pt x="26" y="16"/>
                  </a:lnTo>
                  <a:lnTo>
                    <a:pt x="27" y="16"/>
                  </a:lnTo>
                  <a:lnTo>
                    <a:pt x="27" y="17"/>
                  </a:lnTo>
                  <a:lnTo>
                    <a:pt x="27" y="18"/>
                  </a:lnTo>
                  <a:lnTo>
                    <a:pt x="27" y="19"/>
                  </a:lnTo>
                  <a:lnTo>
                    <a:pt x="29" y="20"/>
                  </a:lnTo>
                  <a:lnTo>
                    <a:pt x="29" y="21"/>
                  </a:lnTo>
                  <a:lnTo>
                    <a:pt x="29" y="22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30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1" y="28"/>
                  </a:lnTo>
                  <a:lnTo>
                    <a:pt x="31" y="29"/>
                  </a:lnTo>
                  <a:lnTo>
                    <a:pt x="32" y="29"/>
                  </a:lnTo>
                  <a:lnTo>
                    <a:pt x="33" y="29"/>
                  </a:lnTo>
                  <a:lnTo>
                    <a:pt x="34" y="29"/>
                  </a:lnTo>
                  <a:lnTo>
                    <a:pt x="35" y="28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5" y="24"/>
                  </a:lnTo>
                  <a:lnTo>
                    <a:pt x="35" y="23"/>
                  </a:lnTo>
                  <a:lnTo>
                    <a:pt x="36" y="23"/>
                  </a:lnTo>
                  <a:lnTo>
                    <a:pt x="36" y="22"/>
                  </a:lnTo>
                  <a:lnTo>
                    <a:pt x="36" y="21"/>
                  </a:lnTo>
                  <a:lnTo>
                    <a:pt x="36" y="20"/>
                  </a:lnTo>
                  <a:lnTo>
                    <a:pt x="36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5" y="15"/>
                  </a:lnTo>
                  <a:lnTo>
                    <a:pt x="34" y="14"/>
                  </a:lnTo>
                  <a:lnTo>
                    <a:pt x="36" y="13"/>
                  </a:lnTo>
                  <a:lnTo>
                    <a:pt x="37" y="12"/>
                  </a:lnTo>
                  <a:lnTo>
                    <a:pt x="37" y="11"/>
                  </a:lnTo>
                  <a:lnTo>
                    <a:pt x="36" y="11"/>
                  </a:lnTo>
                  <a:lnTo>
                    <a:pt x="36" y="10"/>
                  </a:lnTo>
                  <a:lnTo>
                    <a:pt x="36" y="9"/>
                  </a:lnTo>
                  <a:lnTo>
                    <a:pt x="35" y="9"/>
                  </a:lnTo>
                  <a:lnTo>
                    <a:pt x="35" y="8"/>
                  </a:lnTo>
                  <a:lnTo>
                    <a:pt x="33" y="8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9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8" y="5"/>
                  </a:lnTo>
                  <a:lnTo>
                    <a:pt x="28" y="4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3" y="8"/>
                  </a:lnTo>
                  <a:lnTo>
                    <a:pt x="22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6"/>
                  </a:lnTo>
                  <a:lnTo>
                    <a:pt x="20" y="5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11" y="3"/>
                  </a:lnTo>
                  <a:lnTo>
                    <a:pt x="12" y="5"/>
                  </a:lnTo>
                  <a:lnTo>
                    <a:pt x="12" y="6"/>
                  </a:lnTo>
                  <a:lnTo>
                    <a:pt x="11" y="7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8" y="9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8" y="14"/>
                  </a:lnTo>
                  <a:lnTo>
                    <a:pt x="7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6" y="18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7" y="20"/>
                  </a:lnTo>
                  <a:lnTo>
                    <a:pt x="8" y="21"/>
                  </a:lnTo>
                  <a:lnTo>
                    <a:pt x="7" y="21"/>
                  </a:lnTo>
                  <a:lnTo>
                    <a:pt x="6" y="21"/>
                  </a:lnTo>
                  <a:lnTo>
                    <a:pt x="5" y="21"/>
                  </a:lnTo>
                  <a:lnTo>
                    <a:pt x="6" y="22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5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3" y="27"/>
                  </a:lnTo>
                  <a:lnTo>
                    <a:pt x="2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Freeform 3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604676" y="2493720"/>
              <a:ext cx="137895" cy="139400"/>
            </a:xfrm>
            <a:custGeom>
              <a:avLst/>
              <a:gdLst>
                <a:gd name="T0" fmla="*/ 0 w 18"/>
                <a:gd name="T1" fmla="*/ 2147483647 h 18"/>
                <a:gd name="T2" fmla="*/ 2147483647 w 18"/>
                <a:gd name="T3" fmla="*/ 2147483647 h 18"/>
                <a:gd name="T4" fmla="*/ 2147483647 w 18"/>
                <a:gd name="T5" fmla="*/ 2147483647 h 18"/>
                <a:gd name="T6" fmla="*/ 2147483647 w 18"/>
                <a:gd name="T7" fmla="*/ 2147483647 h 18"/>
                <a:gd name="T8" fmla="*/ 2147483647 w 18"/>
                <a:gd name="T9" fmla="*/ 2147483647 h 18"/>
                <a:gd name="T10" fmla="*/ 2147483647 w 18"/>
                <a:gd name="T11" fmla="*/ 2147483647 h 18"/>
                <a:gd name="T12" fmla="*/ 2147483647 w 18"/>
                <a:gd name="T13" fmla="*/ 2147483647 h 18"/>
                <a:gd name="T14" fmla="*/ 2147483647 w 18"/>
                <a:gd name="T15" fmla="*/ 2147483647 h 18"/>
                <a:gd name="T16" fmla="*/ 2147483647 w 18"/>
                <a:gd name="T17" fmla="*/ 2147483647 h 18"/>
                <a:gd name="T18" fmla="*/ 2147483647 w 18"/>
                <a:gd name="T19" fmla="*/ 2147483647 h 18"/>
                <a:gd name="T20" fmla="*/ 2147483647 w 18"/>
                <a:gd name="T21" fmla="*/ 2147483647 h 18"/>
                <a:gd name="T22" fmla="*/ 2147483647 w 18"/>
                <a:gd name="T23" fmla="*/ 2147483647 h 18"/>
                <a:gd name="T24" fmla="*/ 2147483647 w 18"/>
                <a:gd name="T25" fmla="*/ 0 h 18"/>
                <a:gd name="T26" fmla="*/ 2147483647 w 18"/>
                <a:gd name="T27" fmla="*/ 2147483647 h 18"/>
                <a:gd name="T28" fmla="*/ 2147483647 w 18"/>
                <a:gd name="T29" fmla="*/ 2147483647 h 18"/>
                <a:gd name="T30" fmla="*/ 2147483647 w 18"/>
                <a:gd name="T31" fmla="*/ 2147483647 h 18"/>
                <a:gd name="T32" fmla="*/ 2147483647 w 18"/>
                <a:gd name="T33" fmla="*/ 2147483647 h 18"/>
                <a:gd name="T34" fmla="*/ 2147483647 w 18"/>
                <a:gd name="T35" fmla="*/ 2147483647 h 18"/>
                <a:gd name="T36" fmla="*/ 2147483647 w 18"/>
                <a:gd name="T37" fmla="*/ 2147483647 h 18"/>
                <a:gd name="T38" fmla="*/ 2147483647 w 18"/>
                <a:gd name="T39" fmla="*/ 2147483647 h 18"/>
                <a:gd name="T40" fmla="*/ 2147483647 w 18"/>
                <a:gd name="T41" fmla="*/ 2147483647 h 18"/>
                <a:gd name="T42" fmla="*/ 2147483647 w 18"/>
                <a:gd name="T43" fmla="*/ 2147483647 h 18"/>
                <a:gd name="T44" fmla="*/ 2147483647 w 18"/>
                <a:gd name="T45" fmla="*/ 2147483647 h 18"/>
                <a:gd name="T46" fmla="*/ 2147483647 w 18"/>
                <a:gd name="T47" fmla="*/ 2147483647 h 18"/>
                <a:gd name="T48" fmla="*/ 2147483647 w 18"/>
                <a:gd name="T49" fmla="*/ 2147483647 h 18"/>
                <a:gd name="T50" fmla="*/ 2147483647 w 18"/>
                <a:gd name="T51" fmla="*/ 2147483647 h 18"/>
                <a:gd name="T52" fmla="*/ 2147483647 w 18"/>
                <a:gd name="T53" fmla="*/ 2147483647 h 18"/>
                <a:gd name="T54" fmla="*/ 2147483647 w 18"/>
                <a:gd name="T55" fmla="*/ 2147483647 h 18"/>
                <a:gd name="T56" fmla="*/ 2147483647 w 18"/>
                <a:gd name="T57" fmla="*/ 2147483647 h 18"/>
                <a:gd name="T58" fmla="*/ 2147483647 w 18"/>
                <a:gd name="T59" fmla="*/ 2147483647 h 18"/>
                <a:gd name="T60" fmla="*/ 2147483647 w 18"/>
                <a:gd name="T61" fmla="*/ 2147483647 h 18"/>
                <a:gd name="T62" fmla="*/ 2147483647 w 18"/>
                <a:gd name="T63" fmla="*/ 2147483647 h 18"/>
                <a:gd name="T64" fmla="*/ 2147483647 w 18"/>
                <a:gd name="T65" fmla="*/ 2147483647 h 18"/>
                <a:gd name="T66" fmla="*/ 2147483647 w 18"/>
                <a:gd name="T67" fmla="*/ 2147483647 h 18"/>
                <a:gd name="T68" fmla="*/ 2147483647 w 18"/>
                <a:gd name="T69" fmla="*/ 2147483647 h 18"/>
                <a:gd name="T70" fmla="*/ 2147483647 w 18"/>
                <a:gd name="T71" fmla="*/ 2147483647 h 18"/>
                <a:gd name="T72" fmla="*/ 2147483647 w 18"/>
                <a:gd name="T73" fmla="*/ 2147483647 h 18"/>
                <a:gd name="T74" fmla="*/ 2147483647 w 18"/>
                <a:gd name="T75" fmla="*/ 2147483647 h 18"/>
                <a:gd name="T76" fmla="*/ 2147483647 w 18"/>
                <a:gd name="T77" fmla="*/ 2147483647 h 18"/>
                <a:gd name="T78" fmla="*/ 2147483647 w 18"/>
                <a:gd name="T79" fmla="*/ 2147483647 h 18"/>
                <a:gd name="T80" fmla="*/ 2147483647 w 18"/>
                <a:gd name="T81" fmla="*/ 2147483647 h 18"/>
                <a:gd name="T82" fmla="*/ 2147483647 w 18"/>
                <a:gd name="T83" fmla="*/ 2147483647 h 18"/>
                <a:gd name="T84" fmla="*/ 2147483647 w 18"/>
                <a:gd name="T85" fmla="*/ 2147483647 h 18"/>
                <a:gd name="T86" fmla="*/ 2147483647 w 18"/>
                <a:gd name="T87" fmla="*/ 2147483647 h 18"/>
                <a:gd name="T88" fmla="*/ 2147483647 w 18"/>
                <a:gd name="T89" fmla="*/ 2147483647 h 18"/>
                <a:gd name="T90" fmla="*/ 2147483647 w 18"/>
                <a:gd name="T91" fmla="*/ 2147483647 h 18"/>
                <a:gd name="T92" fmla="*/ 2147483647 w 18"/>
                <a:gd name="T93" fmla="*/ 2147483647 h 18"/>
                <a:gd name="T94" fmla="*/ 2147483647 w 18"/>
                <a:gd name="T95" fmla="*/ 2147483647 h 18"/>
                <a:gd name="T96" fmla="*/ 2147483647 w 18"/>
                <a:gd name="T97" fmla="*/ 2147483647 h 18"/>
                <a:gd name="T98" fmla="*/ 2147483647 w 18"/>
                <a:gd name="T99" fmla="*/ 2147483647 h 18"/>
                <a:gd name="T100" fmla="*/ 0 w 18"/>
                <a:gd name="T101" fmla="*/ 2147483647 h 1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8" h="18">
                  <a:moveTo>
                    <a:pt x="0" y="9"/>
                  </a:moveTo>
                  <a:lnTo>
                    <a:pt x="0" y="9"/>
                  </a:lnTo>
                  <a:lnTo>
                    <a:pt x="1" y="8"/>
                  </a:lnTo>
                  <a:lnTo>
                    <a:pt x="2" y="6"/>
                  </a:lnTo>
                  <a:lnTo>
                    <a:pt x="3" y="5"/>
                  </a:lnTo>
                  <a:lnTo>
                    <a:pt x="4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4" y="4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8" y="6"/>
                  </a:lnTo>
                  <a:lnTo>
                    <a:pt x="18" y="7"/>
                  </a:lnTo>
                  <a:lnTo>
                    <a:pt x="17" y="8"/>
                  </a:lnTo>
                  <a:lnTo>
                    <a:pt x="17" y="9"/>
                  </a:lnTo>
                  <a:lnTo>
                    <a:pt x="17" y="10"/>
                  </a:lnTo>
                  <a:lnTo>
                    <a:pt x="18" y="11"/>
                  </a:lnTo>
                  <a:lnTo>
                    <a:pt x="18" y="12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7" y="12"/>
                  </a:lnTo>
                  <a:lnTo>
                    <a:pt x="17" y="13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6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3" y="15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1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7" y="16"/>
                  </a:lnTo>
                  <a:lnTo>
                    <a:pt x="7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3" y="15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1" y="11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Freeform 4"/>
            <p:cNvSpPr>
              <a:spLocks/>
            </p:cNvSpPr>
            <p:nvPr/>
          </p:nvSpPr>
          <p:spPr bwMode="auto">
            <a:xfrm>
              <a:off x="1915203" y="604069"/>
              <a:ext cx="628187" cy="937081"/>
            </a:xfrm>
            <a:custGeom>
              <a:avLst/>
              <a:gdLst>
                <a:gd name="T0" fmla="*/ 2147483647 w 82"/>
                <a:gd name="T1" fmla="*/ 2147483647 h 121"/>
                <a:gd name="T2" fmla="*/ 2147483647 w 82"/>
                <a:gd name="T3" fmla="*/ 2147483647 h 121"/>
                <a:gd name="T4" fmla="*/ 2147483647 w 82"/>
                <a:gd name="T5" fmla="*/ 2147483647 h 121"/>
                <a:gd name="T6" fmla="*/ 2147483647 w 82"/>
                <a:gd name="T7" fmla="*/ 2147483647 h 121"/>
                <a:gd name="T8" fmla="*/ 2147483647 w 82"/>
                <a:gd name="T9" fmla="*/ 2147483647 h 121"/>
                <a:gd name="T10" fmla="*/ 2147483647 w 82"/>
                <a:gd name="T11" fmla="*/ 2147483647 h 121"/>
                <a:gd name="T12" fmla="*/ 2147483647 w 82"/>
                <a:gd name="T13" fmla="*/ 2147483647 h 121"/>
                <a:gd name="T14" fmla="*/ 2147483647 w 82"/>
                <a:gd name="T15" fmla="*/ 2147483647 h 121"/>
                <a:gd name="T16" fmla="*/ 2147483647 w 82"/>
                <a:gd name="T17" fmla="*/ 2147483647 h 121"/>
                <a:gd name="T18" fmla="*/ 2147483647 w 82"/>
                <a:gd name="T19" fmla="*/ 2147483647 h 121"/>
                <a:gd name="T20" fmla="*/ 2147483647 w 82"/>
                <a:gd name="T21" fmla="*/ 2147483647 h 121"/>
                <a:gd name="T22" fmla="*/ 2147483647 w 82"/>
                <a:gd name="T23" fmla="*/ 2147483647 h 121"/>
                <a:gd name="T24" fmla="*/ 2147483647 w 82"/>
                <a:gd name="T25" fmla="*/ 2147483647 h 121"/>
                <a:gd name="T26" fmla="*/ 2147483647 w 82"/>
                <a:gd name="T27" fmla="*/ 2147483647 h 121"/>
                <a:gd name="T28" fmla="*/ 2147483647 w 82"/>
                <a:gd name="T29" fmla="*/ 2147483647 h 121"/>
                <a:gd name="T30" fmla="*/ 2147483647 w 82"/>
                <a:gd name="T31" fmla="*/ 2147483647 h 121"/>
                <a:gd name="T32" fmla="*/ 2147483647 w 82"/>
                <a:gd name="T33" fmla="*/ 2147483647 h 121"/>
                <a:gd name="T34" fmla="*/ 2147483647 w 82"/>
                <a:gd name="T35" fmla="*/ 2147483647 h 121"/>
                <a:gd name="T36" fmla="*/ 2147483647 w 82"/>
                <a:gd name="T37" fmla="*/ 2147483647 h 121"/>
                <a:gd name="T38" fmla="*/ 2147483647 w 82"/>
                <a:gd name="T39" fmla="*/ 2147483647 h 121"/>
                <a:gd name="T40" fmla="*/ 2147483647 w 82"/>
                <a:gd name="T41" fmla="*/ 2147483647 h 121"/>
                <a:gd name="T42" fmla="*/ 2147483647 w 82"/>
                <a:gd name="T43" fmla="*/ 2147483647 h 121"/>
                <a:gd name="T44" fmla="*/ 2147483647 w 82"/>
                <a:gd name="T45" fmla="*/ 2147483647 h 121"/>
                <a:gd name="T46" fmla="*/ 2147483647 w 82"/>
                <a:gd name="T47" fmla="*/ 2147483647 h 121"/>
                <a:gd name="T48" fmla="*/ 2147483647 w 82"/>
                <a:gd name="T49" fmla="*/ 2147483647 h 121"/>
                <a:gd name="T50" fmla="*/ 2147483647 w 82"/>
                <a:gd name="T51" fmla="*/ 2147483647 h 121"/>
                <a:gd name="T52" fmla="*/ 2147483647 w 82"/>
                <a:gd name="T53" fmla="*/ 2147483647 h 121"/>
                <a:gd name="T54" fmla="*/ 2147483647 w 82"/>
                <a:gd name="T55" fmla="*/ 2147483647 h 121"/>
                <a:gd name="T56" fmla="*/ 2147483647 w 82"/>
                <a:gd name="T57" fmla="*/ 2147483647 h 121"/>
                <a:gd name="T58" fmla="*/ 2147483647 w 82"/>
                <a:gd name="T59" fmla="*/ 2147483647 h 121"/>
                <a:gd name="T60" fmla="*/ 2147483647 w 82"/>
                <a:gd name="T61" fmla="*/ 2147483647 h 121"/>
                <a:gd name="T62" fmla="*/ 2147483647 w 82"/>
                <a:gd name="T63" fmla="*/ 2147483647 h 121"/>
                <a:gd name="T64" fmla="*/ 2147483647 w 82"/>
                <a:gd name="T65" fmla="*/ 2147483647 h 121"/>
                <a:gd name="T66" fmla="*/ 2147483647 w 82"/>
                <a:gd name="T67" fmla="*/ 2147483647 h 121"/>
                <a:gd name="T68" fmla="*/ 2147483647 w 82"/>
                <a:gd name="T69" fmla="*/ 2147483647 h 121"/>
                <a:gd name="T70" fmla="*/ 2147483647 w 82"/>
                <a:gd name="T71" fmla="*/ 2147483647 h 121"/>
                <a:gd name="T72" fmla="*/ 2147483647 w 82"/>
                <a:gd name="T73" fmla="*/ 2147483647 h 121"/>
                <a:gd name="T74" fmla="*/ 2147483647 w 82"/>
                <a:gd name="T75" fmla="*/ 2147483647 h 121"/>
                <a:gd name="T76" fmla="*/ 2147483647 w 82"/>
                <a:gd name="T77" fmla="*/ 2147483647 h 121"/>
                <a:gd name="T78" fmla="*/ 2147483647 w 82"/>
                <a:gd name="T79" fmla="*/ 2147483647 h 121"/>
                <a:gd name="T80" fmla="*/ 2147483647 w 82"/>
                <a:gd name="T81" fmla="*/ 2147483647 h 121"/>
                <a:gd name="T82" fmla="*/ 2147483647 w 82"/>
                <a:gd name="T83" fmla="*/ 2147483647 h 121"/>
                <a:gd name="T84" fmla="*/ 2147483647 w 82"/>
                <a:gd name="T85" fmla="*/ 0 h 121"/>
                <a:gd name="T86" fmla="*/ 2147483647 w 82"/>
                <a:gd name="T87" fmla="*/ 2147483647 h 121"/>
                <a:gd name="T88" fmla="*/ 2147483647 w 82"/>
                <a:gd name="T89" fmla="*/ 2147483647 h 121"/>
                <a:gd name="T90" fmla="*/ 2147483647 w 82"/>
                <a:gd name="T91" fmla="*/ 2147483647 h 121"/>
                <a:gd name="T92" fmla="*/ 2147483647 w 82"/>
                <a:gd name="T93" fmla="*/ 2147483647 h 121"/>
                <a:gd name="T94" fmla="*/ 2147483647 w 82"/>
                <a:gd name="T95" fmla="*/ 2147483647 h 121"/>
                <a:gd name="T96" fmla="*/ 2147483647 w 82"/>
                <a:gd name="T97" fmla="*/ 2147483647 h 12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2" h="121">
                  <a:moveTo>
                    <a:pt x="82" y="46"/>
                  </a:moveTo>
                  <a:lnTo>
                    <a:pt x="80" y="48"/>
                  </a:lnTo>
                  <a:lnTo>
                    <a:pt x="79" y="50"/>
                  </a:lnTo>
                  <a:lnTo>
                    <a:pt x="77" y="48"/>
                  </a:lnTo>
                  <a:lnTo>
                    <a:pt x="75" y="47"/>
                  </a:lnTo>
                  <a:lnTo>
                    <a:pt x="72" y="48"/>
                  </a:lnTo>
                  <a:lnTo>
                    <a:pt x="71" y="53"/>
                  </a:lnTo>
                  <a:lnTo>
                    <a:pt x="71" y="55"/>
                  </a:lnTo>
                  <a:lnTo>
                    <a:pt x="68" y="56"/>
                  </a:lnTo>
                  <a:lnTo>
                    <a:pt x="65" y="57"/>
                  </a:lnTo>
                  <a:lnTo>
                    <a:pt x="64" y="57"/>
                  </a:lnTo>
                  <a:lnTo>
                    <a:pt x="63" y="59"/>
                  </a:lnTo>
                  <a:lnTo>
                    <a:pt x="62" y="60"/>
                  </a:lnTo>
                  <a:lnTo>
                    <a:pt x="61" y="60"/>
                  </a:lnTo>
                  <a:lnTo>
                    <a:pt x="62" y="64"/>
                  </a:lnTo>
                  <a:lnTo>
                    <a:pt x="63" y="64"/>
                  </a:lnTo>
                  <a:lnTo>
                    <a:pt x="64" y="63"/>
                  </a:lnTo>
                  <a:lnTo>
                    <a:pt x="64" y="62"/>
                  </a:lnTo>
                  <a:lnTo>
                    <a:pt x="66" y="63"/>
                  </a:lnTo>
                  <a:lnTo>
                    <a:pt x="67" y="63"/>
                  </a:lnTo>
                  <a:lnTo>
                    <a:pt x="68" y="63"/>
                  </a:lnTo>
                  <a:lnTo>
                    <a:pt x="68" y="70"/>
                  </a:lnTo>
                  <a:lnTo>
                    <a:pt x="67" y="70"/>
                  </a:lnTo>
                  <a:lnTo>
                    <a:pt x="66" y="73"/>
                  </a:lnTo>
                  <a:lnTo>
                    <a:pt x="65" y="73"/>
                  </a:lnTo>
                  <a:lnTo>
                    <a:pt x="63" y="72"/>
                  </a:lnTo>
                  <a:lnTo>
                    <a:pt x="62" y="72"/>
                  </a:lnTo>
                  <a:lnTo>
                    <a:pt x="62" y="73"/>
                  </a:lnTo>
                  <a:lnTo>
                    <a:pt x="61" y="74"/>
                  </a:lnTo>
                  <a:lnTo>
                    <a:pt x="59" y="74"/>
                  </a:lnTo>
                  <a:lnTo>
                    <a:pt x="56" y="78"/>
                  </a:lnTo>
                  <a:lnTo>
                    <a:pt x="55" y="79"/>
                  </a:lnTo>
                  <a:lnTo>
                    <a:pt x="56" y="81"/>
                  </a:lnTo>
                  <a:lnTo>
                    <a:pt x="57" y="83"/>
                  </a:lnTo>
                  <a:lnTo>
                    <a:pt x="57" y="84"/>
                  </a:lnTo>
                  <a:lnTo>
                    <a:pt x="59" y="85"/>
                  </a:lnTo>
                  <a:lnTo>
                    <a:pt x="60" y="87"/>
                  </a:lnTo>
                  <a:lnTo>
                    <a:pt x="60" y="89"/>
                  </a:lnTo>
                  <a:lnTo>
                    <a:pt x="61" y="89"/>
                  </a:lnTo>
                  <a:lnTo>
                    <a:pt x="60" y="92"/>
                  </a:lnTo>
                  <a:lnTo>
                    <a:pt x="61" y="93"/>
                  </a:lnTo>
                  <a:lnTo>
                    <a:pt x="62" y="93"/>
                  </a:lnTo>
                  <a:lnTo>
                    <a:pt x="62" y="94"/>
                  </a:lnTo>
                  <a:lnTo>
                    <a:pt x="64" y="96"/>
                  </a:lnTo>
                  <a:lnTo>
                    <a:pt x="66" y="97"/>
                  </a:lnTo>
                  <a:lnTo>
                    <a:pt x="67" y="97"/>
                  </a:lnTo>
                  <a:lnTo>
                    <a:pt x="68" y="98"/>
                  </a:lnTo>
                  <a:lnTo>
                    <a:pt x="68" y="99"/>
                  </a:lnTo>
                  <a:lnTo>
                    <a:pt x="66" y="99"/>
                  </a:lnTo>
                  <a:lnTo>
                    <a:pt x="66" y="100"/>
                  </a:lnTo>
                  <a:lnTo>
                    <a:pt x="67" y="100"/>
                  </a:lnTo>
                  <a:lnTo>
                    <a:pt x="70" y="101"/>
                  </a:lnTo>
                  <a:lnTo>
                    <a:pt x="69" y="102"/>
                  </a:lnTo>
                  <a:lnTo>
                    <a:pt x="72" y="103"/>
                  </a:lnTo>
                  <a:lnTo>
                    <a:pt x="73" y="103"/>
                  </a:lnTo>
                  <a:lnTo>
                    <a:pt x="74" y="104"/>
                  </a:lnTo>
                  <a:lnTo>
                    <a:pt x="74" y="105"/>
                  </a:lnTo>
                  <a:lnTo>
                    <a:pt x="72" y="106"/>
                  </a:lnTo>
                  <a:lnTo>
                    <a:pt x="71" y="106"/>
                  </a:lnTo>
                  <a:lnTo>
                    <a:pt x="68" y="105"/>
                  </a:lnTo>
                  <a:lnTo>
                    <a:pt x="66" y="105"/>
                  </a:lnTo>
                  <a:lnTo>
                    <a:pt x="63" y="106"/>
                  </a:lnTo>
                  <a:lnTo>
                    <a:pt x="62" y="107"/>
                  </a:lnTo>
                  <a:lnTo>
                    <a:pt x="62" y="109"/>
                  </a:lnTo>
                  <a:lnTo>
                    <a:pt x="62" y="110"/>
                  </a:lnTo>
                  <a:lnTo>
                    <a:pt x="63" y="111"/>
                  </a:lnTo>
                  <a:lnTo>
                    <a:pt x="63" y="113"/>
                  </a:lnTo>
                  <a:lnTo>
                    <a:pt x="62" y="114"/>
                  </a:lnTo>
                  <a:lnTo>
                    <a:pt x="62" y="115"/>
                  </a:lnTo>
                  <a:lnTo>
                    <a:pt x="63" y="117"/>
                  </a:lnTo>
                  <a:lnTo>
                    <a:pt x="63" y="118"/>
                  </a:lnTo>
                  <a:lnTo>
                    <a:pt x="63" y="119"/>
                  </a:lnTo>
                  <a:lnTo>
                    <a:pt x="63" y="120"/>
                  </a:lnTo>
                  <a:lnTo>
                    <a:pt x="62" y="121"/>
                  </a:lnTo>
                  <a:lnTo>
                    <a:pt x="62" y="120"/>
                  </a:lnTo>
                  <a:lnTo>
                    <a:pt x="61" y="120"/>
                  </a:lnTo>
                  <a:lnTo>
                    <a:pt x="61" y="119"/>
                  </a:lnTo>
                  <a:lnTo>
                    <a:pt x="60" y="120"/>
                  </a:lnTo>
                  <a:lnTo>
                    <a:pt x="58" y="120"/>
                  </a:lnTo>
                  <a:lnTo>
                    <a:pt x="57" y="119"/>
                  </a:lnTo>
                  <a:lnTo>
                    <a:pt x="55" y="116"/>
                  </a:lnTo>
                  <a:lnTo>
                    <a:pt x="53" y="114"/>
                  </a:lnTo>
                  <a:lnTo>
                    <a:pt x="52" y="114"/>
                  </a:lnTo>
                  <a:lnTo>
                    <a:pt x="50" y="115"/>
                  </a:lnTo>
                  <a:lnTo>
                    <a:pt x="49" y="115"/>
                  </a:lnTo>
                  <a:lnTo>
                    <a:pt x="49" y="116"/>
                  </a:lnTo>
                  <a:lnTo>
                    <a:pt x="48" y="115"/>
                  </a:lnTo>
                  <a:lnTo>
                    <a:pt x="47" y="115"/>
                  </a:lnTo>
                  <a:lnTo>
                    <a:pt x="47" y="114"/>
                  </a:lnTo>
                  <a:lnTo>
                    <a:pt x="47" y="113"/>
                  </a:lnTo>
                  <a:lnTo>
                    <a:pt x="46" y="112"/>
                  </a:lnTo>
                  <a:lnTo>
                    <a:pt x="45" y="113"/>
                  </a:lnTo>
                  <a:lnTo>
                    <a:pt x="44" y="112"/>
                  </a:lnTo>
                  <a:lnTo>
                    <a:pt x="44" y="111"/>
                  </a:lnTo>
                  <a:lnTo>
                    <a:pt x="43" y="110"/>
                  </a:lnTo>
                  <a:lnTo>
                    <a:pt x="41" y="110"/>
                  </a:lnTo>
                  <a:lnTo>
                    <a:pt x="39" y="109"/>
                  </a:lnTo>
                  <a:lnTo>
                    <a:pt x="38" y="109"/>
                  </a:lnTo>
                  <a:lnTo>
                    <a:pt x="37" y="109"/>
                  </a:lnTo>
                  <a:lnTo>
                    <a:pt x="36" y="109"/>
                  </a:lnTo>
                  <a:lnTo>
                    <a:pt x="35" y="108"/>
                  </a:lnTo>
                  <a:lnTo>
                    <a:pt x="32" y="108"/>
                  </a:lnTo>
                  <a:lnTo>
                    <a:pt x="26" y="109"/>
                  </a:lnTo>
                  <a:lnTo>
                    <a:pt x="25" y="109"/>
                  </a:lnTo>
                  <a:lnTo>
                    <a:pt x="24" y="109"/>
                  </a:lnTo>
                  <a:lnTo>
                    <a:pt x="23" y="111"/>
                  </a:lnTo>
                  <a:lnTo>
                    <a:pt x="23" y="112"/>
                  </a:lnTo>
                  <a:lnTo>
                    <a:pt x="23" y="113"/>
                  </a:lnTo>
                  <a:lnTo>
                    <a:pt x="22" y="116"/>
                  </a:lnTo>
                  <a:lnTo>
                    <a:pt x="21" y="117"/>
                  </a:lnTo>
                  <a:lnTo>
                    <a:pt x="20" y="116"/>
                  </a:lnTo>
                  <a:lnTo>
                    <a:pt x="19" y="116"/>
                  </a:lnTo>
                  <a:lnTo>
                    <a:pt x="18" y="115"/>
                  </a:lnTo>
                  <a:lnTo>
                    <a:pt x="16" y="116"/>
                  </a:lnTo>
                  <a:lnTo>
                    <a:pt x="14" y="116"/>
                  </a:lnTo>
                  <a:lnTo>
                    <a:pt x="13" y="116"/>
                  </a:lnTo>
                  <a:lnTo>
                    <a:pt x="13" y="115"/>
                  </a:lnTo>
                  <a:lnTo>
                    <a:pt x="12" y="114"/>
                  </a:lnTo>
                  <a:lnTo>
                    <a:pt x="11" y="111"/>
                  </a:lnTo>
                  <a:lnTo>
                    <a:pt x="10" y="111"/>
                  </a:lnTo>
                  <a:lnTo>
                    <a:pt x="10" y="109"/>
                  </a:lnTo>
                  <a:lnTo>
                    <a:pt x="9" y="109"/>
                  </a:lnTo>
                  <a:lnTo>
                    <a:pt x="8" y="107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7" y="105"/>
                  </a:lnTo>
                  <a:lnTo>
                    <a:pt x="7" y="104"/>
                  </a:lnTo>
                  <a:lnTo>
                    <a:pt x="8" y="104"/>
                  </a:lnTo>
                  <a:lnTo>
                    <a:pt x="9" y="104"/>
                  </a:lnTo>
                  <a:lnTo>
                    <a:pt x="9" y="103"/>
                  </a:lnTo>
                  <a:lnTo>
                    <a:pt x="8" y="101"/>
                  </a:lnTo>
                  <a:lnTo>
                    <a:pt x="8" y="100"/>
                  </a:lnTo>
                  <a:lnTo>
                    <a:pt x="8" y="99"/>
                  </a:lnTo>
                  <a:lnTo>
                    <a:pt x="9" y="96"/>
                  </a:lnTo>
                  <a:lnTo>
                    <a:pt x="10" y="95"/>
                  </a:lnTo>
                  <a:lnTo>
                    <a:pt x="11" y="93"/>
                  </a:lnTo>
                  <a:lnTo>
                    <a:pt x="10" y="92"/>
                  </a:lnTo>
                  <a:lnTo>
                    <a:pt x="10" y="90"/>
                  </a:lnTo>
                  <a:lnTo>
                    <a:pt x="10" y="87"/>
                  </a:lnTo>
                  <a:lnTo>
                    <a:pt x="12" y="83"/>
                  </a:lnTo>
                  <a:lnTo>
                    <a:pt x="12" y="82"/>
                  </a:lnTo>
                  <a:lnTo>
                    <a:pt x="9" y="77"/>
                  </a:lnTo>
                  <a:lnTo>
                    <a:pt x="8" y="75"/>
                  </a:lnTo>
                  <a:lnTo>
                    <a:pt x="6" y="74"/>
                  </a:lnTo>
                  <a:lnTo>
                    <a:pt x="5" y="71"/>
                  </a:lnTo>
                  <a:lnTo>
                    <a:pt x="1" y="53"/>
                  </a:lnTo>
                  <a:lnTo>
                    <a:pt x="0" y="48"/>
                  </a:lnTo>
                  <a:lnTo>
                    <a:pt x="17" y="20"/>
                  </a:lnTo>
                  <a:lnTo>
                    <a:pt x="18" y="18"/>
                  </a:lnTo>
                  <a:lnTo>
                    <a:pt x="22" y="14"/>
                  </a:lnTo>
                  <a:lnTo>
                    <a:pt x="25" y="6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3" y="0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0" y="1"/>
                  </a:lnTo>
                  <a:lnTo>
                    <a:pt x="44" y="2"/>
                  </a:lnTo>
                  <a:lnTo>
                    <a:pt x="49" y="2"/>
                  </a:lnTo>
                  <a:lnTo>
                    <a:pt x="49" y="3"/>
                  </a:lnTo>
                  <a:lnTo>
                    <a:pt x="51" y="3"/>
                  </a:lnTo>
                  <a:lnTo>
                    <a:pt x="53" y="6"/>
                  </a:lnTo>
                  <a:lnTo>
                    <a:pt x="54" y="6"/>
                  </a:lnTo>
                  <a:lnTo>
                    <a:pt x="54" y="8"/>
                  </a:lnTo>
                  <a:lnTo>
                    <a:pt x="56" y="8"/>
                  </a:lnTo>
                  <a:lnTo>
                    <a:pt x="56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3" y="15"/>
                  </a:lnTo>
                  <a:lnTo>
                    <a:pt x="64" y="16"/>
                  </a:lnTo>
                  <a:lnTo>
                    <a:pt x="66" y="18"/>
                  </a:lnTo>
                  <a:lnTo>
                    <a:pt x="67" y="22"/>
                  </a:lnTo>
                  <a:lnTo>
                    <a:pt x="72" y="31"/>
                  </a:lnTo>
                  <a:lnTo>
                    <a:pt x="72" y="32"/>
                  </a:lnTo>
                  <a:lnTo>
                    <a:pt x="74" y="37"/>
                  </a:lnTo>
                  <a:lnTo>
                    <a:pt x="75" y="38"/>
                  </a:lnTo>
                  <a:lnTo>
                    <a:pt x="79" y="43"/>
                  </a:lnTo>
                  <a:lnTo>
                    <a:pt x="82" y="4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Freeform 5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336548" y="960314"/>
              <a:ext cx="429005" cy="820914"/>
            </a:xfrm>
            <a:custGeom>
              <a:avLst/>
              <a:gdLst>
                <a:gd name="T0" fmla="*/ 2147483647 w 56"/>
                <a:gd name="T1" fmla="*/ 2147483647 h 106"/>
                <a:gd name="T2" fmla="*/ 2147483647 w 56"/>
                <a:gd name="T3" fmla="*/ 2147483647 h 106"/>
                <a:gd name="T4" fmla="*/ 2147483647 w 56"/>
                <a:gd name="T5" fmla="*/ 2147483647 h 106"/>
                <a:gd name="T6" fmla="*/ 2147483647 w 56"/>
                <a:gd name="T7" fmla="*/ 2147483647 h 106"/>
                <a:gd name="T8" fmla="*/ 2147483647 w 56"/>
                <a:gd name="T9" fmla="*/ 2147483647 h 106"/>
                <a:gd name="T10" fmla="*/ 2147483647 w 56"/>
                <a:gd name="T11" fmla="*/ 2147483647 h 106"/>
                <a:gd name="T12" fmla="*/ 2147483647 w 56"/>
                <a:gd name="T13" fmla="*/ 2147483647 h 106"/>
                <a:gd name="T14" fmla="*/ 2147483647 w 56"/>
                <a:gd name="T15" fmla="*/ 2147483647 h 106"/>
                <a:gd name="T16" fmla="*/ 2147483647 w 56"/>
                <a:gd name="T17" fmla="*/ 2147483647 h 106"/>
                <a:gd name="T18" fmla="*/ 2147483647 w 56"/>
                <a:gd name="T19" fmla="*/ 2147483647 h 106"/>
                <a:gd name="T20" fmla="*/ 2147483647 w 56"/>
                <a:gd name="T21" fmla="*/ 2147483647 h 106"/>
                <a:gd name="T22" fmla="*/ 2147483647 w 56"/>
                <a:gd name="T23" fmla="*/ 2147483647 h 106"/>
                <a:gd name="T24" fmla="*/ 2147483647 w 56"/>
                <a:gd name="T25" fmla="*/ 2147483647 h 106"/>
                <a:gd name="T26" fmla="*/ 2147483647 w 56"/>
                <a:gd name="T27" fmla="*/ 2147483647 h 106"/>
                <a:gd name="T28" fmla="*/ 2147483647 w 56"/>
                <a:gd name="T29" fmla="*/ 2147483647 h 106"/>
                <a:gd name="T30" fmla="*/ 2147483647 w 56"/>
                <a:gd name="T31" fmla="*/ 2147483647 h 106"/>
                <a:gd name="T32" fmla="*/ 2147483647 w 56"/>
                <a:gd name="T33" fmla="*/ 2147483647 h 106"/>
                <a:gd name="T34" fmla="*/ 2147483647 w 56"/>
                <a:gd name="T35" fmla="*/ 2147483647 h 106"/>
                <a:gd name="T36" fmla="*/ 2147483647 w 56"/>
                <a:gd name="T37" fmla="*/ 2147483647 h 106"/>
                <a:gd name="T38" fmla="*/ 2147483647 w 56"/>
                <a:gd name="T39" fmla="*/ 2147483647 h 106"/>
                <a:gd name="T40" fmla="*/ 2147483647 w 56"/>
                <a:gd name="T41" fmla="*/ 2147483647 h 106"/>
                <a:gd name="T42" fmla="*/ 2147483647 w 56"/>
                <a:gd name="T43" fmla="*/ 2147483647 h 106"/>
                <a:gd name="T44" fmla="*/ 2147483647 w 56"/>
                <a:gd name="T45" fmla="*/ 2147483647 h 106"/>
                <a:gd name="T46" fmla="*/ 2147483647 w 56"/>
                <a:gd name="T47" fmla="*/ 2147483647 h 106"/>
                <a:gd name="T48" fmla="*/ 2147483647 w 56"/>
                <a:gd name="T49" fmla="*/ 2147483647 h 106"/>
                <a:gd name="T50" fmla="*/ 2147483647 w 56"/>
                <a:gd name="T51" fmla="*/ 2147483647 h 106"/>
                <a:gd name="T52" fmla="*/ 2147483647 w 56"/>
                <a:gd name="T53" fmla="*/ 2147483647 h 106"/>
                <a:gd name="T54" fmla="*/ 2147483647 w 56"/>
                <a:gd name="T55" fmla="*/ 2147483647 h 106"/>
                <a:gd name="T56" fmla="*/ 2147483647 w 56"/>
                <a:gd name="T57" fmla="*/ 2147483647 h 106"/>
                <a:gd name="T58" fmla="*/ 2147483647 w 56"/>
                <a:gd name="T59" fmla="*/ 2147483647 h 106"/>
                <a:gd name="T60" fmla="*/ 2147483647 w 56"/>
                <a:gd name="T61" fmla="*/ 2147483647 h 106"/>
                <a:gd name="T62" fmla="*/ 2147483647 w 56"/>
                <a:gd name="T63" fmla="*/ 2147483647 h 106"/>
                <a:gd name="T64" fmla="*/ 2147483647 w 56"/>
                <a:gd name="T65" fmla="*/ 2147483647 h 106"/>
                <a:gd name="T66" fmla="*/ 2147483647 w 56"/>
                <a:gd name="T67" fmla="*/ 2147483647 h 106"/>
                <a:gd name="T68" fmla="*/ 2147483647 w 56"/>
                <a:gd name="T69" fmla="*/ 2147483647 h 106"/>
                <a:gd name="T70" fmla="*/ 2147483647 w 56"/>
                <a:gd name="T71" fmla="*/ 2147483647 h 106"/>
                <a:gd name="T72" fmla="*/ 2147483647 w 56"/>
                <a:gd name="T73" fmla="*/ 2147483647 h 106"/>
                <a:gd name="T74" fmla="*/ 2147483647 w 56"/>
                <a:gd name="T75" fmla="*/ 2147483647 h 106"/>
                <a:gd name="T76" fmla="*/ 2147483647 w 56"/>
                <a:gd name="T77" fmla="*/ 2147483647 h 106"/>
                <a:gd name="T78" fmla="*/ 2147483647 w 56"/>
                <a:gd name="T79" fmla="*/ 2147483647 h 106"/>
                <a:gd name="T80" fmla="*/ 2147483647 w 56"/>
                <a:gd name="T81" fmla="*/ 2147483647 h 106"/>
                <a:gd name="T82" fmla="*/ 2147483647 w 56"/>
                <a:gd name="T83" fmla="*/ 2147483647 h 106"/>
                <a:gd name="T84" fmla="*/ 2147483647 w 56"/>
                <a:gd name="T85" fmla="*/ 2147483647 h 106"/>
                <a:gd name="T86" fmla="*/ 2147483647 w 56"/>
                <a:gd name="T87" fmla="*/ 2147483647 h 106"/>
                <a:gd name="T88" fmla="*/ 2147483647 w 56"/>
                <a:gd name="T89" fmla="*/ 2147483647 h 106"/>
                <a:gd name="T90" fmla="*/ 2147483647 w 56"/>
                <a:gd name="T91" fmla="*/ 2147483647 h 106"/>
                <a:gd name="T92" fmla="*/ 2147483647 w 56"/>
                <a:gd name="T93" fmla="*/ 2147483647 h 106"/>
                <a:gd name="T94" fmla="*/ 2147483647 w 56"/>
                <a:gd name="T95" fmla="*/ 2147483647 h 106"/>
                <a:gd name="T96" fmla="*/ 2147483647 w 56"/>
                <a:gd name="T97" fmla="*/ 2147483647 h 106"/>
                <a:gd name="T98" fmla="*/ 2147483647 w 56"/>
                <a:gd name="T99" fmla="*/ 2147483647 h 106"/>
                <a:gd name="T100" fmla="*/ 2147483647 w 56"/>
                <a:gd name="T101" fmla="*/ 2147483647 h 106"/>
                <a:gd name="T102" fmla="*/ 0 w 56"/>
                <a:gd name="T103" fmla="*/ 2147483647 h 10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6" h="106">
                  <a:moveTo>
                    <a:pt x="0" y="33"/>
                  </a:moveTo>
                  <a:lnTo>
                    <a:pt x="1" y="32"/>
                  </a:lnTo>
                  <a:lnTo>
                    <a:pt x="4" y="28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10" y="27"/>
                  </a:lnTo>
                  <a:lnTo>
                    <a:pt x="11" y="27"/>
                  </a:lnTo>
                  <a:lnTo>
                    <a:pt x="12" y="24"/>
                  </a:lnTo>
                  <a:lnTo>
                    <a:pt x="13" y="24"/>
                  </a:lnTo>
                  <a:lnTo>
                    <a:pt x="13" y="17"/>
                  </a:lnTo>
                  <a:lnTo>
                    <a:pt x="12" y="17"/>
                  </a:lnTo>
                  <a:lnTo>
                    <a:pt x="11" y="17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8" y="18"/>
                  </a:lnTo>
                  <a:lnTo>
                    <a:pt x="7" y="18"/>
                  </a:lnTo>
                  <a:lnTo>
                    <a:pt x="6" y="14"/>
                  </a:lnTo>
                  <a:lnTo>
                    <a:pt x="7" y="14"/>
                  </a:lnTo>
                  <a:lnTo>
                    <a:pt x="8" y="13"/>
                  </a:lnTo>
                  <a:lnTo>
                    <a:pt x="9" y="11"/>
                  </a:lnTo>
                  <a:lnTo>
                    <a:pt x="10" y="11"/>
                  </a:lnTo>
                  <a:lnTo>
                    <a:pt x="13" y="10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7" y="2"/>
                  </a:lnTo>
                  <a:lnTo>
                    <a:pt x="20" y="1"/>
                  </a:lnTo>
                  <a:lnTo>
                    <a:pt x="22" y="2"/>
                  </a:lnTo>
                  <a:lnTo>
                    <a:pt x="24" y="4"/>
                  </a:lnTo>
                  <a:lnTo>
                    <a:pt x="25" y="2"/>
                  </a:lnTo>
                  <a:lnTo>
                    <a:pt x="27" y="0"/>
                  </a:lnTo>
                  <a:lnTo>
                    <a:pt x="29" y="3"/>
                  </a:lnTo>
                  <a:lnTo>
                    <a:pt x="26" y="6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3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0" y="18"/>
                  </a:lnTo>
                  <a:lnTo>
                    <a:pt x="29" y="19"/>
                  </a:lnTo>
                  <a:lnTo>
                    <a:pt x="29" y="20"/>
                  </a:lnTo>
                  <a:lnTo>
                    <a:pt x="31" y="21"/>
                  </a:lnTo>
                  <a:lnTo>
                    <a:pt x="31" y="22"/>
                  </a:lnTo>
                  <a:lnTo>
                    <a:pt x="32" y="22"/>
                  </a:lnTo>
                  <a:lnTo>
                    <a:pt x="31" y="24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5" y="27"/>
                  </a:lnTo>
                  <a:lnTo>
                    <a:pt x="35" y="29"/>
                  </a:lnTo>
                  <a:lnTo>
                    <a:pt x="36" y="30"/>
                  </a:lnTo>
                  <a:lnTo>
                    <a:pt x="36" y="32"/>
                  </a:lnTo>
                  <a:lnTo>
                    <a:pt x="36" y="34"/>
                  </a:lnTo>
                  <a:lnTo>
                    <a:pt x="37" y="34"/>
                  </a:lnTo>
                  <a:lnTo>
                    <a:pt x="38" y="35"/>
                  </a:lnTo>
                  <a:lnTo>
                    <a:pt x="40" y="37"/>
                  </a:lnTo>
                  <a:lnTo>
                    <a:pt x="41" y="40"/>
                  </a:lnTo>
                  <a:lnTo>
                    <a:pt x="43" y="40"/>
                  </a:lnTo>
                  <a:lnTo>
                    <a:pt x="44" y="40"/>
                  </a:lnTo>
                  <a:lnTo>
                    <a:pt x="46" y="42"/>
                  </a:lnTo>
                  <a:lnTo>
                    <a:pt x="47" y="41"/>
                  </a:lnTo>
                  <a:lnTo>
                    <a:pt x="48" y="41"/>
                  </a:lnTo>
                  <a:lnTo>
                    <a:pt x="49" y="41"/>
                  </a:lnTo>
                  <a:lnTo>
                    <a:pt x="51" y="41"/>
                  </a:lnTo>
                  <a:lnTo>
                    <a:pt x="52" y="41"/>
                  </a:lnTo>
                  <a:lnTo>
                    <a:pt x="52" y="43"/>
                  </a:lnTo>
                  <a:lnTo>
                    <a:pt x="52" y="50"/>
                  </a:lnTo>
                  <a:lnTo>
                    <a:pt x="52" y="51"/>
                  </a:lnTo>
                  <a:lnTo>
                    <a:pt x="53" y="53"/>
                  </a:lnTo>
                  <a:lnTo>
                    <a:pt x="56" y="53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6" y="63"/>
                  </a:lnTo>
                  <a:lnTo>
                    <a:pt x="45" y="63"/>
                  </a:lnTo>
                  <a:lnTo>
                    <a:pt x="44" y="64"/>
                  </a:lnTo>
                  <a:lnTo>
                    <a:pt x="43" y="63"/>
                  </a:lnTo>
                  <a:lnTo>
                    <a:pt x="42" y="63"/>
                  </a:lnTo>
                  <a:lnTo>
                    <a:pt x="42" y="64"/>
                  </a:lnTo>
                  <a:lnTo>
                    <a:pt x="41" y="65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0" y="67"/>
                  </a:lnTo>
                  <a:lnTo>
                    <a:pt x="40" y="69"/>
                  </a:lnTo>
                  <a:lnTo>
                    <a:pt x="41" y="69"/>
                  </a:lnTo>
                  <a:lnTo>
                    <a:pt x="40" y="69"/>
                  </a:lnTo>
                  <a:lnTo>
                    <a:pt x="39" y="69"/>
                  </a:lnTo>
                  <a:lnTo>
                    <a:pt x="38" y="70"/>
                  </a:lnTo>
                  <a:lnTo>
                    <a:pt x="37" y="70"/>
                  </a:lnTo>
                  <a:lnTo>
                    <a:pt x="36" y="71"/>
                  </a:lnTo>
                  <a:lnTo>
                    <a:pt x="35" y="71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3" y="73"/>
                  </a:lnTo>
                  <a:lnTo>
                    <a:pt x="33" y="74"/>
                  </a:lnTo>
                  <a:lnTo>
                    <a:pt x="33" y="73"/>
                  </a:lnTo>
                  <a:lnTo>
                    <a:pt x="32" y="73"/>
                  </a:lnTo>
                  <a:lnTo>
                    <a:pt x="30" y="74"/>
                  </a:lnTo>
                  <a:lnTo>
                    <a:pt x="30" y="75"/>
                  </a:lnTo>
                  <a:lnTo>
                    <a:pt x="30" y="76"/>
                  </a:lnTo>
                  <a:lnTo>
                    <a:pt x="32" y="76"/>
                  </a:lnTo>
                  <a:lnTo>
                    <a:pt x="32" y="78"/>
                  </a:lnTo>
                  <a:lnTo>
                    <a:pt x="33" y="79"/>
                  </a:lnTo>
                  <a:lnTo>
                    <a:pt x="32" y="80"/>
                  </a:lnTo>
                  <a:lnTo>
                    <a:pt x="31" y="82"/>
                  </a:lnTo>
                  <a:lnTo>
                    <a:pt x="32" y="84"/>
                  </a:lnTo>
                  <a:lnTo>
                    <a:pt x="32" y="86"/>
                  </a:lnTo>
                  <a:lnTo>
                    <a:pt x="33" y="87"/>
                  </a:lnTo>
                  <a:lnTo>
                    <a:pt x="34" y="88"/>
                  </a:lnTo>
                  <a:lnTo>
                    <a:pt x="35" y="89"/>
                  </a:lnTo>
                  <a:lnTo>
                    <a:pt x="35" y="92"/>
                  </a:lnTo>
                  <a:lnTo>
                    <a:pt x="32" y="92"/>
                  </a:lnTo>
                  <a:lnTo>
                    <a:pt x="31" y="93"/>
                  </a:lnTo>
                  <a:lnTo>
                    <a:pt x="29" y="93"/>
                  </a:lnTo>
                  <a:lnTo>
                    <a:pt x="28" y="93"/>
                  </a:lnTo>
                  <a:lnTo>
                    <a:pt x="27" y="93"/>
                  </a:lnTo>
                  <a:lnTo>
                    <a:pt x="26" y="94"/>
                  </a:lnTo>
                  <a:lnTo>
                    <a:pt x="25" y="96"/>
                  </a:lnTo>
                  <a:lnTo>
                    <a:pt x="25" y="102"/>
                  </a:lnTo>
                  <a:lnTo>
                    <a:pt x="24" y="102"/>
                  </a:lnTo>
                  <a:lnTo>
                    <a:pt x="23" y="101"/>
                  </a:lnTo>
                  <a:lnTo>
                    <a:pt x="22" y="102"/>
                  </a:lnTo>
                  <a:lnTo>
                    <a:pt x="21" y="103"/>
                  </a:lnTo>
                  <a:lnTo>
                    <a:pt x="22" y="103"/>
                  </a:lnTo>
                  <a:lnTo>
                    <a:pt x="22" y="104"/>
                  </a:lnTo>
                  <a:lnTo>
                    <a:pt x="21" y="106"/>
                  </a:lnTo>
                  <a:lnTo>
                    <a:pt x="21" y="105"/>
                  </a:lnTo>
                  <a:lnTo>
                    <a:pt x="18" y="105"/>
                  </a:lnTo>
                  <a:lnTo>
                    <a:pt x="18" y="106"/>
                  </a:lnTo>
                  <a:lnTo>
                    <a:pt x="14" y="106"/>
                  </a:lnTo>
                  <a:lnTo>
                    <a:pt x="13" y="105"/>
                  </a:lnTo>
                  <a:lnTo>
                    <a:pt x="14" y="93"/>
                  </a:lnTo>
                  <a:lnTo>
                    <a:pt x="13" y="92"/>
                  </a:lnTo>
                  <a:lnTo>
                    <a:pt x="12" y="90"/>
                  </a:lnTo>
                  <a:lnTo>
                    <a:pt x="11" y="88"/>
                  </a:lnTo>
                  <a:lnTo>
                    <a:pt x="11" y="87"/>
                  </a:lnTo>
                  <a:lnTo>
                    <a:pt x="11" y="84"/>
                  </a:lnTo>
                  <a:lnTo>
                    <a:pt x="11" y="83"/>
                  </a:lnTo>
                  <a:lnTo>
                    <a:pt x="11" y="80"/>
                  </a:lnTo>
                  <a:lnTo>
                    <a:pt x="10" y="80"/>
                  </a:lnTo>
                  <a:lnTo>
                    <a:pt x="8" y="76"/>
                  </a:lnTo>
                  <a:lnTo>
                    <a:pt x="7" y="75"/>
                  </a:lnTo>
                  <a:lnTo>
                    <a:pt x="8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8" y="71"/>
                  </a:lnTo>
                  <a:lnTo>
                    <a:pt x="7" y="69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8" y="65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11" y="59"/>
                  </a:lnTo>
                  <a:lnTo>
                    <a:pt x="13" y="59"/>
                  </a:lnTo>
                  <a:lnTo>
                    <a:pt x="16" y="60"/>
                  </a:lnTo>
                  <a:lnTo>
                    <a:pt x="17" y="60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8" y="57"/>
                  </a:lnTo>
                  <a:lnTo>
                    <a:pt x="17" y="57"/>
                  </a:lnTo>
                  <a:lnTo>
                    <a:pt x="14" y="56"/>
                  </a:lnTo>
                  <a:lnTo>
                    <a:pt x="15" y="55"/>
                  </a:lnTo>
                  <a:lnTo>
                    <a:pt x="12" y="54"/>
                  </a:lnTo>
                  <a:lnTo>
                    <a:pt x="11" y="54"/>
                  </a:lnTo>
                  <a:lnTo>
                    <a:pt x="11" y="53"/>
                  </a:lnTo>
                  <a:lnTo>
                    <a:pt x="13" y="53"/>
                  </a:lnTo>
                  <a:lnTo>
                    <a:pt x="13" y="52"/>
                  </a:lnTo>
                  <a:lnTo>
                    <a:pt x="12" y="51"/>
                  </a:lnTo>
                  <a:lnTo>
                    <a:pt x="11" y="51"/>
                  </a:lnTo>
                  <a:lnTo>
                    <a:pt x="9" y="50"/>
                  </a:lnTo>
                  <a:lnTo>
                    <a:pt x="7" y="48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5" y="46"/>
                  </a:lnTo>
                  <a:lnTo>
                    <a:pt x="6" y="43"/>
                  </a:lnTo>
                  <a:lnTo>
                    <a:pt x="5" y="43"/>
                  </a:lnTo>
                  <a:lnTo>
                    <a:pt x="5" y="41"/>
                  </a:lnTo>
                  <a:lnTo>
                    <a:pt x="4" y="39"/>
                  </a:lnTo>
                  <a:lnTo>
                    <a:pt x="2" y="38"/>
                  </a:lnTo>
                  <a:lnTo>
                    <a:pt x="2" y="37"/>
                  </a:lnTo>
                  <a:lnTo>
                    <a:pt x="1" y="35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Freeform 6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160349" y="1533405"/>
              <a:ext cx="635847" cy="596324"/>
            </a:xfrm>
            <a:custGeom>
              <a:avLst/>
              <a:gdLst>
                <a:gd name="T0" fmla="*/ 2147483647 w 83"/>
                <a:gd name="T1" fmla="*/ 2147483647 h 77"/>
                <a:gd name="T2" fmla="*/ 2147483647 w 83"/>
                <a:gd name="T3" fmla="*/ 2147483647 h 77"/>
                <a:gd name="T4" fmla="*/ 2147483647 w 83"/>
                <a:gd name="T5" fmla="*/ 2147483647 h 77"/>
                <a:gd name="T6" fmla="*/ 2147483647 w 83"/>
                <a:gd name="T7" fmla="*/ 2147483647 h 77"/>
                <a:gd name="T8" fmla="*/ 2147483647 w 83"/>
                <a:gd name="T9" fmla="*/ 2147483647 h 77"/>
                <a:gd name="T10" fmla="*/ 2147483647 w 83"/>
                <a:gd name="T11" fmla="*/ 2147483647 h 77"/>
                <a:gd name="T12" fmla="*/ 2147483647 w 83"/>
                <a:gd name="T13" fmla="*/ 2147483647 h 77"/>
                <a:gd name="T14" fmla="*/ 2147483647 w 83"/>
                <a:gd name="T15" fmla="*/ 2147483647 h 77"/>
                <a:gd name="T16" fmla="*/ 2147483647 w 83"/>
                <a:gd name="T17" fmla="*/ 2147483647 h 77"/>
                <a:gd name="T18" fmla="*/ 2147483647 w 83"/>
                <a:gd name="T19" fmla="*/ 2147483647 h 77"/>
                <a:gd name="T20" fmla="*/ 2147483647 w 83"/>
                <a:gd name="T21" fmla="*/ 2147483647 h 77"/>
                <a:gd name="T22" fmla="*/ 2147483647 w 83"/>
                <a:gd name="T23" fmla="*/ 2147483647 h 77"/>
                <a:gd name="T24" fmla="*/ 2147483647 w 83"/>
                <a:gd name="T25" fmla="*/ 2147483647 h 77"/>
                <a:gd name="T26" fmla="*/ 2147483647 w 83"/>
                <a:gd name="T27" fmla="*/ 2147483647 h 77"/>
                <a:gd name="T28" fmla="*/ 2147483647 w 83"/>
                <a:gd name="T29" fmla="*/ 2147483647 h 77"/>
                <a:gd name="T30" fmla="*/ 2147483647 w 83"/>
                <a:gd name="T31" fmla="*/ 2147483647 h 77"/>
                <a:gd name="T32" fmla="*/ 2147483647 w 83"/>
                <a:gd name="T33" fmla="*/ 2147483647 h 77"/>
                <a:gd name="T34" fmla="*/ 2147483647 w 83"/>
                <a:gd name="T35" fmla="*/ 2147483647 h 77"/>
                <a:gd name="T36" fmla="*/ 2147483647 w 83"/>
                <a:gd name="T37" fmla="*/ 2147483647 h 77"/>
                <a:gd name="T38" fmla="*/ 2147483647 w 83"/>
                <a:gd name="T39" fmla="*/ 2147483647 h 77"/>
                <a:gd name="T40" fmla="*/ 2147483647 w 83"/>
                <a:gd name="T41" fmla="*/ 2147483647 h 77"/>
                <a:gd name="T42" fmla="*/ 2147483647 w 83"/>
                <a:gd name="T43" fmla="*/ 2147483647 h 77"/>
                <a:gd name="T44" fmla="*/ 2147483647 w 83"/>
                <a:gd name="T45" fmla="*/ 2147483647 h 77"/>
                <a:gd name="T46" fmla="*/ 2147483647 w 83"/>
                <a:gd name="T47" fmla="*/ 2147483647 h 77"/>
                <a:gd name="T48" fmla="*/ 2147483647 w 83"/>
                <a:gd name="T49" fmla="*/ 2147483647 h 77"/>
                <a:gd name="T50" fmla="*/ 2147483647 w 83"/>
                <a:gd name="T51" fmla="*/ 2147483647 h 77"/>
                <a:gd name="T52" fmla="*/ 2147483647 w 83"/>
                <a:gd name="T53" fmla="*/ 2147483647 h 77"/>
                <a:gd name="T54" fmla="*/ 2147483647 w 83"/>
                <a:gd name="T55" fmla="*/ 2147483647 h 77"/>
                <a:gd name="T56" fmla="*/ 2147483647 w 83"/>
                <a:gd name="T57" fmla="*/ 2147483647 h 77"/>
                <a:gd name="T58" fmla="*/ 2147483647 w 83"/>
                <a:gd name="T59" fmla="*/ 2147483647 h 77"/>
                <a:gd name="T60" fmla="*/ 2147483647 w 83"/>
                <a:gd name="T61" fmla="*/ 2147483647 h 77"/>
                <a:gd name="T62" fmla="*/ 2147483647 w 83"/>
                <a:gd name="T63" fmla="*/ 2147483647 h 77"/>
                <a:gd name="T64" fmla="*/ 2147483647 w 83"/>
                <a:gd name="T65" fmla="*/ 2147483647 h 77"/>
                <a:gd name="T66" fmla="*/ 2147483647 w 83"/>
                <a:gd name="T67" fmla="*/ 2147483647 h 77"/>
                <a:gd name="T68" fmla="*/ 2147483647 w 83"/>
                <a:gd name="T69" fmla="*/ 2147483647 h 77"/>
                <a:gd name="T70" fmla="*/ 2147483647 w 83"/>
                <a:gd name="T71" fmla="*/ 2147483647 h 77"/>
                <a:gd name="T72" fmla="*/ 2147483647 w 83"/>
                <a:gd name="T73" fmla="*/ 2147483647 h 77"/>
                <a:gd name="T74" fmla="*/ 2147483647 w 83"/>
                <a:gd name="T75" fmla="*/ 2147483647 h 77"/>
                <a:gd name="T76" fmla="*/ 2147483647 w 83"/>
                <a:gd name="T77" fmla="*/ 2147483647 h 77"/>
                <a:gd name="T78" fmla="*/ 2147483647 w 83"/>
                <a:gd name="T79" fmla="*/ 2147483647 h 77"/>
                <a:gd name="T80" fmla="*/ 2147483647 w 83"/>
                <a:gd name="T81" fmla="*/ 2147483647 h 77"/>
                <a:gd name="T82" fmla="*/ 2147483647 w 83"/>
                <a:gd name="T83" fmla="*/ 2147483647 h 77"/>
                <a:gd name="T84" fmla="*/ 2147483647 w 83"/>
                <a:gd name="T85" fmla="*/ 2147483647 h 77"/>
                <a:gd name="T86" fmla="*/ 2147483647 w 83"/>
                <a:gd name="T87" fmla="*/ 2147483647 h 77"/>
                <a:gd name="T88" fmla="*/ 2147483647 w 83"/>
                <a:gd name="T89" fmla="*/ 2147483647 h 77"/>
                <a:gd name="T90" fmla="*/ 2147483647 w 83"/>
                <a:gd name="T91" fmla="*/ 2147483647 h 77"/>
                <a:gd name="T92" fmla="*/ 2147483647 w 83"/>
                <a:gd name="T93" fmla="*/ 2147483647 h 77"/>
                <a:gd name="T94" fmla="*/ 2147483647 w 83"/>
                <a:gd name="T95" fmla="*/ 2147483647 h 77"/>
                <a:gd name="T96" fmla="*/ 2147483647 w 83"/>
                <a:gd name="T97" fmla="*/ 2147483647 h 77"/>
                <a:gd name="T98" fmla="*/ 2147483647 w 83"/>
                <a:gd name="T99" fmla="*/ 2147483647 h 77"/>
                <a:gd name="T100" fmla="*/ 2147483647 w 83"/>
                <a:gd name="T101" fmla="*/ 2147483647 h 77"/>
                <a:gd name="T102" fmla="*/ 2147483647 w 83"/>
                <a:gd name="T103" fmla="*/ 0 h 77"/>
                <a:gd name="T104" fmla="*/ 2147483647 w 83"/>
                <a:gd name="T105" fmla="*/ 2147483647 h 77"/>
                <a:gd name="T106" fmla="*/ 2147483647 w 83"/>
                <a:gd name="T107" fmla="*/ 2147483647 h 77"/>
                <a:gd name="T108" fmla="*/ 2147483647 w 83"/>
                <a:gd name="T109" fmla="*/ 2147483647 h 77"/>
                <a:gd name="T110" fmla="*/ 2147483647 w 83"/>
                <a:gd name="T111" fmla="*/ 2147483647 h 77"/>
                <a:gd name="T112" fmla="*/ 2147483647 w 83"/>
                <a:gd name="T113" fmla="*/ 2147483647 h 77"/>
                <a:gd name="T114" fmla="*/ 2147483647 w 83"/>
                <a:gd name="T115" fmla="*/ 2147483647 h 77"/>
                <a:gd name="T116" fmla="*/ 2147483647 w 83"/>
                <a:gd name="T117" fmla="*/ 2147483647 h 7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3" h="77">
                  <a:moveTo>
                    <a:pt x="0" y="31"/>
                  </a:moveTo>
                  <a:lnTo>
                    <a:pt x="0" y="32"/>
                  </a:lnTo>
                  <a:lnTo>
                    <a:pt x="1" y="32"/>
                  </a:lnTo>
                  <a:lnTo>
                    <a:pt x="2" y="33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4" y="41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42"/>
                  </a:lnTo>
                  <a:lnTo>
                    <a:pt x="7" y="42"/>
                  </a:lnTo>
                  <a:lnTo>
                    <a:pt x="7" y="43"/>
                  </a:lnTo>
                  <a:lnTo>
                    <a:pt x="9" y="43"/>
                  </a:lnTo>
                  <a:lnTo>
                    <a:pt x="11" y="46"/>
                  </a:lnTo>
                  <a:lnTo>
                    <a:pt x="12" y="47"/>
                  </a:lnTo>
                  <a:lnTo>
                    <a:pt x="12" y="48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6" y="46"/>
                  </a:lnTo>
                  <a:lnTo>
                    <a:pt x="18" y="45"/>
                  </a:lnTo>
                  <a:lnTo>
                    <a:pt x="19" y="43"/>
                  </a:lnTo>
                  <a:lnTo>
                    <a:pt x="19" y="41"/>
                  </a:lnTo>
                  <a:lnTo>
                    <a:pt x="20" y="41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4"/>
                  </a:lnTo>
                  <a:lnTo>
                    <a:pt x="22" y="45"/>
                  </a:lnTo>
                  <a:lnTo>
                    <a:pt x="23" y="46"/>
                  </a:lnTo>
                  <a:lnTo>
                    <a:pt x="22" y="47"/>
                  </a:lnTo>
                  <a:lnTo>
                    <a:pt x="21" y="48"/>
                  </a:lnTo>
                  <a:lnTo>
                    <a:pt x="21" y="49"/>
                  </a:lnTo>
                  <a:lnTo>
                    <a:pt x="21" y="50"/>
                  </a:lnTo>
                  <a:lnTo>
                    <a:pt x="22" y="51"/>
                  </a:lnTo>
                  <a:lnTo>
                    <a:pt x="22" y="52"/>
                  </a:lnTo>
                  <a:lnTo>
                    <a:pt x="23" y="52"/>
                  </a:lnTo>
                  <a:lnTo>
                    <a:pt x="23" y="54"/>
                  </a:lnTo>
                  <a:lnTo>
                    <a:pt x="23" y="55"/>
                  </a:lnTo>
                  <a:lnTo>
                    <a:pt x="22" y="58"/>
                  </a:lnTo>
                  <a:lnTo>
                    <a:pt x="21" y="61"/>
                  </a:lnTo>
                  <a:lnTo>
                    <a:pt x="20" y="62"/>
                  </a:lnTo>
                  <a:lnTo>
                    <a:pt x="20" y="63"/>
                  </a:lnTo>
                  <a:lnTo>
                    <a:pt x="20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3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8" y="66"/>
                  </a:lnTo>
                  <a:lnTo>
                    <a:pt x="30" y="68"/>
                  </a:lnTo>
                  <a:lnTo>
                    <a:pt x="31" y="69"/>
                  </a:lnTo>
                  <a:lnTo>
                    <a:pt x="32" y="69"/>
                  </a:lnTo>
                  <a:lnTo>
                    <a:pt x="33" y="70"/>
                  </a:lnTo>
                  <a:lnTo>
                    <a:pt x="34" y="71"/>
                  </a:lnTo>
                  <a:lnTo>
                    <a:pt x="35" y="71"/>
                  </a:lnTo>
                  <a:lnTo>
                    <a:pt x="36" y="72"/>
                  </a:lnTo>
                  <a:lnTo>
                    <a:pt x="37" y="71"/>
                  </a:lnTo>
                  <a:lnTo>
                    <a:pt x="38" y="69"/>
                  </a:lnTo>
                  <a:lnTo>
                    <a:pt x="41" y="68"/>
                  </a:lnTo>
                  <a:lnTo>
                    <a:pt x="42" y="68"/>
                  </a:lnTo>
                  <a:lnTo>
                    <a:pt x="43" y="68"/>
                  </a:lnTo>
                  <a:lnTo>
                    <a:pt x="44" y="68"/>
                  </a:lnTo>
                  <a:lnTo>
                    <a:pt x="44" y="69"/>
                  </a:lnTo>
                  <a:lnTo>
                    <a:pt x="45" y="69"/>
                  </a:lnTo>
                  <a:lnTo>
                    <a:pt x="48" y="72"/>
                  </a:lnTo>
                  <a:lnTo>
                    <a:pt x="49" y="72"/>
                  </a:lnTo>
                  <a:lnTo>
                    <a:pt x="51" y="72"/>
                  </a:lnTo>
                  <a:lnTo>
                    <a:pt x="52" y="72"/>
                  </a:lnTo>
                  <a:lnTo>
                    <a:pt x="53" y="72"/>
                  </a:lnTo>
                  <a:lnTo>
                    <a:pt x="53" y="71"/>
                  </a:lnTo>
                  <a:lnTo>
                    <a:pt x="53" y="70"/>
                  </a:lnTo>
                  <a:lnTo>
                    <a:pt x="54" y="70"/>
                  </a:lnTo>
                  <a:lnTo>
                    <a:pt x="55" y="70"/>
                  </a:lnTo>
                  <a:lnTo>
                    <a:pt x="56" y="72"/>
                  </a:lnTo>
                  <a:lnTo>
                    <a:pt x="58" y="72"/>
                  </a:lnTo>
                  <a:lnTo>
                    <a:pt x="59" y="72"/>
                  </a:lnTo>
                  <a:lnTo>
                    <a:pt x="60" y="72"/>
                  </a:lnTo>
                  <a:lnTo>
                    <a:pt x="60" y="73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1" y="71"/>
                  </a:lnTo>
                  <a:lnTo>
                    <a:pt x="61" y="70"/>
                  </a:lnTo>
                  <a:lnTo>
                    <a:pt x="62" y="68"/>
                  </a:lnTo>
                  <a:lnTo>
                    <a:pt x="63" y="68"/>
                  </a:lnTo>
                  <a:lnTo>
                    <a:pt x="64" y="68"/>
                  </a:lnTo>
                  <a:lnTo>
                    <a:pt x="65" y="68"/>
                  </a:lnTo>
                  <a:lnTo>
                    <a:pt x="66" y="70"/>
                  </a:lnTo>
                  <a:lnTo>
                    <a:pt x="67" y="73"/>
                  </a:lnTo>
                  <a:lnTo>
                    <a:pt x="69" y="77"/>
                  </a:lnTo>
                  <a:lnTo>
                    <a:pt x="70" y="75"/>
                  </a:lnTo>
                  <a:lnTo>
                    <a:pt x="71" y="74"/>
                  </a:lnTo>
                  <a:lnTo>
                    <a:pt x="72" y="74"/>
                  </a:lnTo>
                  <a:lnTo>
                    <a:pt x="73" y="75"/>
                  </a:lnTo>
                  <a:lnTo>
                    <a:pt x="73" y="76"/>
                  </a:lnTo>
                  <a:lnTo>
                    <a:pt x="74" y="76"/>
                  </a:lnTo>
                  <a:lnTo>
                    <a:pt x="75" y="76"/>
                  </a:lnTo>
                  <a:lnTo>
                    <a:pt x="76" y="76"/>
                  </a:lnTo>
                  <a:lnTo>
                    <a:pt x="77" y="76"/>
                  </a:lnTo>
                  <a:lnTo>
                    <a:pt x="78" y="76"/>
                  </a:lnTo>
                  <a:lnTo>
                    <a:pt x="79" y="77"/>
                  </a:lnTo>
                  <a:lnTo>
                    <a:pt x="79" y="76"/>
                  </a:lnTo>
                  <a:lnTo>
                    <a:pt x="80" y="76"/>
                  </a:lnTo>
                  <a:lnTo>
                    <a:pt x="80" y="74"/>
                  </a:lnTo>
                  <a:lnTo>
                    <a:pt x="79" y="73"/>
                  </a:lnTo>
                  <a:lnTo>
                    <a:pt x="81" y="72"/>
                  </a:lnTo>
                  <a:lnTo>
                    <a:pt x="82" y="72"/>
                  </a:lnTo>
                  <a:lnTo>
                    <a:pt x="82" y="71"/>
                  </a:lnTo>
                  <a:lnTo>
                    <a:pt x="81" y="70"/>
                  </a:lnTo>
                  <a:lnTo>
                    <a:pt x="80" y="69"/>
                  </a:lnTo>
                  <a:lnTo>
                    <a:pt x="80" y="68"/>
                  </a:lnTo>
                  <a:lnTo>
                    <a:pt x="81" y="67"/>
                  </a:lnTo>
                  <a:lnTo>
                    <a:pt x="82" y="66"/>
                  </a:lnTo>
                  <a:lnTo>
                    <a:pt x="83" y="65"/>
                  </a:lnTo>
                  <a:lnTo>
                    <a:pt x="83" y="64"/>
                  </a:lnTo>
                  <a:lnTo>
                    <a:pt x="82" y="63"/>
                  </a:lnTo>
                  <a:lnTo>
                    <a:pt x="82" y="61"/>
                  </a:lnTo>
                  <a:lnTo>
                    <a:pt x="82" y="60"/>
                  </a:lnTo>
                  <a:lnTo>
                    <a:pt x="78" y="60"/>
                  </a:lnTo>
                  <a:lnTo>
                    <a:pt x="80" y="60"/>
                  </a:lnTo>
                  <a:lnTo>
                    <a:pt x="81" y="58"/>
                  </a:lnTo>
                  <a:lnTo>
                    <a:pt x="80" y="56"/>
                  </a:lnTo>
                  <a:lnTo>
                    <a:pt x="82" y="55"/>
                  </a:lnTo>
                  <a:lnTo>
                    <a:pt x="82" y="54"/>
                  </a:lnTo>
                  <a:lnTo>
                    <a:pt x="80" y="53"/>
                  </a:lnTo>
                  <a:lnTo>
                    <a:pt x="81" y="51"/>
                  </a:lnTo>
                  <a:lnTo>
                    <a:pt x="74" y="51"/>
                  </a:lnTo>
                  <a:lnTo>
                    <a:pt x="71" y="51"/>
                  </a:lnTo>
                  <a:lnTo>
                    <a:pt x="68" y="50"/>
                  </a:lnTo>
                  <a:lnTo>
                    <a:pt x="67" y="51"/>
                  </a:lnTo>
                  <a:lnTo>
                    <a:pt x="65" y="50"/>
                  </a:lnTo>
                  <a:lnTo>
                    <a:pt x="64" y="50"/>
                  </a:lnTo>
                  <a:lnTo>
                    <a:pt x="63" y="50"/>
                  </a:lnTo>
                  <a:lnTo>
                    <a:pt x="62" y="49"/>
                  </a:lnTo>
                  <a:lnTo>
                    <a:pt x="62" y="47"/>
                  </a:lnTo>
                  <a:lnTo>
                    <a:pt x="61" y="45"/>
                  </a:lnTo>
                  <a:lnTo>
                    <a:pt x="58" y="44"/>
                  </a:lnTo>
                  <a:lnTo>
                    <a:pt x="57" y="43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6"/>
                  </a:lnTo>
                  <a:lnTo>
                    <a:pt x="50" y="43"/>
                  </a:lnTo>
                  <a:lnTo>
                    <a:pt x="47" y="42"/>
                  </a:lnTo>
                  <a:lnTo>
                    <a:pt x="46" y="41"/>
                  </a:lnTo>
                  <a:lnTo>
                    <a:pt x="47" y="38"/>
                  </a:lnTo>
                  <a:lnTo>
                    <a:pt x="48" y="38"/>
                  </a:lnTo>
                  <a:lnTo>
                    <a:pt x="49" y="35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44" y="31"/>
                  </a:lnTo>
                  <a:lnTo>
                    <a:pt x="41" y="31"/>
                  </a:lnTo>
                  <a:lnTo>
                    <a:pt x="41" y="32"/>
                  </a:lnTo>
                  <a:lnTo>
                    <a:pt x="37" y="32"/>
                  </a:lnTo>
                  <a:lnTo>
                    <a:pt x="36" y="31"/>
                  </a:lnTo>
                  <a:lnTo>
                    <a:pt x="37" y="27"/>
                  </a:lnTo>
                  <a:lnTo>
                    <a:pt x="37" y="19"/>
                  </a:lnTo>
                  <a:lnTo>
                    <a:pt x="36" y="18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4" y="13"/>
                  </a:lnTo>
                  <a:lnTo>
                    <a:pt x="34" y="10"/>
                  </a:lnTo>
                  <a:lnTo>
                    <a:pt x="34" y="9"/>
                  </a:lnTo>
                  <a:lnTo>
                    <a:pt x="34" y="6"/>
                  </a:lnTo>
                  <a:lnTo>
                    <a:pt x="33" y="6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29" y="3"/>
                  </a:lnTo>
                  <a:lnTo>
                    <a:pt x="27" y="4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6" y="7"/>
                  </a:lnTo>
                  <a:lnTo>
                    <a:pt x="25" y="9"/>
                  </a:lnTo>
                  <a:lnTo>
                    <a:pt x="23" y="8"/>
                  </a:lnTo>
                  <a:lnTo>
                    <a:pt x="22" y="9"/>
                  </a:lnTo>
                  <a:lnTo>
                    <a:pt x="22" y="11"/>
                  </a:lnTo>
                  <a:lnTo>
                    <a:pt x="23" y="14"/>
                  </a:lnTo>
                  <a:lnTo>
                    <a:pt x="19" y="18"/>
                  </a:lnTo>
                  <a:lnTo>
                    <a:pt x="18" y="20"/>
                  </a:lnTo>
                  <a:lnTo>
                    <a:pt x="13" y="25"/>
                  </a:lnTo>
                  <a:lnTo>
                    <a:pt x="12" y="26"/>
                  </a:lnTo>
                  <a:lnTo>
                    <a:pt x="9" y="27"/>
                  </a:lnTo>
                  <a:lnTo>
                    <a:pt x="7" y="27"/>
                  </a:lnTo>
                  <a:lnTo>
                    <a:pt x="5" y="27"/>
                  </a:lnTo>
                  <a:lnTo>
                    <a:pt x="3" y="28"/>
                  </a:lnTo>
                  <a:lnTo>
                    <a:pt x="2" y="29"/>
                  </a:lnTo>
                  <a:lnTo>
                    <a:pt x="1" y="3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Freeform 7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213975" y="2021307"/>
              <a:ext cx="360058" cy="348501"/>
            </a:xfrm>
            <a:custGeom>
              <a:avLst/>
              <a:gdLst>
                <a:gd name="T0" fmla="*/ 2147483647 w 47"/>
                <a:gd name="T1" fmla="*/ 2147483647 h 45"/>
                <a:gd name="T2" fmla="*/ 2147483647 w 47"/>
                <a:gd name="T3" fmla="*/ 2147483647 h 45"/>
                <a:gd name="T4" fmla="*/ 2147483647 w 47"/>
                <a:gd name="T5" fmla="*/ 2147483647 h 45"/>
                <a:gd name="T6" fmla="*/ 2147483647 w 47"/>
                <a:gd name="T7" fmla="*/ 2147483647 h 45"/>
                <a:gd name="T8" fmla="*/ 2147483647 w 47"/>
                <a:gd name="T9" fmla="*/ 2147483647 h 45"/>
                <a:gd name="T10" fmla="*/ 2147483647 w 47"/>
                <a:gd name="T11" fmla="*/ 2147483647 h 45"/>
                <a:gd name="T12" fmla="*/ 2147483647 w 47"/>
                <a:gd name="T13" fmla="*/ 2147483647 h 45"/>
                <a:gd name="T14" fmla="*/ 2147483647 w 47"/>
                <a:gd name="T15" fmla="*/ 2147483647 h 45"/>
                <a:gd name="T16" fmla="*/ 2147483647 w 47"/>
                <a:gd name="T17" fmla="*/ 2147483647 h 45"/>
                <a:gd name="T18" fmla="*/ 2147483647 w 47"/>
                <a:gd name="T19" fmla="*/ 2147483647 h 45"/>
                <a:gd name="T20" fmla="*/ 2147483647 w 47"/>
                <a:gd name="T21" fmla="*/ 0 h 45"/>
                <a:gd name="T22" fmla="*/ 2147483647 w 47"/>
                <a:gd name="T23" fmla="*/ 2147483647 h 45"/>
                <a:gd name="T24" fmla="*/ 2147483647 w 47"/>
                <a:gd name="T25" fmla="*/ 2147483647 h 45"/>
                <a:gd name="T26" fmla="*/ 2147483647 w 47"/>
                <a:gd name="T27" fmla="*/ 2147483647 h 45"/>
                <a:gd name="T28" fmla="*/ 2147483647 w 47"/>
                <a:gd name="T29" fmla="*/ 2147483647 h 45"/>
                <a:gd name="T30" fmla="*/ 2147483647 w 47"/>
                <a:gd name="T31" fmla="*/ 2147483647 h 45"/>
                <a:gd name="T32" fmla="*/ 2147483647 w 47"/>
                <a:gd name="T33" fmla="*/ 2147483647 h 45"/>
                <a:gd name="T34" fmla="*/ 2147483647 w 47"/>
                <a:gd name="T35" fmla="*/ 2147483647 h 45"/>
                <a:gd name="T36" fmla="*/ 2147483647 w 47"/>
                <a:gd name="T37" fmla="*/ 2147483647 h 45"/>
                <a:gd name="T38" fmla="*/ 2147483647 w 47"/>
                <a:gd name="T39" fmla="*/ 2147483647 h 45"/>
                <a:gd name="T40" fmla="*/ 2147483647 w 47"/>
                <a:gd name="T41" fmla="*/ 2147483647 h 45"/>
                <a:gd name="T42" fmla="*/ 2147483647 w 47"/>
                <a:gd name="T43" fmla="*/ 2147483647 h 45"/>
                <a:gd name="T44" fmla="*/ 2147483647 w 47"/>
                <a:gd name="T45" fmla="*/ 2147483647 h 45"/>
                <a:gd name="T46" fmla="*/ 2147483647 w 47"/>
                <a:gd name="T47" fmla="*/ 2147483647 h 45"/>
                <a:gd name="T48" fmla="*/ 2147483647 w 47"/>
                <a:gd name="T49" fmla="*/ 2147483647 h 45"/>
                <a:gd name="T50" fmla="*/ 2147483647 w 47"/>
                <a:gd name="T51" fmla="*/ 2147483647 h 45"/>
                <a:gd name="T52" fmla="*/ 2147483647 w 47"/>
                <a:gd name="T53" fmla="*/ 2147483647 h 45"/>
                <a:gd name="T54" fmla="*/ 2147483647 w 47"/>
                <a:gd name="T55" fmla="*/ 2147483647 h 45"/>
                <a:gd name="T56" fmla="*/ 2147483647 w 47"/>
                <a:gd name="T57" fmla="*/ 2147483647 h 45"/>
                <a:gd name="T58" fmla="*/ 2147483647 w 47"/>
                <a:gd name="T59" fmla="*/ 2147483647 h 45"/>
                <a:gd name="T60" fmla="*/ 2147483647 w 47"/>
                <a:gd name="T61" fmla="*/ 2147483647 h 45"/>
                <a:gd name="T62" fmla="*/ 2147483647 w 47"/>
                <a:gd name="T63" fmla="*/ 2147483647 h 45"/>
                <a:gd name="T64" fmla="*/ 2147483647 w 47"/>
                <a:gd name="T65" fmla="*/ 2147483647 h 45"/>
                <a:gd name="T66" fmla="*/ 2147483647 w 47"/>
                <a:gd name="T67" fmla="*/ 2147483647 h 45"/>
                <a:gd name="T68" fmla="*/ 2147483647 w 47"/>
                <a:gd name="T69" fmla="*/ 2147483647 h 45"/>
                <a:gd name="T70" fmla="*/ 2147483647 w 47"/>
                <a:gd name="T71" fmla="*/ 2147483647 h 45"/>
                <a:gd name="T72" fmla="*/ 2147483647 w 47"/>
                <a:gd name="T73" fmla="*/ 2147483647 h 45"/>
                <a:gd name="T74" fmla="*/ 2147483647 w 47"/>
                <a:gd name="T75" fmla="*/ 2147483647 h 45"/>
                <a:gd name="T76" fmla="*/ 2147483647 w 47"/>
                <a:gd name="T77" fmla="*/ 2147483647 h 45"/>
                <a:gd name="T78" fmla="*/ 2147483647 w 47"/>
                <a:gd name="T79" fmla="*/ 2147483647 h 45"/>
                <a:gd name="T80" fmla="*/ 2147483647 w 47"/>
                <a:gd name="T81" fmla="*/ 2147483647 h 45"/>
                <a:gd name="T82" fmla="*/ 2147483647 w 47"/>
                <a:gd name="T83" fmla="*/ 2147483647 h 45"/>
                <a:gd name="T84" fmla="*/ 2147483647 w 47"/>
                <a:gd name="T85" fmla="*/ 2147483647 h 45"/>
                <a:gd name="T86" fmla="*/ 2147483647 w 47"/>
                <a:gd name="T87" fmla="*/ 2147483647 h 45"/>
                <a:gd name="T88" fmla="*/ 2147483647 w 47"/>
                <a:gd name="T89" fmla="*/ 2147483647 h 45"/>
                <a:gd name="T90" fmla="*/ 2147483647 w 47"/>
                <a:gd name="T91" fmla="*/ 2147483647 h 45"/>
                <a:gd name="T92" fmla="*/ 2147483647 w 47"/>
                <a:gd name="T93" fmla="*/ 2147483647 h 45"/>
                <a:gd name="T94" fmla="*/ 2147483647 w 47"/>
                <a:gd name="T95" fmla="*/ 2147483647 h 45"/>
                <a:gd name="T96" fmla="*/ 2147483647 w 47"/>
                <a:gd name="T97" fmla="*/ 2147483647 h 45"/>
                <a:gd name="T98" fmla="*/ 2147483647 w 47"/>
                <a:gd name="T99" fmla="*/ 2147483647 h 45"/>
                <a:gd name="T100" fmla="*/ 2147483647 w 47"/>
                <a:gd name="T101" fmla="*/ 2147483647 h 45"/>
                <a:gd name="T102" fmla="*/ 2147483647 w 47"/>
                <a:gd name="T103" fmla="*/ 2147483647 h 45"/>
                <a:gd name="T104" fmla="*/ 2147483647 w 47"/>
                <a:gd name="T105" fmla="*/ 2147483647 h 45"/>
                <a:gd name="T106" fmla="*/ 2147483647 w 47"/>
                <a:gd name="T107" fmla="*/ 2147483647 h 45"/>
                <a:gd name="T108" fmla="*/ 2147483647 w 47"/>
                <a:gd name="T109" fmla="*/ 2147483647 h 45"/>
                <a:gd name="T110" fmla="*/ 2147483647 w 47"/>
                <a:gd name="T111" fmla="*/ 2147483647 h 45"/>
                <a:gd name="T112" fmla="*/ 2147483647 w 47"/>
                <a:gd name="T113" fmla="*/ 2147483647 h 45"/>
                <a:gd name="T114" fmla="*/ 2147483647 w 47"/>
                <a:gd name="T115" fmla="*/ 2147483647 h 45"/>
                <a:gd name="T116" fmla="*/ 2147483647 w 47"/>
                <a:gd name="T117" fmla="*/ 2147483647 h 45"/>
                <a:gd name="T118" fmla="*/ 2147483647 w 47"/>
                <a:gd name="T119" fmla="*/ 2147483647 h 45"/>
                <a:gd name="T120" fmla="*/ 2147483647 w 47"/>
                <a:gd name="T121" fmla="*/ 2147483647 h 45"/>
                <a:gd name="T122" fmla="*/ 0 w 47"/>
                <a:gd name="T123" fmla="*/ 2147483647 h 4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7" h="45">
                  <a:moveTo>
                    <a:pt x="0" y="32"/>
                  </a:moveTo>
                  <a:lnTo>
                    <a:pt x="1" y="32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0" y="23"/>
                  </a:lnTo>
                  <a:lnTo>
                    <a:pt x="1" y="23"/>
                  </a:lnTo>
                  <a:lnTo>
                    <a:pt x="2" y="22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5" y="17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10" y="12"/>
                  </a:lnTo>
                  <a:lnTo>
                    <a:pt x="11" y="10"/>
                  </a:lnTo>
                  <a:lnTo>
                    <a:pt x="10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1" y="4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20" y="3"/>
                  </a:lnTo>
                  <a:lnTo>
                    <a:pt x="21" y="3"/>
                  </a:lnTo>
                  <a:lnTo>
                    <a:pt x="23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6" y="7"/>
                  </a:lnTo>
                  <a:lnTo>
                    <a:pt x="27" y="8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1" y="6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41" y="9"/>
                  </a:lnTo>
                  <a:lnTo>
                    <a:pt x="42" y="9"/>
                  </a:lnTo>
                  <a:lnTo>
                    <a:pt x="44" y="9"/>
                  </a:lnTo>
                  <a:lnTo>
                    <a:pt x="45" y="9"/>
                  </a:lnTo>
                  <a:lnTo>
                    <a:pt x="45" y="11"/>
                  </a:lnTo>
                  <a:lnTo>
                    <a:pt x="46" y="11"/>
                  </a:lnTo>
                  <a:lnTo>
                    <a:pt x="46" y="12"/>
                  </a:lnTo>
                  <a:lnTo>
                    <a:pt x="46" y="13"/>
                  </a:lnTo>
                  <a:lnTo>
                    <a:pt x="47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45" y="16"/>
                  </a:lnTo>
                  <a:lnTo>
                    <a:pt x="44" y="15"/>
                  </a:lnTo>
                  <a:lnTo>
                    <a:pt x="43" y="15"/>
                  </a:lnTo>
                  <a:lnTo>
                    <a:pt x="41" y="15"/>
                  </a:lnTo>
                  <a:lnTo>
                    <a:pt x="40" y="18"/>
                  </a:lnTo>
                  <a:lnTo>
                    <a:pt x="40" y="19"/>
                  </a:lnTo>
                  <a:lnTo>
                    <a:pt x="40" y="20"/>
                  </a:lnTo>
                  <a:lnTo>
                    <a:pt x="39" y="21"/>
                  </a:lnTo>
                  <a:lnTo>
                    <a:pt x="38" y="20"/>
                  </a:lnTo>
                  <a:lnTo>
                    <a:pt x="37" y="20"/>
                  </a:lnTo>
                  <a:lnTo>
                    <a:pt x="36" y="19"/>
                  </a:lnTo>
                  <a:lnTo>
                    <a:pt x="35" y="20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3" y="22"/>
                  </a:lnTo>
                  <a:lnTo>
                    <a:pt x="33" y="21"/>
                  </a:lnTo>
                  <a:lnTo>
                    <a:pt x="32" y="21"/>
                  </a:lnTo>
                  <a:lnTo>
                    <a:pt x="31" y="21"/>
                  </a:lnTo>
                  <a:lnTo>
                    <a:pt x="31" y="22"/>
                  </a:lnTo>
                  <a:lnTo>
                    <a:pt x="31" y="23"/>
                  </a:lnTo>
                  <a:lnTo>
                    <a:pt x="30" y="25"/>
                  </a:lnTo>
                  <a:lnTo>
                    <a:pt x="30" y="26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2" y="32"/>
                  </a:lnTo>
                  <a:lnTo>
                    <a:pt x="33" y="33"/>
                  </a:lnTo>
                  <a:lnTo>
                    <a:pt x="33" y="34"/>
                  </a:lnTo>
                  <a:lnTo>
                    <a:pt x="34" y="35"/>
                  </a:lnTo>
                  <a:lnTo>
                    <a:pt x="36" y="36"/>
                  </a:lnTo>
                  <a:lnTo>
                    <a:pt x="36" y="37"/>
                  </a:lnTo>
                  <a:lnTo>
                    <a:pt x="37" y="38"/>
                  </a:lnTo>
                  <a:lnTo>
                    <a:pt x="38" y="39"/>
                  </a:lnTo>
                  <a:lnTo>
                    <a:pt x="38" y="40"/>
                  </a:lnTo>
                  <a:lnTo>
                    <a:pt x="37" y="41"/>
                  </a:lnTo>
                  <a:lnTo>
                    <a:pt x="36" y="42"/>
                  </a:lnTo>
                  <a:lnTo>
                    <a:pt x="35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2" y="44"/>
                  </a:lnTo>
                  <a:lnTo>
                    <a:pt x="31" y="45"/>
                  </a:lnTo>
                  <a:lnTo>
                    <a:pt x="29" y="45"/>
                  </a:lnTo>
                  <a:lnTo>
                    <a:pt x="28" y="45"/>
                  </a:lnTo>
                  <a:lnTo>
                    <a:pt x="28" y="44"/>
                  </a:lnTo>
                  <a:lnTo>
                    <a:pt x="26" y="44"/>
                  </a:lnTo>
                  <a:lnTo>
                    <a:pt x="25" y="45"/>
                  </a:lnTo>
                  <a:lnTo>
                    <a:pt x="24" y="45"/>
                  </a:lnTo>
                  <a:lnTo>
                    <a:pt x="24" y="44"/>
                  </a:lnTo>
                  <a:lnTo>
                    <a:pt x="25" y="44"/>
                  </a:lnTo>
                  <a:lnTo>
                    <a:pt x="25" y="43"/>
                  </a:lnTo>
                  <a:lnTo>
                    <a:pt x="25" y="42"/>
                  </a:lnTo>
                  <a:lnTo>
                    <a:pt x="24" y="41"/>
                  </a:lnTo>
                  <a:lnTo>
                    <a:pt x="23" y="41"/>
                  </a:lnTo>
                  <a:lnTo>
                    <a:pt x="22" y="41"/>
                  </a:lnTo>
                  <a:lnTo>
                    <a:pt x="21" y="42"/>
                  </a:lnTo>
                  <a:lnTo>
                    <a:pt x="20" y="41"/>
                  </a:lnTo>
                  <a:lnTo>
                    <a:pt x="19" y="42"/>
                  </a:lnTo>
                  <a:lnTo>
                    <a:pt x="18" y="42"/>
                  </a:lnTo>
                  <a:lnTo>
                    <a:pt x="17" y="42"/>
                  </a:lnTo>
                  <a:lnTo>
                    <a:pt x="16" y="42"/>
                  </a:lnTo>
                  <a:lnTo>
                    <a:pt x="15" y="41"/>
                  </a:lnTo>
                  <a:lnTo>
                    <a:pt x="14" y="40"/>
                  </a:lnTo>
                  <a:lnTo>
                    <a:pt x="14" y="35"/>
                  </a:lnTo>
                  <a:lnTo>
                    <a:pt x="13" y="35"/>
                  </a:lnTo>
                  <a:lnTo>
                    <a:pt x="12" y="35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0" y="36"/>
                  </a:lnTo>
                  <a:lnTo>
                    <a:pt x="9" y="37"/>
                  </a:lnTo>
                  <a:lnTo>
                    <a:pt x="8" y="37"/>
                  </a:lnTo>
                  <a:lnTo>
                    <a:pt x="7" y="37"/>
                  </a:lnTo>
                  <a:lnTo>
                    <a:pt x="6" y="36"/>
                  </a:lnTo>
                  <a:lnTo>
                    <a:pt x="5" y="36"/>
                  </a:lnTo>
                  <a:lnTo>
                    <a:pt x="4" y="35"/>
                  </a:lnTo>
                  <a:lnTo>
                    <a:pt x="4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 8"/>
            <p:cNvSpPr>
              <a:spLocks/>
            </p:cNvSpPr>
            <p:nvPr/>
          </p:nvSpPr>
          <p:spPr bwMode="auto">
            <a:xfrm>
              <a:off x="1601110" y="1804462"/>
              <a:ext cx="291111" cy="410457"/>
            </a:xfrm>
            <a:custGeom>
              <a:avLst/>
              <a:gdLst>
                <a:gd name="T0" fmla="*/ 2147483647 w 38"/>
                <a:gd name="T1" fmla="*/ 2147483647 h 53"/>
                <a:gd name="T2" fmla="*/ 2147483647 w 38"/>
                <a:gd name="T3" fmla="*/ 2147483647 h 53"/>
                <a:gd name="T4" fmla="*/ 2147483647 w 38"/>
                <a:gd name="T5" fmla="*/ 2147483647 h 53"/>
                <a:gd name="T6" fmla="*/ 2147483647 w 38"/>
                <a:gd name="T7" fmla="*/ 2147483647 h 53"/>
                <a:gd name="T8" fmla="*/ 2147483647 w 38"/>
                <a:gd name="T9" fmla="*/ 2147483647 h 53"/>
                <a:gd name="T10" fmla="*/ 2147483647 w 38"/>
                <a:gd name="T11" fmla="*/ 2147483647 h 53"/>
                <a:gd name="T12" fmla="*/ 2147483647 w 38"/>
                <a:gd name="T13" fmla="*/ 2147483647 h 53"/>
                <a:gd name="T14" fmla="*/ 2147483647 w 38"/>
                <a:gd name="T15" fmla="*/ 2147483647 h 53"/>
                <a:gd name="T16" fmla="*/ 2147483647 w 38"/>
                <a:gd name="T17" fmla="*/ 2147483647 h 53"/>
                <a:gd name="T18" fmla="*/ 2147483647 w 38"/>
                <a:gd name="T19" fmla="*/ 2147483647 h 53"/>
                <a:gd name="T20" fmla="*/ 2147483647 w 38"/>
                <a:gd name="T21" fmla="*/ 2147483647 h 53"/>
                <a:gd name="T22" fmla="*/ 2147483647 w 38"/>
                <a:gd name="T23" fmla="*/ 2147483647 h 53"/>
                <a:gd name="T24" fmla="*/ 2147483647 w 38"/>
                <a:gd name="T25" fmla="*/ 2147483647 h 53"/>
                <a:gd name="T26" fmla="*/ 2147483647 w 38"/>
                <a:gd name="T27" fmla="*/ 2147483647 h 53"/>
                <a:gd name="T28" fmla="*/ 2147483647 w 38"/>
                <a:gd name="T29" fmla="*/ 2147483647 h 53"/>
                <a:gd name="T30" fmla="*/ 2147483647 w 38"/>
                <a:gd name="T31" fmla="*/ 2147483647 h 53"/>
                <a:gd name="T32" fmla="*/ 2147483647 w 38"/>
                <a:gd name="T33" fmla="*/ 2147483647 h 53"/>
                <a:gd name="T34" fmla="*/ 2147483647 w 38"/>
                <a:gd name="T35" fmla="*/ 2147483647 h 53"/>
                <a:gd name="T36" fmla="*/ 2147483647 w 38"/>
                <a:gd name="T37" fmla="*/ 2147483647 h 53"/>
                <a:gd name="T38" fmla="*/ 2147483647 w 38"/>
                <a:gd name="T39" fmla="*/ 2147483647 h 53"/>
                <a:gd name="T40" fmla="*/ 2147483647 w 38"/>
                <a:gd name="T41" fmla="*/ 2147483647 h 53"/>
                <a:gd name="T42" fmla="*/ 2147483647 w 38"/>
                <a:gd name="T43" fmla="*/ 2147483647 h 53"/>
                <a:gd name="T44" fmla="*/ 2147483647 w 38"/>
                <a:gd name="T45" fmla="*/ 2147483647 h 53"/>
                <a:gd name="T46" fmla="*/ 2147483647 w 38"/>
                <a:gd name="T47" fmla="*/ 2147483647 h 53"/>
                <a:gd name="T48" fmla="*/ 2147483647 w 38"/>
                <a:gd name="T49" fmla="*/ 2147483647 h 53"/>
                <a:gd name="T50" fmla="*/ 2147483647 w 38"/>
                <a:gd name="T51" fmla="*/ 2147483647 h 53"/>
                <a:gd name="T52" fmla="*/ 2147483647 w 38"/>
                <a:gd name="T53" fmla="*/ 2147483647 h 53"/>
                <a:gd name="T54" fmla="*/ 2147483647 w 38"/>
                <a:gd name="T55" fmla="*/ 2147483647 h 53"/>
                <a:gd name="T56" fmla="*/ 2147483647 w 38"/>
                <a:gd name="T57" fmla="*/ 2147483647 h 53"/>
                <a:gd name="T58" fmla="*/ 2147483647 w 38"/>
                <a:gd name="T59" fmla="*/ 2147483647 h 53"/>
                <a:gd name="T60" fmla="*/ 2147483647 w 38"/>
                <a:gd name="T61" fmla="*/ 2147483647 h 53"/>
                <a:gd name="T62" fmla="*/ 2147483647 w 38"/>
                <a:gd name="T63" fmla="*/ 2147483647 h 53"/>
                <a:gd name="T64" fmla="*/ 2147483647 w 38"/>
                <a:gd name="T65" fmla="*/ 2147483647 h 53"/>
                <a:gd name="T66" fmla="*/ 2147483647 w 38"/>
                <a:gd name="T67" fmla="*/ 2147483647 h 53"/>
                <a:gd name="T68" fmla="*/ 2147483647 w 38"/>
                <a:gd name="T69" fmla="*/ 2147483647 h 53"/>
                <a:gd name="T70" fmla="*/ 2147483647 w 38"/>
                <a:gd name="T71" fmla="*/ 2147483647 h 53"/>
                <a:gd name="T72" fmla="*/ 2147483647 w 38"/>
                <a:gd name="T73" fmla="*/ 2147483647 h 53"/>
                <a:gd name="T74" fmla="*/ 2147483647 w 38"/>
                <a:gd name="T75" fmla="*/ 2147483647 h 53"/>
                <a:gd name="T76" fmla="*/ 2147483647 w 38"/>
                <a:gd name="T77" fmla="*/ 2147483647 h 53"/>
                <a:gd name="T78" fmla="*/ 2147483647 w 38"/>
                <a:gd name="T79" fmla="*/ 2147483647 h 53"/>
                <a:gd name="T80" fmla="*/ 2147483647 w 38"/>
                <a:gd name="T81" fmla="*/ 2147483647 h 53"/>
                <a:gd name="T82" fmla="*/ 2147483647 w 38"/>
                <a:gd name="T83" fmla="*/ 2147483647 h 53"/>
                <a:gd name="T84" fmla="*/ 2147483647 w 38"/>
                <a:gd name="T85" fmla="*/ 2147483647 h 53"/>
                <a:gd name="T86" fmla="*/ 2147483647 w 38"/>
                <a:gd name="T87" fmla="*/ 2147483647 h 53"/>
                <a:gd name="T88" fmla="*/ 2147483647 w 38"/>
                <a:gd name="T89" fmla="*/ 2147483647 h 53"/>
                <a:gd name="T90" fmla="*/ 2147483647 w 38"/>
                <a:gd name="T91" fmla="*/ 2147483647 h 53"/>
                <a:gd name="T92" fmla="*/ 2147483647 w 38"/>
                <a:gd name="T93" fmla="*/ 2147483647 h 53"/>
                <a:gd name="T94" fmla="*/ 0 w 38"/>
                <a:gd name="T95" fmla="*/ 2147483647 h 5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38" h="53">
                  <a:moveTo>
                    <a:pt x="0" y="9"/>
                  </a:moveTo>
                  <a:lnTo>
                    <a:pt x="1" y="10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6" y="29"/>
                  </a:lnTo>
                  <a:lnTo>
                    <a:pt x="6" y="30"/>
                  </a:lnTo>
                  <a:lnTo>
                    <a:pt x="7" y="31"/>
                  </a:lnTo>
                  <a:lnTo>
                    <a:pt x="8" y="32"/>
                  </a:lnTo>
                  <a:lnTo>
                    <a:pt x="9" y="32"/>
                  </a:lnTo>
                  <a:lnTo>
                    <a:pt x="10" y="33"/>
                  </a:lnTo>
                  <a:lnTo>
                    <a:pt x="11" y="33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0" y="36"/>
                  </a:lnTo>
                  <a:lnTo>
                    <a:pt x="10" y="37"/>
                  </a:lnTo>
                  <a:lnTo>
                    <a:pt x="10" y="38"/>
                  </a:lnTo>
                  <a:lnTo>
                    <a:pt x="11" y="39"/>
                  </a:lnTo>
                  <a:lnTo>
                    <a:pt x="10" y="39"/>
                  </a:lnTo>
                  <a:lnTo>
                    <a:pt x="11" y="40"/>
                  </a:lnTo>
                  <a:lnTo>
                    <a:pt x="10" y="40"/>
                  </a:lnTo>
                  <a:lnTo>
                    <a:pt x="10" y="41"/>
                  </a:lnTo>
                  <a:lnTo>
                    <a:pt x="10" y="42"/>
                  </a:lnTo>
                  <a:lnTo>
                    <a:pt x="10" y="43"/>
                  </a:lnTo>
                  <a:lnTo>
                    <a:pt x="9" y="44"/>
                  </a:lnTo>
                  <a:lnTo>
                    <a:pt x="8" y="44"/>
                  </a:lnTo>
                  <a:lnTo>
                    <a:pt x="8" y="45"/>
                  </a:lnTo>
                  <a:lnTo>
                    <a:pt x="7" y="46"/>
                  </a:lnTo>
                  <a:lnTo>
                    <a:pt x="6" y="47"/>
                  </a:lnTo>
                  <a:lnTo>
                    <a:pt x="5" y="47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49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6" y="50"/>
                  </a:lnTo>
                  <a:lnTo>
                    <a:pt x="7" y="50"/>
                  </a:lnTo>
                  <a:lnTo>
                    <a:pt x="8" y="50"/>
                  </a:lnTo>
                  <a:lnTo>
                    <a:pt x="9" y="52"/>
                  </a:lnTo>
                  <a:lnTo>
                    <a:pt x="9" y="51"/>
                  </a:lnTo>
                  <a:lnTo>
                    <a:pt x="9" y="52"/>
                  </a:lnTo>
                  <a:lnTo>
                    <a:pt x="10" y="52"/>
                  </a:lnTo>
                  <a:lnTo>
                    <a:pt x="10" y="50"/>
                  </a:lnTo>
                  <a:lnTo>
                    <a:pt x="11" y="49"/>
                  </a:lnTo>
                  <a:lnTo>
                    <a:pt x="12" y="48"/>
                  </a:lnTo>
                  <a:lnTo>
                    <a:pt x="13" y="47"/>
                  </a:lnTo>
                  <a:lnTo>
                    <a:pt x="14" y="47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8" y="4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2" y="46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8" y="50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51"/>
                  </a:lnTo>
                  <a:lnTo>
                    <a:pt x="32" y="49"/>
                  </a:lnTo>
                  <a:lnTo>
                    <a:pt x="33" y="46"/>
                  </a:lnTo>
                  <a:lnTo>
                    <a:pt x="32" y="45"/>
                  </a:lnTo>
                  <a:lnTo>
                    <a:pt x="33" y="44"/>
                  </a:lnTo>
                  <a:lnTo>
                    <a:pt x="32" y="43"/>
                  </a:lnTo>
                  <a:lnTo>
                    <a:pt x="32" y="42"/>
                  </a:lnTo>
                  <a:lnTo>
                    <a:pt x="33" y="42"/>
                  </a:lnTo>
                  <a:lnTo>
                    <a:pt x="36" y="41"/>
                  </a:lnTo>
                  <a:lnTo>
                    <a:pt x="38" y="40"/>
                  </a:lnTo>
                  <a:lnTo>
                    <a:pt x="38" y="38"/>
                  </a:lnTo>
                  <a:lnTo>
                    <a:pt x="33" y="34"/>
                  </a:lnTo>
                  <a:lnTo>
                    <a:pt x="34" y="32"/>
                  </a:lnTo>
                  <a:lnTo>
                    <a:pt x="33" y="27"/>
                  </a:lnTo>
                  <a:lnTo>
                    <a:pt x="31" y="26"/>
                  </a:lnTo>
                  <a:lnTo>
                    <a:pt x="29" y="22"/>
                  </a:lnTo>
                  <a:lnTo>
                    <a:pt x="30" y="18"/>
                  </a:lnTo>
                  <a:lnTo>
                    <a:pt x="29" y="13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4" y="12"/>
                  </a:lnTo>
                  <a:lnTo>
                    <a:pt x="23" y="9"/>
                  </a:lnTo>
                  <a:lnTo>
                    <a:pt x="22" y="8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7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7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3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1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 9"/>
            <p:cNvSpPr>
              <a:spLocks/>
            </p:cNvSpPr>
            <p:nvPr/>
          </p:nvSpPr>
          <p:spPr bwMode="auto">
            <a:xfrm>
              <a:off x="2497425" y="983548"/>
              <a:ext cx="467310" cy="975803"/>
            </a:xfrm>
            <a:custGeom>
              <a:avLst/>
              <a:gdLst>
                <a:gd name="T0" fmla="*/ 2147483647 w 61"/>
                <a:gd name="T1" fmla="*/ 2147483647 h 126"/>
                <a:gd name="T2" fmla="*/ 2147483647 w 61"/>
                <a:gd name="T3" fmla="*/ 2147483647 h 126"/>
                <a:gd name="T4" fmla="*/ 2147483647 w 61"/>
                <a:gd name="T5" fmla="*/ 2147483647 h 126"/>
                <a:gd name="T6" fmla="*/ 2147483647 w 61"/>
                <a:gd name="T7" fmla="*/ 2147483647 h 126"/>
                <a:gd name="T8" fmla="*/ 2147483647 w 61"/>
                <a:gd name="T9" fmla="*/ 2147483647 h 126"/>
                <a:gd name="T10" fmla="*/ 2147483647 w 61"/>
                <a:gd name="T11" fmla="*/ 2147483647 h 126"/>
                <a:gd name="T12" fmla="*/ 2147483647 w 61"/>
                <a:gd name="T13" fmla="*/ 2147483647 h 126"/>
                <a:gd name="T14" fmla="*/ 2147483647 w 61"/>
                <a:gd name="T15" fmla="*/ 2147483647 h 126"/>
                <a:gd name="T16" fmla="*/ 2147483647 w 61"/>
                <a:gd name="T17" fmla="*/ 2147483647 h 126"/>
                <a:gd name="T18" fmla="*/ 2147483647 w 61"/>
                <a:gd name="T19" fmla="*/ 2147483647 h 126"/>
                <a:gd name="T20" fmla="*/ 2147483647 w 61"/>
                <a:gd name="T21" fmla="*/ 2147483647 h 126"/>
                <a:gd name="T22" fmla="*/ 2147483647 w 61"/>
                <a:gd name="T23" fmla="*/ 2147483647 h 126"/>
                <a:gd name="T24" fmla="*/ 2147483647 w 61"/>
                <a:gd name="T25" fmla="*/ 2147483647 h 126"/>
                <a:gd name="T26" fmla="*/ 2147483647 w 61"/>
                <a:gd name="T27" fmla="*/ 2147483647 h 126"/>
                <a:gd name="T28" fmla="*/ 2147483647 w 61"/>
                <a:gd name="T29" fmla="*/ 2147483647 h 126"/>
                <a:gd name="T30" fmla="*/ 2147483647 w 61"/>
                <a:gd name="T31" fmla="*/ 2147483647 h 126"/>
                <a:gd name="T32" fmla="*/ 2147483647 w 61"/>
                <a:gd name="T33" fmla="*/ 2147483647 h 126"/>
                <a:gd name="T34" fmla="*/ 2147483647 w 61"/>
                <a:gd name="T35" fmla="*/ 2147483647 h 126"/>
                <a:gd name="T36" fmla="*/ 2147483647 w 61"/>
                <a:gd name="T37" fmla="*/ 2147483647 h 126"/>
                <a:gd name="T38" fmla="*/ 2147483647 w 61"/>
                <a:gd name="T39" fmla="*/ 2147483647 h 126"/>
                <a:gd name="T40" fmla="*/ 2147483647 w 61"/>
                <a:gd name="T41" fmla="*/ 2147483647 h 126"/>
                <a:gd name="T42" fmla="*/ 2147483647 w 61"/>
                <a:gd name="T43" fmla="*/ 2147483647 h 126"/>
                <a:gd name="T44" fmla="*/ 2147483647 w 61"/>
                <a:gd name="T45" fmla="*/ 2147483647 h 126"/>
                <a:gd name="T46" fmla="*/ 2147483647 w 61"/>
                <a:gd name="T47" fmla="*/ 2147483647 h 126"/>
                <a:gd name="T48" fmla="*/ 2147483647 w 61"/>
                <a:gd name="T49" fmla="*/ 2147483647 h 126"/>
                <a:gd name="T50" fmla="*/ 2147483647 w 61"/>
                <a:gd name="T51" fmla="*/ 2147483647 h 126"/>
                <a:gd name="T52" fmla="*/ 2147483647 w 61"/>
                <a:gd name="T53" fmla="*/ 2147483647 h 126"/>
                <a:gd name="T54" fmla="*/ 2147483647 w 61"/>
                <a:gd name="T55" fmla="*/ 2147483647 h 126"/>
                <a:gd name="T56" fmla="*/ 2147483647 w 61"/>
                <a:gd name="T57" fmla="*/ 2147483647 h 126"/>
                <a:gd name="T58" fmla="*/ 2147483647 w 61"/>
                <a:gd name="T59" fmla="*/ 2147483647 h 126"/>
                <a:gd name="T60" fmla="*/ 2147483647 w 61"/>
                <a:gd name="T61" fmla="*/ 2147483647 h 126"/>
                <a:gd name="T62" fmla="*/ 2147483647 w 61"/>
                <a:gd name="T63" fmla="*/ 2147483647 h 126"/>
                <a:gd name="T64" fmla="*/ 2147483647 w 61"/>
                <a:gd name="T65" fmla="*/ 2147483647 h 126"/>
                <a:gd name="T66" fmla="*/ 2147483647 w 61"/>
                <a:gd name="T67" fmla="*/ 2147483647 h 126"/>
                <a:gd name="T68" fmla="*/ 2147483647 w 61"/>
                <a:gd name="T69" fmla="*/ 2147483647 h 126"/>
                <a:gd name="T70" fmla="*/ 2147483647 w 61"/>
                <a:gd name="T71" fmla="*/ 2147483647 h 126"/>
                <a:gd name="T72" fmla="*/ 2147483647 w 61"/>
                <a:gd name="T73" fmla="*/ 2147483647 h 126"/>
                <a:gd name="T74" fmla="*/ 2147483647 w 61"/>
                <a:gd name="T75" fmla="*/ 2147483647 h 126"/>
                <a:gd name="T76" fmla="*/ 2147483647 w 61"/>
                <a:gd name="T77" fmla="*/ 2147483647 h 126"/>
                <a:gd name="T78" fmla="*/ 2147483647 w 61"/>
                <a:gd name="T79" fmla="*/ 2147483647 h 126"/>
                <a:gd name="T80" fmla="*/ 2147483647 w 61"/>
                <a:gd name="T81" fmla="*/ 2147483647 h 126"/>
                <a:gd name="T82" fmla="*/ 2147483647 w 61"/>
                <a:gd name="T83" fmla="*/ 2147483647 h 126"/>
                <a:gd name="T84" fmla="*/ 2147483647 w 61"/>
                <a:gd name="T85" fmla="*/ 2147483647 h 126"/>
                <a:gd name="T86" fmla="*/ 2147483647 w 61"/>
                <a:gd name="T87" fmla="*/ 2147483647 h 126"/>
                <a:gd name="T88" fmla="*/ 2147483647 w 61"/>
                <a:gd name="T89" fmla="*/ 2147483647 h 126"/>
                <a:gd name="T90" fmla="*/ 2147483647 w 61"/>
                <a:gd name="T91" fmla="*/ 2147483647 h 126"/>
                <a:gd name="T92" fmla="*/ 2147483647 w 61"/>
                <a:gd name="T93" fmla="*/ 2147483647 h 126"/>
                <a:gd name="T94" fmla="*/ 2147483647 w 61"/>
                <a:gd name="T95" fmla="*/ 2147483647 h 126"/>
                <a:gd name="T96" fmla="*/ 2147483647 w 61"/>
                <a:gd name="T97" fmla="*/ 2147483647 h 126"/>
                <a:gd name="T98" fmla="*/ 2147483647 w 61"/>
                <a:gd name="T99" fmla="*/ 2147483647 h 126"/>
                <a:gd name="T100" fmla="*/ 2147483647 w 61"/>
                <a:gd name="T101" fmla="*/ 2147483647 h 126"/>
                <a:gd name="T102" fmla="*/ 2147483647 w 61"/>
                <a:gd name="T103" fmla="*/ 2147483647 h 126"/>
                <a:gd name="T104" fmla="*/ 2147483647 w 61"/>
                <a:gd name="T105" fmla="*/ 2147483647 h 126"/>
                <a:gd name="T106" fmla="*/ 2147483647 w 61"/>
                <a:gd name="T107" fmla="*/ 2147483647 h 126"/>
                <a:gd name="T108" fmla="*/ 2147483647 w 61"/>
                <a:gd name="T109" fmla="*/ 2147483647 h 126"/>
                <a:gd name="T110" fmla="*/ 2147483647 w 61"/>
                <a:gd name="T111" fmla="*/ 2147483647 h 126"/>
                <a:gd name="T112" fmla="*/ 2147483647 w 61"/>
                <a:gd name="T113" fmla="*/ 2147483647 h 126"/>
                <a:gd name="T114" fmla="*/ 2147483647 w 61"/>
                <a:gd name="T115" fmla="*/ 2147483647 h 126"/>
                <a:gd name="T116" fmla="*/ 2147483647 w 61"/>
                <a:gd name="T117" fmla="*/ 2147483647 h 126"/>
                <a:gd name="T118" fmla="*/ 2147483647 w 61"/>
                <a:gd name="T119" fmla="*/ 2147483647 h 126"/>
                <a:gd name="T120" fmla="*/ 2147483647 w 61"/>
                <a:gd name="T121" fmla="*/ 2147483647 h 12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1" h="126">
                  <a:moveTo>
                    <a:pt x="61" y="38"/>
                  </a:moveTo>
                  <a:lnTo>
                    <a:pt x="60" y="43"/>
                  </a:lnTo>
                  <a:lnTo>
                    <a:pt x="60" y="44"/>
                  </a:lnTo>
                  <a:lnTo>
                    <a:pt x="60" y="45"/>
                  </a:lnTo>
                  <a:lnTo>
                    <a:pt x="59" y="50"/>
                  </a:lnTo>
                  <a:lnTo>
                    <a:pt x="58" y="51"/>
                  </a:lnTo>
                  <a:lnTo>
                    <a:pt x="56" y="55"/>
                  </a:lnTo>
                  <a:lnTo>
                    <a:pt x="54" y="59"/>
                  </a:lnTo>
                  <a:lnTo>
                    <a:pt x="53" y="63"/>
                  </a:lnTo>
                  <a:lnTo>
                    <a:pt x="52" y="63"/>
                  </a:lnTo>
                  <a:lnTo>
                    <a:pt x="51" y="64"/>
                  </a:lnTo>
                  <a:lnTo>
                    <a:pt x="50" y="67"/>
                  </a:lnTo>
                  <a:lnTo>
                    <a:pt x="50" y="69"/>
                  </a:lnTo>
                  <a:lnTo>
                    <a:pt x="50" y="71"/>
                  </a:lnTo>
                  <a:lnTo>
                    <a:pt x="49" y="71"/>
                  </a:lnTo>
                  <a:lnTo>
                    <a:pt x="48" y="73"/>
                  </a:lnTo>
                  <a:lnTo>
                    <a:pt x="49" y="75"/>
                  </a:lnTo>
                  <a:lnTo>
                    <a:pt x="50" y="75"/>
                  </a:lnTo>
                  <a:lnTo>
                    <a:pt x="50" y="77"/>
                  </a:lnTo>
                  <a:lnTo>
                    <a:pt x="49" y="84"/>
                  </a:lnTo>
                  <a:lnTo>
                    <a:pt x="49" y="85"/>
                  </a:lnTo>
                  <a:lnTo>
                    <a:pt x="49" y="86"/>
                  </a:lnTo>
                  <a:lnTo>
                    <a:pt x="49" y="87"/>
                  </a:lnTo>
                  <a:lnTo>
                    <a:pt x="49" y="93"/>
                  </a:lnTo>
                  <a:lnTo>
                    <a:pt x="49" y="94"/>
                  </a:lnTo>
                  <a:lnTo>
                    <a:pt x="51" y="103"/>
                  </a:lnTo>
                  <a:lnTo>
                    <a:pt x="51" y="104"/>
                  </a:lnTo>
                  <a:lnTo>
                    <a:pt x="51" y="105"/>
                  </a:lnTo>
                  <a:lnTo>
                    <a:pt x="51" y="106"/>
                  </a:lnTo>
                  <a:lnTo>
                    <a:pt x="52" y="106"/>
                  </a:lnTo>
                  <a:lnTo>
                    <a:pt x="52" y="107"/>
                  </a:lnTo>
                  <a:lnTo>
                    <a:pt x="52" y="108"/>
                  </a:lnTo>
                  <a:lnTo>
                    <a:pt x="52" y="110"/>
                  </a:lnTo>
                  <a:lnTo>
                    <a:pt x="51" y="110"/>
                  </a:lnTo>
                  <a:lnTo>
                    <a:pt x="51" y="111"/>
                  </a:lnTo>
                  <a:lnTo>
                    <a:pt x="51" y="112"/>
                  </a:lnTo>
                  <a:lnTo>
                    <a:pt x="51" y="113"/>
                  </a:lnTo>
                  <a:lnTo>
                    <a:pt x="51" y="114"/>
                  </a:lnTo>
                  <a:lnTo>
                    <a:pt x="50" y="114"/>
                  </a:lnTo>
                  <a:lnTo>
                    <a:pt x="49" y="115"/>
                  </a:lnTo>
                  <a:lnTo>
                    <a:pt x="49" y="116"/>
                  </a:lnTo>
                  <a:lnTo>
                    <a:pt x="49" y="117"/>
                  </a:lnTo>
                  <a:lnTo>
                    <a:pt x="48" y="118"/>
                  </a:lnTo>
                  <a:lnTo>
                    <a:pt x="49" y="120"/>
                  </a:lnTo>
                  <a:lnTo>
                    <a:pt x="50" y="120"/>
                  </a:lnTo>
                  <a:lnTo>
                    <a:pt x="50" y="119"/>
                  </a:lnTo>
                  <a:lnTo>
                    <a:pt x="50" y="121"/>
                  </a:lnTo>
                  <a:lnTo>
                    <a:pt x="50" y="122"/>
                  </a:lnTo>
                  <a:lnTo>
                    <a:pt x="51" y="123"/>
                  </a:lnTo>
                  <a:lnTo>
                    <a:pt x="51" y="124"/>
                  </a:lnTo>
                  <a:lnTo>
                    <a:pt x="51" y="125"/>
                  </a:lnTo>
                  <a:lnTo>
                    <a:pt x="52" y="125"/>
                  </a:lnTo>
                  <a:lnTo>
                    <a:pt x="50" y="126"/>
                  </a:lnTo>
                  <a:lnTo>
                    <a:pt x="49" y="125"/>
                  </a:lnTo>
                  <a:lnTo>
                    <a:pt x="48" y="123"/>
                  </a:lnTo>
                  <a:lnTo>
                    <a:pt x="47" y="122"/>
                  </a:lnTo>
                  <a:lnTo>
                    <a:pt x="46" y="122"/>
                  </a:lnTo>
                  <a:lnTo>
                    <a:pt x="46" y="121"/>
                  </a:lnTo>
                  <a:lnTo>
                    <a:pt x="45" y="121"/>
                  </a:lnTo>
                  <a:lnTo>
                    <a:pt x="44" y="120"/>
                  </a:lnTo>
                  <a:lnTo>
                    <a:pt x="43" y="121"/>
                  </a:lnTo>
                  <a:lnTo>
                    <a:pt x="43" y="122"/>
                  </a:lnTo>
                  <a:lnTo>
                    <a:pt x="42" y="122"/>
                  </a:lnTo>
                  <a:lnTo>
                    <a:pt x="41" y="121"/>
                  </a:lnTo>
                  <a:lnTo>
                    <a:pt x="40" y="121"/>
                  </a:lnTo>
                  <a:lnTo>
                    <a:pt x="40" y="122"/>
                  </a:lnTo>
                  <a:lnTo>
                    <a:pt x="40" y="121"/>
                  </a:lnTo>
                  <a:lnTo>
                    <a:pt x="39" y="122"/>
                  </a:lnTo>
                  <a:lnTo>
                    <a:pt x="39" y="121"/>
                  </a:lnTo>
                  <a:lnTo>
                    <a:pt x="38" y="121"/>
                  </a:lnTo>
                  <a:lnTo>
                    <a:pt x="38" y="122"/>
                  </a:lnTo>
                  <a:lnTo>
                    <a:pt x="37" y="122"/>
                  </a:lnTo>
                  <a:lnTo>
                    <a:pt x="30" y="122"/>
                  </a:lnTo>
                  <a:lnTo>
                    <a:pt x="27" y="122"/>
                  </a:lnTo>
                  <a:lnTo>
                    <a:pt x="24" y="121"/>
                  </a:lnTo>
                  <a:lnTo>
                    <a:pt x="23" y="122"/>
                  </a:lnTo>
                  <a:lnTo>
                    <a:pt x="21" y="121"/>
                  </a:lnTo>
                  <a:lnTo>
                    <a:pt x="20" y="121"/>
                  </a:lnTo>
                  <a:lnTo>
                    <a:pt x="19" y="121"/>
                  </a:lnTo>
                  <a:lnTo>
                    <a:pt x="18" y="120"/>
                  </a:lnTo>
                  <a:lnTo>
                    <a:pt x="18" y="118"/>
                  </a:lnTo>
                  <a:lnTo>
                    <a:pt x="17" y="116"/>
                  </a:lnTo>
                  <a:lnTo>
                    <a:pt x="14" y="115"/>
                  </a:lnTo>
                  <a:lnTo>
                    <a:pt x="13" y="114"/>
                  </a:lnTo>
                  <a:lnTo>
                    <a:pt x="13" y="115"/>
                  </a:lnTo>
                  <a:lnTo>
                    <a:pt x="13" y="116"/>
                  </a:lnTo>
                  <a:lnTo>
                    <a:pt x="13" y="117"/>
                  </a:lnTo>
                  <a:lnTo>
                    <a:pt x="6" y="114"/>
                  </a:lnTo>
                  <a:lnTo>
                    <a:pt x="3" y="113"/>
                  </a:lnTo>
                  <a:lnTo>
                    <a:pt x="2" y="112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5" y="106"/>
                  </a:lnTo>
                  <a:lnTo>
                    <a:pt x="3" y="105"/>
                  </a:lnTo>
                  <a:lnTo>
                    <a:pt x="3" y="104"/>
                  </a:lnTo>
                  <a:lnTo>
                    <a:pt x="1" y="104"/>
                  </a:lnTo>
                  <a:lnTo>
                    <a:pt x="0" y="103"/>
                  </a:lnTo>
                  <a:lnTo>
                    <a:pt x="1" y="101"/>
                  </a:lnTo>
                  <a:lnTo>
                    <a:pt x="1" y="100"/>
                  </a:lnTo>
                  <a:lnTo>
                    <a:pt x="0" y="100"/>
                  </a:lnTo>
                  <a:lnTo>
                    <a:pt x="1" y="99"/>
                  </a:lnTo>
                  <a:lnTo>
                    <a:pt x="2" y="98"/>
                  </a:lnTo>
                  <a:lnTo>
                    <a:pt x="3" y="99"/>
                  </a:lnTo>
                  <a:lnTo>
                    <a:pt x="4" y="99"/>
                  </a:lnTo>
                  <a:lnTo>
                    <a:pt x="4" y="93"/>
                  </a:lnTo>
                  <a:lnTo>
                    <a:pt x="5" y="91"/>
                  </a:lnTo>
                  <a:lnTo>
                    <a:pt x="6" y="90"/>
                  </a:lnTo>
                  <a:lnTo>
                    <a:pt x="7" y="90"/>
                  </a:lnTo>
                  <a:lnTo>
                    <a:pt x="8" y="90"/>
                  </a:lnTo>
                  <a:lnTo>
                    <a:pt x="10" y="90"/>
                  </a:lnTo>
                  <a:lnTo>
                    <a:pt x="11" y="89"/>
                  </a:lnTo>
                  <a:lnTo>
                    <a:pt x="14" y="89"/>
                  </a:lnTo>
                  <a:lnTo>
                    <a:pt x="14" y="86"/>
                  </a:lnTo>
                  <a:lnTo>
                    <a:pt x="13" y="85"/>
                  </a:lnTo>
                  <a:lnTo>
                    <a:pt x="12" y="84"/>
                  </a:lnTo>
                  <a:lnTo>
                    <a:pt x="11" y="83"/>
                  </a:lnTo>
                  <a:lnTo>
                    <a:pt x="11" y="81"/>
                  </a:lnTo>
                  <a:lnTo>
                    <a:pt x="10" y="79"/>
                  </a:lnTo>
                  <a:lnTo>
                    <a:pt x="11" y="77"/>
                  </a:lnTo>
                  <a:lnTo>
                    <a:pt x="12" y="76"/>
                  </a:lnTo>
                  <a:lnTo>
                    <a:pt x="11" y="75"/>
                  </a:lnTo>
                  <a:lnTo>
                    <a:pt x="11" y="73"/>
                  </a:lnTo>
                  <a:lnTo>
                    <a:pt x="9" y="73"/>
                  </a:lnTo>
                  <a:lnTo>
                    <a:pt x="9" y="72"/>
                  </a:lnTo>
                  <a:lnTo>
                    <a:pt x="9" y="71"/>
                  </a:lnTo>
                  <a:lnTo>
                    <a:pt x="11" y="70"/>
                  </a:lnTo>
                  <a:lnTo>
                    <a:pt x="12" y="70"/>
                  </a:lnTo>
                  <a:lnTo>
                    <a:pt x="12" y="71"/>
                  </a:lnTo>
                  <a:lnTo>
                    <a:pt x="12" y="70"/>
                  </a:lnTo>
                  <a:lnTo>
                    <a:pt x="13" y="70"/>
                  </a:lnTo>
                  <a:lnTo>
                    <a:pt x="13" y="69"/>
                  </a:lnTo>
                  <a:lnTo>
                    <a:pt x="14" y="68"/>
                  </a:lnTo>
                  <a:lnTo>
                    <a:pt x="15" y="68"/>
                  </a:lnTo>
                  <a:lnTo>
                    <a:pt x="16" y="67"/>
                  </a:lnTo>
                  <a:lnTo>
                    <a:pt x="17" y="67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19" y="66"/>
                  </a:lnTo>
                  <a:lnTo>
                    <a:pt x="19" y="64"/>
                  </a:lnTo>
                  <a:lnTo>
                    <a:pt x="20" y="64"/>
                  </a:lnTo>
                  <a:lnTo>
                    <a:pt x="20" y="63"/>
                  </a:lnTo>
                  <a:lnTo>
                    <a:pt x="20" y="62"/>
                  </a:lnTo>
                  <a:lnTo>
                    <a:pt x="21" y="61"/>
                  </a:lnTo>
                  <a:lnTo>
                    <a:pt x="21" y="60"/>
                  </a:lnTo>
                  <a:lnTo>
                    <a:pt x="22" y="60"/>
                  </a:lnTo>
                  <a:lnTo>
                    <a:pt x="23" y="61"/>
                  </a:lnTo>
                  <a:lnTo>
                    <a:pt x="24" y="60"/>
                  </a:lnTo>
                  <a:lnTo>
                    <a:pt x="25" y="60"/>
                  </a:lnTo>
                  <a:lnTo>
                    <a:pt x="30" y="55"/>
                  </a:lnTo>
                  <a:lnTo>
                    <a:pt x="35" y="52"/>
                  </a:lnTo>
                  <a:lnTo>
                    <a:pt x="35" y="50"/>
                  </a:lnTo>
                  <a:lnTo>
                    <a:pt x="32" y="50"/>
                  </a:lnTo>
                  <a:lnTo>
                    <a:pt x="31" y="48"/>
                  </a:lnTo>
                  <a:lnTo>
                    <a:pt x="31" y="47"/>
                  </a:lnTo>
                  <a:lnTo>
                    <a:pt x="31" y="40"/>
                  </a:lnTo>
                  <a:lnTo>
                    <a:pt x="31" y="38"/>
                  </a:lnTo>
                  <a:lnTo>
                    <a:pt x="30" y="38"/>
                  </a:lnTo>
                  <a:lnTo>
                    <a:pt x="28" y="38"/>
                  </a:lnTo>
                  <a:lnTo>
                    <a:pt x="27" y="38"/>
                  </a:lnTo>
                  <a:lnTo>
                    <a:pt x="26" y="38"/>
                  </a:lnTo>
                  <a:lnTo>
                    <a:pt x="25" y="39"/>
                  </a:lnTo>
                  <a:lnTo>
                    <a:pt x="23" y="37"/>
                  </a:lnTo>
                  <a:lnTo>
                    <a:pt x="22" y="37"/>
                  </a:lnTo>
                  <a:lnTo>
                    <a:pt x="20" y="37"/>
                  </a:lnTo>
                  <a:lnTo>
                    <a:pt x="19" y="34"/>
                  </a:lnTo>
                  <a:lnTo>
                    <a:pt x="17" y="32"/>
                  </a:lnTo>
                  <a:lnTo>
                    <a:pt x="16" y="31"/>
                  </a:lnTo>
                  <a:lnTo>
                    <a:pt x="15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4" y="26"/>
                  </a:lnTo>
                  <a:lnTo>
                    <a:pt x="14" y="24"/>
                  </a:lnTo>
                  <a:lnTo>
                    <a:pt x="11" y="23"/>
                  </a:lnTo>
                  <a:lnTo>
                    <a:pt x="10" y="23"/>
                  </a:lnTo>
                  <a:lnTo>
                    <a:pt x="10" y="21"/>
                  </a:lnTo>
                  <a:lnTo>
                    <a:pt x="11" y="19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9" y="15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8" y="10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3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3" y="5"/>
                  </a:lnTo>
                  <a:lnTo>
                    <a:pt x="14" y="10"/>
                  </a:lnTo>
                  <a:lnTo>
                    <a:pt x="15" y="16"/>
                  </a:lnTo>
                  <a:lnTo>
                    <a:pt x="18" y="20"/>
                  </a:lnTo>
                  <a:lnTo>
                    <a:pt x="20" y="26"/>
                  </a:lnTo>
                  <a:lnTo>
                    <a:pt x="23" y="30"/>
                  </a:lnTo>
                  <a:lnTo>
                    <a:pt x="28" y="31"/>
                  </a:lnTo>
                  <a:lnTo>
                    <a:pt x="28" y="32"/>
                  </a:lnTo>
                  <a:lnTo>
                    <a:pt x="30" y="33"/>
                  </a:lnTo>
                  <a:lnTo>
                    <a:pt x="32" y="33"/>
                  </a:lnTo>
                  <a:lnTo>
                    <a:pt x="37" y="36"/>
                  </a:lnTo>
                  <a:lnTo>
                    <a:pt x="38" y="36"/>
                  </a:lnTo>
                  <a:lnTo>
                    <a:pt x="38" y="37"/>
                  </a:lnTo>
                  <a:lnTo>
                    <a:pt x="46" y="37"/>
                  </a:lnTo>
                  <a:lnTo>
                    <a:pt x="51" y="39"/>
                  </a:lnTo>
                  <a:lnTo>
                    <a:pt x="54" y="41"/>
                  </a:lnTo>
                  <a:lnTo>
                    <a:pt x="56" y="41"/>
                  </a:lnTo>
                  <a:lnTo>
                    <a:pt x="61" y="38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Freeform 10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83450" y="30978"/>
              <a:ext cx="949941" cy="1161671"/>
            </a:xfrm>
            <a:custGeom>
              <a:avLst/>
              <a:gdLst>
                <a:gd name="T0" fmla="*/ 2147483647 w 124"/>
                <a:gd name="T1" fmla="*/ 2147483647 h 150"/>
                <a:gd name="T2" fmla="*/ 2147483647 w 124"/>
                <a:gd name="T3" fmla="*/ 2147483647 h 150"/>
                <a:gd name="T4" fmla="*/ 2147483647 w 124"/>
                <a:gd name="T5" fmla="*/ 2147483647 h 150"/>
                <a:gd name="T6" fmla="*/ 2147483647 w 124"/>
                <a:gd name="T7" fmla="*/ 2147483647 h 150"/>
                <a:gd name="T8" fmla="*/ 2147483647 w 124"/>
                <a:gd name="T9" fmla="*/ 2147483647 h 150"/>
                <a:gd name="T10" fmla="*/ 2147483647 w 124"/>
                <a:gd name="T11" fmla="*/ 2147483647 h 150"/>
                <a:gd name="T12" fmla="*/ 2147483647 w 124"/>
                <a:gd name="T13" fmla="*/ 2147483647 h 150"/>
                <a:gd name="T14" fmla="*/ 2147483647 w 124"/>
                <a:gd name="T15" fmla="*/ 2147483647 h 150"/>
                <a:gd name="T16" fmla="*/ 2147483647 w 124"/>
                <a:gd name="T17" fmla="*/ 2147483647 h 150"/>
                <a:gd name="T18" fmla="*/ 2147483647 w 124"/>
                <a:gd name="T19" fmla="*/ 2147483647 h 150"/>
                <a:gd name="T20" fmla="*/ 2147483647 w 124"/>
                <a:gd name="T21" fmla="*/ 2147483647 h 150"/>
                <a:gd name="T22" fmla="*/ 2147483647 w 124"/>
                <a:gd name="T23" fmla="*/ 2147483647 h 150"/>
                <a:gd name="T24" fmla="*/ 2147483647 w 124"/>
                <a:gd name="T25" fmla="*/ 2147483647 h 150"/>
                <a:gd name="T26" fmla="*/ 2147483647 w 124"/>
                <a:gd name="T27" fmla="*/ 2147483647 h 150"/>
                <a:gd name="T28" fmla="*/ 2147483647 w 124"/>
                <a:gd name="T29" fmla="*/ 2147483647 h 150"/>
                <a:gd name="T30" fmla="*/ 2147483647 w 124"/>
                <a:gd name="T31" fmla="*/ 2147483647 h 150"/>
                <a:gd name="T32" fmla="*/ 2147483647 w 124"/>
                <a:gd name="T33" fmla="*/ 2147483647 h 150"/>
                <a:gd name="T34" fmla="*/ 2147483647 w 124"/>
                <a:gd name="T35" fmla="*/ 2147483647 h 150"/>
                <a:gd name="T36" fmla="*/ 2147483647 w 124"/>
                <a:gd name="T37" fmla="*/ 2147483647 h 150"/>
                <a:gd name="T38" fmla="*/ 2147483647 w 124"/>
                <a:gd name="T39" fmla="*/ 2147483647 h 150"/>
                <a:gd name="T40" fmla="*/ 2147483647 w 124"/>
                <a:gd name="T41" fmla="*/ 2147483647 h 150"/>
                <a:gd name="T42" fmla="*/ 2147483647 w 124"/>
                <a:gd name="T43" fmla="*/ 2147483647 h 150"/>
                <a:gd name="T44" fmla="*/ 2147483647 w 124"/>
                <a:gd name="T45" fmla="*/ 2147483647 h 150"/>
                <a:gd name="T46" fmla="*/ 2147483647 w 124"/>
                <a:gd name="T47" fmla="*/ 2147483647 h 150"/>
                <a:gd name="T48" fmla="*/ 2147483647 w 124"/>
                <a:gd name="T49" fmla="*/ 2147483647 h 150"/>
                <a:gd name="T50" fmla="*/ 2147483647 w 124"/>
                <a:gd name="T51" fmla="*/ 2147483647 h 150"/>
                <a:gd name="T52" fmla="*/ 2147483647 w 124"/>
                <a:gd name="T53" fmla="*/ 2147483647 h 150"/>
                <a:gd name="T54" fmla="*/ 2147483647 w 124"/>
                <a:gd name="T55" fmla="*/ 2147483647 h 150"/>
                <a:gd name="T56" fmla="*/ 2147483647 w 124"/>
                <a:gd name="T57" fmla="*/ 2147483647 h 150"/>
                <a:gd name="T58" fmla="*/ 2147483647 w 124"/>
                <a:gd name="T59" fmla="*/ 2147483647 h 150"/>
                <a:gd name="T60" fmla="*/ 2147483647 w 124"/>
                <a:gd name="T61" fmla="*/ 2147483647 h 150"/>
                <a:gd name="T62" fmla="*/ 2147483647 w 124"/>
                <a:gd name="T63" fmla="*/ 2147483647 h 150"/>
                <a:gd name="T64" fmla="*/ 2147483647 w 124"/>
                <a:gd name="T65" fmla="*/ 2147483647 h 150"/>
                <a:gd name="T66" fmla="*/ 2147483647 w 124"/>
                <a:gd name="T67" fmla="*/ 2147483647 h 150"/>
                <a:gd name="T68" fmla="*/ 2147483647 w 124"/>
                <a:gd name="T69" fmla="*/ 2147483647 h 150"/>
                <a:gd name="T70" fmla="*/ 2147483647 w 124"/>
                <a:gd name="T71" fmla="*/ 2147483647 h 150"/>
                <a:gd name="T72" fmla="*/ 2147483647 w 124"/>
                <a:gd name="T73" fmla="*/ 2147483647 h 150"/>
                <a:gd name="T74" fmla="*/ 2147483647 w 124"/>
                <a:gd name="T75" fmla="*/ 2147483647 h 150"/>
                <a:gd name="T76" fmla="*/ 2147483647 w 124"/>
                <a:gd name="T77" fmla="*/ 2147483647 h 150"/>
                <a:gd name="T78" fmla="*/ 2147483647 w 124"/>
                <a:gd name="T79" fmla="*/ 2147483647 h 150"/>
                <a:gd name="T80" fmla="*/ 2147483647 w 124"/>
                <a:gd name="T81" fmla="*/ 2147483647 h 150"/>
                <a:gd name="T82" fmla="*/ 2147483647 w 124"/>
                <a:gd name="T83" fmla="*/ 2147483647 h 150"/>
                <a:gd name="T84" fmla="*/ 2147483647 w 124"/>
                <a:gd name="T85" fmla="*/ 2147483647 h 150"/>
                <a:gd name="T86" fmla="*/ 2147483647 w 124"/>
                <a:gd name="T87" fmla="*/ 2147483647 h 150"/>
                <a:gd name="T88" fmla="*/ 2147483647 w 124"/>
                <a:gd name="T89" fmla="*/ 2147483647 h 150"/>
                <a:gd name="T90" fmla="*/ 2147483647 w 124"/>
                <a:gd name="T91" fmla="*/ 2147483647 h 150"/>
                <a:gd name="T92" fmla="*/ 2147483647 w 124"/>
                <a:gd name="T93" fmla="*/ 2147483647 h 150"/>
                <a:gd name="T94" fmla="*/ 2147483647 w 124"/>
                <a:gd name="T95" fmla="*/ 2147483647 h 150"/>
                <a:gd name="T96" fmla="*/ 2147483647 w 124"/>
                <a:gd name="T97" fmla="*/ 2147483647 h 150"/>
                <a:gd name="T98" fmla="*/ 2147483647 w 124"/>
                <a:gd name="T99" fmla="*/ 2147483647 h 150"/>
                <a:gd name="T100" fmla="*/ 2147483647 w 124"/>
                <a:gd name="T101" fmla="*/ 2147483647 h 150"/>
                <a:gd name="T102" fmla="*/ 2147483647 w 124"/>
                <a:gd name="T103" fmla="*/ 2147483647 h 150"/>
                <a:gd name="T104" fmla="*/ 2147483647 w 124"/>
                <a:gd name="T105" fmla="*/ 2147483647 h 150"/>
                <a:gd name="T106" fmla="*/ 2147483647 w 124"/>
                <a:gd name="T107" fmla="*/ 2147483647 h 150"/>
                <a:gd name="T108" fmla="*/ 2147483647 w 124"/>
                <a:gd name="T109" fmla="*/ 2147483647 h 150"/>
                <a:gd name="T110" fmla="*/ 2147483647 w 124"/>
                <a:gd name="T111" fmla="*/ 2147483647 h 150"/>
                <a:gd name="T112" fmla="*/ 2147483647 w 124"/>
                <a:gd name="T113" fmla="*/ 2147483647 h 150"/>
                <a:gd name="T114" fmla="*/ 2147483647 w 124"/>
                <a:gd name="T115" fmla="*/ 2147483647 h 150"/>
                <a:gd name="T116" fmla="*/ 2147483647 w 124"/>
                <a:gd name="T117" fmla="*/ 2147483647 h 150"/>
                <a:gd name="T118" fmla="*/ 2147483647 w 124"/>
                <a:gd name="T119" fmla="*/ 0 h 150"/>
                <a:gd name="T120" fmla="*/ 2147483647 w 124"/>
                <a:gd name="T121" fmla="*/ 2147483647 h 15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24" h="150">
                  <a:moveTo>
                    <a:pt x="120" y="36"/>
                  </a:moveTo>
                  <a:lnTo>
                    <a:pt x="118" y="39"/>
                  </a:lnTo>
                  <a:lnTo>
                    <a:pt x="119" y="39"/>
                  </a:lnTo>
                  <a:lnTo>
                    <a:pt x="120" y="42"/>
                  </a:lnTo>
                  <a:lnTo>
                    <a:pt x="121" y="52"/>
                  </a:lnTo>
                  <a:lnTo>
                    <a:pt x="123" y="57"/>
                  </a:lnTo>
                  <a:lnTo>
                    <a:pt x="124" y="64"/>
                  </a:lnTo>
                  <a:lnTo>
                    <a:pt x="122" y="80"/>
                  </a:lnTo>
                  <a:lnTo>
                    <a:pt x="121" y="80"/>
                  </a:lnTo>
                  <a:lnTo>
                    <a:pt x="121" y="83"/>
                  </a:lnTo>
                  <a:lnTo>
                    <a:pt x="122" y="88"/>
                  </a:lnTo>
                  <a:lnTo>
                    <a:pt x="122" y="92"/>
                  </a:lnTo>
                  <a:lnTo>
                    <a:pt x="122" y="95"/>
                  </a:lnTo>
                  <a:lnTo>
                    <a:pt x="121" y="97"/>
                  </a:lnTo>
                  <a:lnTo>
                    <a:pt x="122" y="99"/>
                  </a:lnTo>
                  <a:lnTo>
                    <a:pt x="122" y="101"/>
                  </a:lnTo>
                  <a:lnTo>
                    <a:pt x="122" y="103"/>
                  </a:lnTo>
                  <a:lnTo>
                    <a:pt x="122" y="104"/>
                  </a:lnTo>
                  <a:lnTo>
                    <a:pt x="122" y="105"/>
                  </a:lnTo>
                  <a:lnTo>
                    <a:pt x="120" y="106"/>
                  </a:lnTo>
                  <a:lnTo>
                    <a:pt x="118" y="105"/>
                  </a:lnTo>
                  <a:lnTo>
                    <a:pt x="117" y="105"/>
                  </a:lnTo>
                  <a:lnTo>
                    <a:pt x="114" y="105"/>
                  </a:lnTo>
                  <a:lnTo>
                    <a:pt x="113" y="105"/>
                  </a:lnTo>
                  <a:lnTo>
                    <a:pt x="113" y="104"/>
                  </a:lnTo>
                  <a:lnTo>
                    <a:pt x="112" y="104"/>
                  </a:lnTo>
                  <a:lnTo>
                    <a:pt x="112" y="105"/>
                  </a:lnTo>
                  <a:lnTo>
                    <a:pt x="111" y="105"/>
                  </a:lnTo>
                  <a:lnTo>
                    <a:pt x="110" y="106"/>
                  </a:lnTo>
                  <a:lnTo>
                    <a:pt x="110" y="107"/>
                  </a:lnTo>
                  <a:lnTo>
                    <a:pt x="110" y="108"/>
                  </a:lnTo>
                  <a:lnTo>
                    <a:pt x="111" y="110"/>
                  </a:lnTo>
                  <a:lnTo>
                    <a:pt x="112" y="111"/>
                  </a:lnTo>
                  <a:lnTo>
                    <a:pt x="113" y="111"/>
                  </a:lnTo>
                  <a:lnTo>
                    <a:pt x="113" y="112"/>
                  </a:lnTo>
                  <a:lnTo>
                    <a:pt x="114" y="113"/>
                  </a:lnTo>
                  <a:lnTo>
                    <a:pt x="115" y="116"/>
                  </a:lnTo>
                  <a:lnTo>
                    <a:pt x="117" y="119"/>
                  </a:lnTo>
                  <a:lnTo>
                    <a:pt x="117" y="120"/>
                  </a:lnTo>
                  <a:lnTo>
                    <a:pt x="117" y="121"/>
                  </a:lnTo>
                  <a:lnTo>
                    <a:pt x="119" y="122"/>
                  </a:lnTo>
                  <a:lnTo>
                    <a:pt x="119" y="124"/>
                  </a:lnTo>
                  <a:lnTo>
                    <a:pt x="120" y="126"/>
                  </a:lnTo>
                  <a:lnTo>
                    <a:pt x="119" y="127"/>
                  </a:lnTo>
                  <a:lnTo>
                    <a:pt x="118" y="128"/>
                  </a:lnTo>
                  <a:lnTo>
                    <a:pt x="118" y="129"/>
                  </a:lnTo>
                  <a:lnTo>
                    <a:pt x="118" y="131"/>
                  </a:lnTo>
                  <a:lnTo>
                    <a:pt x="119" y="132"/>
                  </a:lnTo>
                  <a:lnTo>
                    <a:pt x="120" y="133"/>
                  </a:lnTo>
                  <a:lnTo>
                    <a:pt x="121" y="134"/>
                  </a:lnTo>
                  <a:lnTo>
                    <a:pt x="121" y="136"/>
                  </a:lnTo>
                  <a:lnTo>
                    <a:pt x="122" y="138"/>
                  </a:lnTo>
                  <a:lnTo>
                    <a:pt x="121" y="138"/>
                  </a:lnTo>
                  <a:lnTo>
                    <a:pt x="119" y="141"/>
                  </a:lnTo>
                  <a:lnTo>
                    <a:pt x="116" y="144"/>
                  </a:lnTo>
                  <a:lnTo>
                    <a:pt x="110" y="148"/>
                  </a:lnTo>
                  <a:lnTo>
                    <a:pt x="107" y="150"/>
                  </a:lnTo>
                  <a:lnTo>
                    <a:pt x="106" y="148"/>
                  </a:lnTo>
                  <a:lnTo>
                    <a:pt x="105" y="148"/>
                  </a:lnTo>
                  <a:lnTo>
                    <a:pt x="105" y="145"/>
                  </a:lnTo>
                  <a:lnTo>
                    <a:pt x="105" y="143"/>
                  </a:lnTo>
                  <a:lnTo>
                    <a:pt x="104" y="143"/>
                  </a:lnTo>
                  <a:lnTo>
                    <a:pt x="104" y="142"/>
                  </a:lnTo>
                  <a:lnTo>
                    <a:pt x="103" y="142"/>
                  </a:lnTo>
                  <a:lnTo>
                    <a:pt x="102" y="141"/>
                  </a:lnTo>
                  <a:lnTo>
                    <a:pt x="101" y="140"/>
                  </a:lnTo>
                  <a:lnTo>
                    <a:pt x="101" y="141"/>
                  </a:lnTo>
                  <a:lnTo>
                    <a:pt x="100" y="140"/>
                  </a:lnTo>
                  <a:lnTo>
                    <a:pt x="99" y="140"/>
                  </a:lnTo>
                  <a:lnTo>
                    <a:pt x="98" y="140"/>
                  </a:lnTo>
                  <a:lnTo>
                    <a:pt x="97" y="140"/>
                  </a:lnTo>
                  <a:lnTo>
                    <a:pt x="96" y="140"/>
                  </a:lnTo>
                  <a:lnTo>
                    <a:pt x="96" y="139"/>
                  </a:lnTo>
                  <a:lnTo>
                    <a:pt x="95" y="139"/>
                  </a:lnTo>
                  <a:lnTo>
                    <a:pt x="94" y="138"/>
                  </a:lnTo>
                  <a:lnTo>
                    <a:pt x="93" y="135"/>
                  </a:lnTo>
                  <a:lnTo>
                    <a:pt x="92" y="133"/>
                  </a:lnTo>
                  <a:lnTo>
                    <a:pt x="93" y="132"/>
                  </a:lnTo>
                  <a:lnTo>
                    <a:pt x="93" y="131"/>
                  </a:lnTo>
                  <a:lnTo>
                    <a:pt x="92" y="130"/>
                  </a:lnTo>
                  <a:lnTo>
                    <a:pt x="90" y="131"/>
                  </a:lnTo>
                  <a:lnTo>
                    <a:pt x="90" y="130"/>
                  </a:lnTo>
                  <a:lnTo>
                    <a:pt x="89" y="130"/>
                  </a:lnTo>
                  <a:lnTo>
                    <a:pt x="87" y="129"/>
                  </a:lnTo>
                  <a:lnTo>
                    <a:pt x="86" y="129"/>
                  </a:lnTo>
                  <a:lnTo>
                    <a:pt x="85" y="128"/>
                  </a:lnTo>
                  <a:lnTo>
                    <a:pt x="84" y="127"/>
                  </a:lnTo>
                  <a:lnTo>
                    <a:pt x="83" y="126"/>
                  </a:lnTo>
                  <a:lnTo>
                    <a:pt x="82" y="126"/>
                  </a:lnTo>
                  <a:lnTo>
                    <a:pt x="81" y="125"/>
                  </a:lnTo>
                  <a:lnTo>
                    <a:pt x="82" y="125"/>
                  </a:lnTo>
                  <a:lnTo>
                    <a:pt x="82" y="124"/>
                  </a:lnTo>
                  <a:lnTo>
                    <a:pt x="82" y="123"/>
                  </a:lnTo>
                  <a:lnTo>
                    <a:pt x="81" y="124"/>
                  </a:lnTo>
                  <a:lnTo>
                    <a:pt x="81" y="123"/>
                  </a:lnTo>
                  <a:lnTo>
                    <a:pt x="81" y="122"/>
                  </a:lnTo>
                  <a:lnTo>
                    <a:pt x="80" y="122"/>
                  </a:lnTo>
                  <a:lnTo>
                    <a:pt x="80" y="120"/>
                  </a:lnTo>
                  <a:lnTo>
                    <a:pt x="80" y="119"/>
                  </a:lnTo>
                  <a:lnTo>
                    <a:pt x="80" y="118"/>
                  </a:lnTo>
                  <a:lnTo>
                    <a:pt x="80" y="117"/>
                  </a:lnTo>
                  <a:lnTo>
                    <a:pt x="80" y="116"/>
                  </a:lnTo>
                  <a:lnTo>
                    <a:pt x="80" y="117"/>
                  </a:lnTo>
                  <a:lnTo>
                    <a:pt x="80" y="116"/>
                  </a:lnTo>
                  <a:lnTo>
                    <a:pt x="80" y="115"/>
                  </a:lnTo>
                  <a:lnTo>
                    <a:pt x="80" y="114"/>
                  </a:lnTo>
                  <a:lnTo>
                    <a:pt x="80" y="113"/>
                  </a:lnTo>
                  <a:lnTo>
                    <a:pt x="81" y="113"/>
                  </a:lnTo>
                  <a:lnTo>
                    <a:pt x="81" y="112"/>
                  </a:lnTo>
                  <a:lnTo>
                    <a:pt x="80" y="112"/>
                  </a:lnTo>
                  <a:lnTo>
                    <a:pt x="79" y="112"/>
                  </a:lnTo>
                  <a:lnTo>
                    <a:pt x="78" y="111"/>
                  </a:lnTo>
                  <a:lnTo>
                    <a:pt x="77" y="111"/>
                  </a:lnTo>
                  <a:lnTo>
                    <a:pt x="76" y="111"/>
                  </a:lnTo>
                  <a:lnTo>
                    <a:pt x="75" y="111"/>
                  </a:lnTo>
                  <a:lnTo>
                    <a:pt x="75" y="112"/>
                  </a:lnTo>
                  <a:lnTo>
                    <a:pt x="74" y="111"/>
                  </a:lnTo>
                  <a:lnTo>
                    <a:pt x="73" y="111"/>
                  </a:lnTo>
                  <a:lnTo>
                    <a:pt x="74" y="111"/>
                  </a:lnTo>
                  <a:lnTo>
                    <a:pt x="74" y="110"/>
                  </a:lnTo>
                  <a:lnTo>
                    <a:pt x="73" y="110"/>
                  </a:lnTo>
                  <a:lnTo>
                    <a:pt x="72" y="109"/>
                  </a:lnTo>
                  <a:lnTo>
                    <a:pt x="72" y="110"/>
                  </a:lnTo>
                  <a:lnTo>
                    <a:pt x="71" y="110"/>
                  </a:lnTo>
                  <a:lnTo>
                    <a:pt x="71" y="109"/>
                  </a:lnTo>
                  <a:lnTo>
                    <a:pt x="70" y="110"/>
                  </a:lnTo>
                  <a:lnTo>
                    <a:pt x="71" y="109"/>
                  </a:lnTo>
                  <a:lnTo>
                    <a:pt x="70" y="109"/>
                  </a:lnTo>
                  <a:lnTo>
                    <a:pt x="69" y="108"/>
                  </a:lnTo>
                  <a:lnTo>
                    <a:pt x="69" y="107"/>
                  </a:lnTo>
                  <a:lnTo>
                    <a:pt x="68" y="107"/>
                  </a:lnTo>
                  <a:lnTo>
                    <a:pt x="68" y="106"/>
                  </a:lnTo>
                  <a:lnTo>
                    <a:pt x="67" y="106"/>
                  </a:lnTo>
                  <a:lnTo>
                    <a:pt x="67" y="105"/>
                  </a:lnTo>
                  <a:lnTo>
                    <a:pt x="67" y="104"/>
                  </a:lnTo>
                  <a:lnTo>
                    <a:pt x="66" y="103"/>
                  </a:lnTo>
                  <a:lnTo>
                    <a:pt x="66" y="102"/>
                  </a:lnTo>
                  <a:lnTo>
                    <a:pt x="65" y="102"/>
                  </a:lnTo>
                  <a:lnTo>
                    <a:pt x="65" y="101"/>
                  </a:lnTo>
                  <a:lnTo>
                    <a:pt x="64" y="101"/>
                  </a:lnTo>
                  <a:lnTo>
                    <a:pt x="64" y="100"/>
                  </a:lnTo>
                  <a:lnTo>
                    <a:pt x="64" y="99"/>
                  </a:lnTo>
                  <a:lnTo>
                    <a:pt x="63" y="99"/>
                  </a:lnTo>
                  <a:lnTo>
                    <a:pt x="62" y="99"/>
                  </a:lnTo>
                  <a:lnTo>
                    <a:pt x="61" y="98"/>
                  </a:lnTo>
                  <a:lnTo>
                    <a:pt x="60" y="97"/>
                  </a:lnTo>
                  <a:lnTo>
                    <a:pt x="59" y="96"/>
                  </a:lnTo>
                  <a:lnTo>
                    <a:pt x="59" y="95"/>
                  </a:lnTo>
                  <a:lnTo>
                    <a:pt x="59" y="94"/>
                  </a:lnTo>
                  <a:lnTo>
                    <a:pt x="58" y="94"/>
                  </a:lnTo>
                  <a:lnTo>
                    <a:pt x="57" y="93"/>
                  </a:lnTo>
                  <a:lnTo>
                    <a:pt x="57" y="92"/>
                  </a:lnTo>
                  <a:lnTo>
                    <a:pt x="56" y="91"/>
                  </a:lnTo>
                  <a:lnTo>
                    <a:pt x="56" y="90"/>
                  </a:lnTo>
                  <a:lnTo>
                    <a:pt x="55" y="90"/>
                  </a:lnTo>
                  <a:lnTo>
                    <a:pt x="56" y="90"/>
                  </a:lnTo>
                  <a:lnTo>
                    <a:pt x="55" y="88"/>
                  </a:lnTo>
                  <a:lnTo>
                    <a:pt x="54" y="88"/>
                  </a:lnTo>
                  <a:lnTo>
                    <a:pt x="54" y="87"/>
                  </a:lnTo>
                  <a:lnTo>
                    <a:pt x="53" y="86"/>
                  </a:lnTo>
                  <a:lnTo>
                    <a:pt x="53" y="85"/>
                  </a:lnTo>
                  <a:lnTo>
                    <a:pt x="52" y="85"/>
                  </a:lnTo>
                  <a:lnTo>
                    <a:pt x="52" y="84"/>
                  </a:lnTo>
                  <a:lnTo>
                    <a:pt x="52" y="83"/>
                  </a:lnTo>
                  <a:lnTo>
                    <a:pt x="51" y="83"/>
                  </a:lnTo>
                  <a:lnTo>
                    <a:pt x="52" y="82"/>
                  </a:lnTo>
                  <a:lnTo>
                    <a:pt x="52" y="81"/>
                  </a:lnTo>
                  <a:lnTo>
                    <a:pt x="51" y="81"/>
                  </a:lnTo>
                  <a:lnTo>
                    <a:pt x="51" y="80"/>
                  </a:lnTo>
                  <a:lnTo>
                    <a:pt x="51" y="79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0" y="77"/>
                  </a:lnTo>
                  <a:lnTo>
                    <a:pt x="49" y="77"/>
                  </a:lnTo>
                  <a:lnTo>
                    <a:pt x="49" y="78"/>
                  </a:lnTo>
                  <a:lnTo>
                    <a:pt x="48" y="77"/>
                  </a:lnTo>
                  <a:lnTo>
                    <a:pt x="48" y="76"/>
                  </a:lnTo>
                  <a:lnTo>
                    <a:pt x="47" y="76"/>
                  </a:lnTo>
                  <a:lnTo>
                    <a:pt x="48" y="74"/>
                  </a:lnTo>
                  <a:lnTo>
                    <a:pt x="48" y="73"/>
                  </a:lnTo>
                  <a:lnTo>
                    <a:pt x="47" y="72"/>
                  </a:lnTo>
                  <a:lnTo>
                    <a:pt x="47" y="71"/>
                  </a:lnTo>
                  <a:lnTo>
                    <a:pt x="46" y="70"/>
                  </a:lnTo>
                  <a:lnTo>
                    <a:pt x="46" y="68"/>
                  </a:lnTo>
                  <a:lnTo>
                    <a:pt x="45" y="68"/>
                  </a:lnTo>
                  <a:lnTo>
                    <a:pt x="44" y="66"/>
                  </a:lnTo>
                  <a:lnTo>
                    <a:pt x="44" y="65"/>
                  </a:lnTo>
                  <a:lnTo>
                    <a:pt x="44" y="64"/>
                  </a:lnTo>
                  <a:lnTo>
                    <a:pt x="43" y="63"/>
                  </a:lnTo>
                  <a:lnTo>
                    <a:pt x="42" y="63"/>
                  </a:lnTo>
                  <a:lnTo>
                    <a:pt x="42" y="60"/>
                  </a:lnTo>
                  <a:lnTo>
                    <a:pt x="42" y="59"/>
                  </a:lnTo>
                  <a:lnTo>
                    <a:pt x="42" y="57"/>
                  </a:lnTo>
                  <a:lnTo>
                    <a:pt x="42" y="56"/>
                  </a:lnTo>
                  <a:lnTo>
                    <a:pt x="41" y="55"/>
                  </a:lnTo>
                  <a:lnTo>
                    <a:pt x="40" y="55"/>
                  </a:lnTo>
                  <a:lnTo>
                    <a:pt x="41" y="53"/>
                  </a:lnTo>
                  <a:lnTo>
                    <a:pt x="41" y="52"/>
                  </a:lnTo>
                  <a:lnTo>
                    <a:pt x="40" y="50"/>
                  </a:lnTo>
                  <a:lnTo>
                    <a:pt x="39" y="49"/>
                  </a:lnTo>
                  <a:lnTo>
                    <a:pt x="38" y="49"/>
                  </a:lnTo>
                  <a:lnTo>
                    <a:pt x="37" y="46"/>
                  </a:lnTo>
                  <a:lnTo>
                    <a:pt x="37" y="45"/>
                  </a:lnTo>
                  <a:lnTo>
                    <a:pt x="37" y="43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7" y="39"/>
                  </a:lnTo>
                  <a:lnTo>
                    <a:pt x="37" y="38"/>
                  </a:lnTo>
                  <a:lnTo>
                    <a:pt x="37" y="37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8" y="35"/>
                  </a:lnTo>
                  <a:lnTo>
                    <a:pt x="39" y="35"/>
                  </a:lnTo>
                  <a:lnTo>
                    <a:pt x="38" y="34"/>
                  </a:lnTo>
                  <a:lnTo>
                    <a:pt x="37" y="34"/>
                  </a:lnTo>
                  <a:lnTo>
                    <a:pt x="36" y="33"/>
                  </a:lnTo>
                  <a:lnTo>
                    <a:pt x="36" y="32"/>
                  </a:lnTo>
                  <a:lnTo>
                    <a:pt x="35" y="32"/>
                  </a:lnTo>
                  <a:lnTo>
                    <a:pt x="34" y="32"/>
                  </a:lnTo>
                  <a:lnTo>
                    <a:pt x="32" y="31"/>
                  </a:lnTo>
                  <a:lnTo>
                    <a:pt x="31" y="31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7" y="29"/>
                  </a:lnTo>
                  <a:lnTo>
                    <a:pt x="28" y="28"/>
                  </a:lnTo>
                  <a:lnTo>
                    <a:pt x="28" y="27"/>
                  </a:lnTo>
                  <a:lnTo>
                    <a:pt x="27" y="26"/>
                  </a:lnTo>
                  <a:lnTo>
                    <a:pt x="27" y="25"/>
                  </a:lnTo>
                  <a:lnTo>
                    <a:pt x="25" y="24"/>
                  </a:lnTo>
                  <a:lnTo>
                    <a:pt x="24" y="24"/>
                  </a:lnTo>
                  <a:lnTo>
                    <a:pt x="24" y="23"/>
                  </a:lnTo>
                  <a:lnTo>
                    <a:pt x="23" y="24"/>
                  </a:lnTo>
                  <a:lnTo>
                    <a:pt x="23" y="23"/>
                  </a:lnTo>
                  <a:lnTo>
                    <a:pt x="22" y="23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0" y="23"/>
                  </a:lnTo>
                  <a:lnTo>
                    <a:pt x="19" y="24"/>
                  </a:lnTo>
                  <a:lnTo>
                    <a:pt x="19" y="25"/>
                  </a:lnTo>
                  <a:lnTo>
                    <a:pt x="18" y="25"/>
                  </a:lnTo>
                  <a:lnTo>
                    <a:pt x="17" y="25"/>
                  </a:lnTo>
                  <a:lnTo>
                    <a:pt x="17" y="24"/>
                  </a:lnTo>
                  <a:lnTo>
                    <a:pt x="16" y="24"/>
                  </a:lnTo>
                  <a:lnTo>
                    <a:pt x="15" y="24"/>
                  </a:lnTo>
                  <a:lnTo>
                    <a:pt x="15" y="23"/>
                  </a:lnTo>
                  <a:lnTo>
                    <a:pt x="14" y="22"/>
                  </a:lnTo>
                  <a:lnTo>
                    <a:pt x="13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9" y="18"/>
                  </a:lnTo>
                  <a:lnTo>
                    <a:pt x="8" y="18"/>
                  </a:lnTo>
                  <a:lnTo>
                    <a:pt x="7" y="17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5" y="18"/>
                  </a:lnTo>
                  <a:lnTo>
                    <a:pt x="4" y="17"/>
                  </a:lnTo>
                  <a:lnTo>
                    <a:pt x="2" y="14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8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5"/>
                  </a:lnTo>
                  <a:lnTo>
                    <a:pt x="5" y="2"/>
                  </a:lnTo>
                  <a:lnTo>
                    <a:pt x="7" y="0"/>
                  </a:lnTo>
                  <a:lnTo>
                    <a:pt x="10" y="3"/>
                  </a:lnTo>
                  <a:lnTo>
                    <a:pt x="35" y="14"/>
                  </a:lnTo>
                  <a:lnTo>
                    <a:pt x="69" y="30"/>
                  </a:lnTo>
                  <a:lnTo>
                    <a:pt x="71" y="31"/>
                  </a:lnTo>
                  <a:lnTo>
                    <a:pt x="72" y="31"/>
                  </a:lnTo>
                  <a:lnTo>
                    <a:pt x="77" y="34"/>
                  </a:lnTo>
                  <a:lnTo>
                    <a:pt x="89" y="34"/>
                  </a:lnTo>
                  <a:lnTo>
                    <a:pt x="116" y="36"/>
                  </a:lnTo>
                  <a:lnTo>
                    <a:pt x="120" y="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Freeform 11"/>
            <p:cNvSpPr>
              <a:spLocks/>
            </p:cNvSpPr>
            <p:nvPr/>
          </p:nvSpPr>
          <p:spPr bwMode="auto">
            <a:xfrm>
              <a:off x="2443799" y="2054866"/>
              <a:ext cx="245146" cy="286545"/>
            </a:xfrm>
            <a:custGeom>
              <a:avLst/>
              <a:gdLst>
                <a:gd name="T0" fmla="*/ 2147483647 w 32"/>
                <a:gd name="T1" fmla="*/ 2147483647 h 37"/>
                <a:gd name="T2" fmla="*/ 2147483647 w 32"/>
                <a:gd name="T3" fmla="*/ 2147483647 h 37"/>
                <a:gd name="T4" fmla="*/ 2147483647 w 32"/>
                <a:gd name="T5" fmla="*/ 2147483647 h 37"/>
                <a:gd name="T6" fmla="*/ 2147483647 w 32"/>
                <a:gd name="T7" fmla="*/ 2147483647 h 37"/>
                <a:gd name="T8" fmla="*/ 2147483647 w 32"/>
                <a:gd name="T9" fmla="*/ 2147483647 h 37"/>
                <a:gd name="T10" fmla="*/ 2147483647 w 32"/>
                <a:gd name="T11" fmla="*/ 2147483647 h 37"/>
                <a:gd name="T12" fmla="*/ 2147483647 w 32"/>
                <a:gd name="T13" fmla="*/ 2147483647 h 37"/>
                <a:gd name="T14" fmla="*/ 2147483647 w 32"/>
                <a:gd name="T15" fmla="*/ 2147483647 h 37"/>
                <a:gd name="T16" fmla="*/ 2147483647 w 32"/>
                <a:gd name="T17" fmla="*/ 2147483647 h 37"/>
                <a:gd name="T18" fmla="*/ 2147483647 w 32"/>
                <a:gd name="T19" fmla="*/ 2147483647 h 37"/>
                <a:gd name="T20" fmla="*/ 2147483647 w 32"/>
                <a:gd name="T21" fmla="*/ 2147483647 h 37"/>
                <a:gd name="T22" fmla="*/ 2147483647 w 32"/>
                <a:gd name="T23" fmla="*/ 2147483647 h 37"/>
                <a:gd name="T24" fmla="*/ 2147483647 w 32"/>
                <a:gd name="T25" fmla="*/ 2147483647 h 37"/>
                <a:gd name="T26" fmla="*/ 2147483647 w 32"/>
                <a:gd name="T27" fmla="*/ 2147483647 h 37"/>
                <a:gd name="T28" fmla="*/ 2147483647 w 32"/>
                <a:gd name="T29" fmla="*/ 2147483647 h 37"/>
                <a:gd name="T30" fmla="*/ 2147483647 w 32"/>
                <a:gd name="T31" fmla="*/ 2147483647 h 37"/>
                <a:gd name="T32" fmla="*/ 2147483647 w 32"/>
                <a:gd name="T33" fmla="*/ 2147483647 h 37"/>
                <a:gd name="T34" fmla="*/ 2147483647 w 32"/>
                <a:gd name="T35" fmla="*/ 2147483647 h 37"/>
                <a:gd name="T36" fmla="*/ 2147483647 w 32"/>
                <a:gd name="T37" fmla="*/ 2147483647 h 37"/>
                <a:gd name="T38" fmla="*/ 2147483647 w 32"/>
                <a:gd name="T39" fmla="*/ 2147483647 h 37"/>
                <a:gd name="T40" fmla="*/ 2147483647 w 32"/>
                <a:gd name="T41" fmla="*/ 2147483647 h 37"/>
                <a:gd name="T42" fmla="*/ 2147483647 w 32"/>
                <a:gd name="T43" fmla="*/ 2147483647 h 37"/>
                <a:gd name="T44" fmla="*/ 2147483647 w 32"/>
                <a:gd name="T45" fmla="*/ 2147483647 h 37"/>
                <a:gd name="T46" fmla="*/ 2147483647 w 32"/>
                <a:gd name="T47" fmla="*/ 2147483647 h 37"/>
                <a:gd name="T48" fmla="*/ 2147483647 w 32"/>
                <a:gd name="T49" fmla="*/ 2147483647 h 37"/>
                <a:gd name="T50" fmla="*/ 2147483647 w 32"/>
                <a:gd name="T51" fmla="*/ 2147483647 h 37"/>
                <a:gd name="T52" fmla="*/ 2147483647 w 32"/>
                <a:gd name="T53" fmla="*/ 2147483647 h 37"/>
                <a:gd name="T54" fmla="*/ 2147483647 w 32"/>
                <a:gd name="T55" fmla="*/ 0 h 37"/>
                <a:gd name="T56" fmla="*/ 2147483647 w 32"/>
                <a:gd name="T57" fmla="*/ 0 h 37"/>
                <a:gd name="T58" fmla="*/ 2147483647 w 32"/>
                <a:gd name="T59" fmla="*/ 0 h 37"/>
                <a:gd name="T60" fmla="*/ 2147483647 w 32"/>
                <a:gd name="T61" fmla="*/ 2147483647 h 37"/>
                <a:gd name="T62" fmla="*/ 2147483647 w 32"/>
                <a:gd name="T63" fmla="*/ 2147483647 h 37"/>
                <a:gd name="T64" fmla="*/ 2147483647 w 32"/>
                <a:gd name="T65" fmla="*/ 2147483647 h 37"/>
                <a:gd name="T66" fmla="*/ 2147483647 w 32"/>
                <a:gd name="T67" fmla="*/ 2147483647 h 37"/>
                <a:gd name="T68" fmla="*/ 2147483647 w 32"/>
                <a:gd name="T69" fmla="*/ 2147483647 h 37"/>
                <a:gd name="T70" fmla="*/ 2147483647 w 32"/>
                <a:gd name="T71" fmla="*/ 2147483647 h 37"/>
                <a:gd name="T72" fmla="*/ 2147483647 w 32"/>
                <a:gd name="T73" fmla="*/ 2147483647 h 37"/>
                <a:gd name="T74" fmla="*/ 2147483647 w 32"/>
                <a:gd name="T75" fmla="*/ 2147483647 h 37"/>
                <a:gd name="T76" fmla="*/ 2147483647 w 32"/>
                <a:gd name="T77" fmla="*/ 2147483647 h 37"/>
                <a:gd name="T78" fmla="*/ 2147483647 w 32"/>
                <a:gd name="T79" fmla="*/ 2147483647 h 37"/>
                <a:gd name="T80" fmla="*/ 2147483647 w 32"/>
                <a:gd name="T81" fmla="*/ 2147483647 h 37"/>
                <a:gd name="T82" fmla="*/ 2147483647 w 32"/>
                <a:gd name="T83" fmla="*/ 2147483647 h 37"/>
                <a:gd name="T84" fmla="*/ 2147483647 w 32"/>
                <a:gd name="T85" fmla="*/ 2147483647 h 37"/>
                <a:gd name="T86" fmla="*/ 2147483647 w 32"/>
                <a:gd name="T87" fmla="*/ 2147483647 h 37"/>
                <a:gd name="T88" fmla="*/ 2147483647 w 32"/>
                <a:gd name="T89" fmla="*/ 2147483647 h 37"/>
                <a:gd name="T90" fmla="*/ 2147483647 w 32"/>
                <a:gd name="T91" fmla="*/ 2147483647 h 37"/>
                <a:gd name="T92" fmla="*/ 2147483647 w 32"/>
                <a:gd name="T93" fmla="*/ 2147483647 h 37"/>
                <a:gd name="T94" fmla="*/ 2147483647 w 32"/>
                <a:gd name="T95" fmla="*/ 2147483647 h 37"/>
                <a:gd name="T96" fmla="*/ 2147483647 w 32"/>
                <a:gd name="T97" fmla="*/ 2147483647 h 37"/>
                <a:gd name="T98" fmla="*/ 2147483647 w 32"/>
                <a:gd name="T99" fmla="*/ 2147483647 h 37"/>
                <a:gd name="T100" fmla="*/ 2147483647 w 32"/>
                <a:gd name="T101" fmla="*/ 2147483647 h 37"/>
                <a:gd name="T102" fmla="*/ 2147483647 w 32"/>
                <a:gd name="T103" fmla="*/ 2147483647 h 37"/>
                <a:gd name="T104" fmla="*/ 2147483647 w 32"/>
                <a:gd name="T105" fmla="*/ 2147483647 h 37"/>
                <a:gd name="T106" fmla="*/ 2147483647 w 32"/>
                <a:gd name="T107" fmla="*/ 2147483647 h 37"/>
                <a:gd name="T108" fmla="*/ 2147483647 w 32"/>
                <a:gd name="T109" fmla="*/ 2147483647 h 37"/>
                <a:gd name="T110" fmla="*/ 2147483647 w 32"/>
                <a:gd name="T111" fmla="*/ 2147483647 h 37"/>
                <a:gd name="T112" fmla="*/ 2147483647 w 32"/>
                <a:gd name="T113" fmla="*/ 2147483647 h 37"/>
                <a:gd name="T114" fmla="*/ 0 w 32"/>
                <a:gd name="T115" fmla="*/ 2147483647 h 3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2" h="37">
                  <a:moveTo>
                    <a:pt x="0" y="20"/>
                  </a:moveTo>
                  <a:lnTo>
                    <a:pt x="1" y="18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4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9" y="16"/>
                  </a:lnTo>
                  <a:lnTo>
                    <a:pt x="10" y="15"/>
                  </a:lnTo>
                  <a:lnTo>
                    <a:pt x="10" y="14"/>
                  </a:lnTo>
                  <a:lnTo>
                    <a:pt x="10" y="13"/>
                  </a:lnTo>
                  <a:lnTo>
                    <a:pt x="11" y="10"/>
                  </a:lnTo>
                  <a:lnTo>
                    <a:pt x="13" y="10"/>
                  </a:lnTo>
                  <a:lnTo>
                    <a:pt x="14" y="10"/>
                  </a:lnTo>
                  <a:lnTo>
                    <a:pt x="15" y="11"/>
                  </a:lnTo>
                  <a:lnTo>
                    <a:pt x="16" y="10"/>
                  </a:lnTo>
                  <a:lnTo>
                    <a:pt x="17" y="9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8" y="2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4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9" y="2"/>
                  </a:lnTo>
                  <a:lnTo>
                    <a:pt x="30" y="5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1" y="9"/>
                  </a:lnTo>
                  <a:lnTo>
                    <a:pt x="30" y="10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6" y="11"/>
                  </a:lnTo>
                  <a:lnTo>
                    <a:pt x="25" y="15"/>
                  </a:lnTo>
                  <a:lnTo>
                    <a:pt x="23" y="17"/>
                  </a:lnTo>
                  <a:lnTo>
                    <a:pt x="22" y="18"/>
                  </a:lnTo>
                  <a:lnTo>
                    <a:pt x="22" y="19"/>
                  </a:lnTo>
                  <a:lnTo>
                    <a:pt x="22" y="20"/>
                  </a:lnTo>
                  <a:lnTo>
                    <a:pt x="22" y="21"/>
                  </a:lnTo>
                  <a:lnTo>
                    <a:pt x="20" y="21"/>
                  </a:lnTo>
                  <a:lnTo>
                    <a:pt x="19" y="22"/>
                  </a:lnTo>
                  <a:lnTo>
                    <a:pt x="17" y="23"/>
                  </a:lnTo>
                  <a:lnTo>
                    <a:pt x="16" y="23"/>
                  </a:lnTo>
                  <a:lnTo>
                    <a:pt x="15" y="27"/>
                  </a:lnTo>
                  <a:lnTo>
                    <a:pt x="15" y="28"/>
                  </a:lnTo>
                  <a:lnTo>
                    <a:pt x="14" y="29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7" y="32"/>
                  </a:lnTo>
                  <a:lnTo>
                    <a:pt x="16" y="36"/>
                  </a:lnTo>
                  <a:lnTo>
                    <a:pt x="15" y="35"/>
                  </a:lnTo>
                  <a:lnTo>
                    <a:pt x="16" y="37"/>
                  </a:lnTo>
                  <a:lnTo>
                    <a:pt x="11" y="36"/>
                  </a:lnTo>
                  <a:lnTo>
                    <a:pt x="10" y="35"/>
                  </a:lnTo>
                  <a:lnTo>
                    <a:pt x="8" y="34"/>
                  </a:lnTo>
                  <a:lnTo>
                    <a:pt x="7" y="33"/>
                  </a:lnTo>
                  <a:lnTo>
                    <a:pt x="6" y="32"/>
                  </a:lnTo>
                  <a:lnTo>
                    <a:pt x="6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2" y="24"/>
                  </a:lnTo>
                  <a:lnTo>
                    <a:pt x="1" y="23"/>
                  </a:lnTo>
                  <a:lnTo>
                    <a:pt x="0" y="21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Freeform 12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213975" y="2547931"/>
              <a:ext cx="605204" cy="425946"/>
            </a:xfrm>
            <a:custGeom>
              <a:avLst/>
              <a:gdLst>
                <a:gd name="T0" fmla="*/ 2147483647 w 79"/>
                <a:gd name="T1" fmla="*/ 2147483647 h 55"/>
                <a:gd name="T2" fmla="*/ 2147483647 w 79"/>
                <a:gd name="T3" fmla="*/ 2147483647 h 55"/>
                <a:gd name="T4" fmla="*/ 2147483647 w 79"/>
                <a:gd name="T5" fmla="*/ 2147483647 h 55"/>
                <a:gd name="T6" fmla="*/ 2147483647 w 79"/>
                <a:gd name="T7" fmla="*/ 2147483647 h 55"/>
                <a:gd name="T8" fmla="*/ 2147483647 w 79"/>
                <a:gd name="T9" fmla="*/ 2147483647 h 55"/>
                <a:gd name="T10" fmla="*/ 2147483647 w 79"/>
                <a:gd name="T11" fmla="*/ 2147483647 h 55"/>
                <a:gd name="T12" fmla="*/ 2147483647 w 79"/>
                <a:gd name="T13" fmla="*/ 2147483647 h 55"/>
                <a:gd name="T14" fmla="*/ 2147483647 w 79"/>
                <a:gd name="T15" fmla="*/ 2147483647 h 55"/>
                <a:gd name="T16" fmla="*/ 2147483647 w 79"/>
                <a:gd name="T17" fmla="*/ 2147483647 h 55"/>
                <a:gd name="T18" fmla="*/ 2147483647 w 79"/>
                <a:gd name="T19" fmla="*/ 2147483647 h 55"/>
                <a:gd name="T20" fmla="*/ 2147483647 w 79"/>
                <a:gd name="T21" fmla="*/ 2147483647 h 55"/>
                <a:gd name="T22" fmla="*/ 2147483647 w 79"/>
                <a:gd name="T23" fmla="*/ 2147483647 h 55"/>
                <a:gd name="T24" fmla="*/ 2147483647 w 79"/>
                <a:gd name="T25" fmla="*/ 2147483647 h 55"/>
                <a:gd name="T26" fmla="*/ 2147483647 w 79"/>
                <a:gd name="T27" fmla="*/ 2147483647 h 55"/>
                <a:gd name="T28" fmla="*/ 2147483647 w 79"/>
                <a:gd name="T29" fmla="*/ 2147483647 h 55"/>
                <a:gd name="T30" fmla="*/ 2147483647 w 79"/>
                <a:gd name="T31" fmla="*/ 2147483647 h 55"/>
                <a:gd name="T32" fmla="*/ 2147483647 w 79"/>
                <a:gd name="T33" fmla="*/ 2147483647 h 55"/>
                <a:gd name="T34" fmla="*/ 2147483647 w 79"/>
                <a:gd name="T35" fmla="*/ 2147483647 h 55"/>
                <a:gd name="T36" fmla="*/ 2147483647 w 79"/>
                <a:gd name="T37" fmla="*/ 2147483647 h 55"/>
                <a:gd name="T38" fmla="*/ 2147483647 w 79"/>
                <a:gd name="T39" fmla="*/ 2147483647 h 55"/>
                <a:gd name="T40" fmla="*/ 2147483647 w 79"/>
                <a:gd name="T41" fmla="*/ 2147483647 h 55"/>
                <a:gd name="T42" fmla="*/ 2147483647 w 79"/>
                <a:gd name="T43" fmla="*/ 2147483647 h 55"/>
                <a:gd name="T44" fmla="*/ 2147483647 w 79"/>
                <a:gd name="T45" fmla="*/ 2147483647 h 55"/>
                <a:gd name="T46" fmla="*/ 2147483647 w 79"/>
                <a:gd name="T47" fmla="*/ 2147483647 h 55"/>
                <a:gd name="T48" fmla="*/ 2147483647 w 79"/>
                <a:gd name="T49" fmla="*/ 2147483647 h 55"/>
                <a:gd name="T50" fmla="*/ 2147483647 w 79"/>
                <a:gd name="T51" fmla="*/ 2147483647 h 55"/>
                <a:gd name="T52" fmla="*/ 2147483647 w 79"/>
                <a:gd name="T53" fmla="*/ 2147483647 h 55"/>
                <a:gd name="T54" fmla="*/ 2147483647 w 79"/>
                <a:gd name="T55" fmla="*/ 2147483647 h 55"/>
                <a:gd name="T56" fmla="*/ 2147483647 w 79"/>
                <a:gd name="T57" fmla="*/ 2147483647 h 55"/>
                <a:gd name="T58" fmla="*/ 2147483647 w 79"/>
                <a:gd name="T59" fmla="*/ 2147483647 h 55"/>
                <a:gd name="T60" fmla="*/ 2147483647 w 79"/>
                <a:gd name="T61" fmla="*/ 2147483647 h 55"/>
                <a:gd name="T62" fmla="*/ 2147483647 w 79"/>
                <a:gd name="T63" fmla="*/ 2147483647 h 55"/>
                <a:gd name="T64" fmla="*/ 2147483647 w 79"/>
                <a:gd name="T65" fmla="*/ 2147483647 h 55"/>
                <a:gd name="T66" fmla="*/ 2147483647 w 79"/>
                <a:gd name="T67" fmla="*/ 2147483647 h 55"/>
                <a:gd name="T68" fmla="*/ 2147483647 w 79"/>
                <a:gd name="T69" fmla="*/ 2147483647 h 55"/>
                <a:gd name="T70" fmla="*/ 2147483647 w 79"/>
                <a:gd name="T71" fmla="*/ 2147483647 h 55"/>
                <a:gd name="T72" fmla="*/ 2147483647 w 79"/>
                <a:gd name="T73" fmla="*/ 2147483647 h 55"/>
                <a:gd name="T74" fmla="*/ 2147483647 w 79"/>
                <a:gd name="T75" fmla="*/ 2147483647 h 55"/>
                <a:gd name="T76" fmla="*/ 2147483647 w 79"/>
                <a:gd name="T77" fmla="*/ 2147483647 h 55"/>
                <a:gd name="T78" fmla="*/ 2147483647 w 79"/>
                <a:gd name="T79" fmla="*/ 2147483647 h 55"/>
                <a:gd name="T80" fmla="*/ 2147483647 w 79"/>
                <a:gd name="T81" fmla="*/ 2147483647 h 55"/>
                <a:gd name="T82" fmla="*/ 2147483647 w 79"/>
                <a:gd name="T83" fmla="*/ 2147483647 h 55"/>
                <a:gd name="T84" fmla="*/ 2147483647 w 79"/>
                <a:gd name="T85" fmla="*/ 2147483647 h 55"/>
                <a:gd name="T86" fmla="*/ 2147483647 w 79"/>
                <a:gd name="T87" fmla="*/ 2147483647 h 55"/>
                <a:gd name="T88" fmla="*/ 2147483647 w 79"/>
                <a:gd name="T89" fmla="*/ 2147483647 h 55"/>
                <a:gd name="T90" fmla="*/ 2147483647 w 79"/>
                <a:gd name="T91" fmla="*/ 2147483647 h 55"/>
                <a:gd name="T92" fmla="*/ 2147483647 w 79"/>
                <a:gd name="T93" fmla="*/ 2147483647 h 55"/>
                <a:gd name="T94" fmla="*/ 2147483647 w 79"/>
                <a:gd name="T95" fmla="*/ 2147483647 h 55"/>
                <a:gd name="T96" fmla="*/ 2147483647 w 79"/>
                <a:gd name="T97" fmla="*/ 2147483647 h 55"/>
                <a:gd name="T98" fmla="*/ 2147483647 w 79"/>
                <a:gd name="T99" fmla="*/ 2147483647 h 55"/>
                <a:gd name="T100" fmla="*/ 2147483647 w 79"/>
                <a:gd name="T101" fmla="*/ 2147483647 h 55"/>
                <a:gd name="T102" fmla="*/ 2147483647 w 79"/>
                <a:gd name="T103" fmla="*/ 2147483647 h 55"/>
                <a:gd name="T104" fmla="*/ 2147483647 w 79"/>
                <a:gd name="T105" fmla="*/ 2147483647 h 55"/>
                <a:gd name="T106" fmla="*/ 2147483647 w 79"/>
                <a:gd name="T107" fmla="*/ 2147483647 h 55"/>
                <a:gd name="T108" fmla="*/ 2147483647 w 79"/>
                <a:gd name="T109" fmla="*/ 2147483647 h 55"/>
                <a:gd name="T110" fmla="*/ 2147483647 w 79"/>
                <a:gd name="T111" fmla="*/ 2147483647 h 55"/>
                <a:gd name="T112" fmla="*/ 2147483647 w 79"/>
                <a:gd name="T113" fmla="*/ 2147483647 h 55"/>
                <a:gd name="T114" fmla="*/ 2147483647 w 79"/>
                <a:gd name="T115" fmla="*/ 2147483647 h 55"/>
                <a:gd name="T116" fmla="*/ 2147483647 w 79"/>
                <a:gd name="T117" fmla="*/ 2147483647 h 55"/>
                <a:gd name="T118" fmla="*/ 2147483647 w 79"/>
                <a:gd name="T119" fmla="*/ 2147483647 h 55"/>
                <a:gd name="T120" fmla="*/ 2147483647 w 79"/>
                <a:gd name="T121" fmla="*/ 2147483647 h 55"/>
                <a:gd name="T122" fmla="*/ 2147483647 w 79"/>
                <a:gd name="T123" fmla="*/ 2147483647 h 55"/>
                <a:gd name="T124" fmla="*/ 2147483647 w 79"/>
                <a:gd name="T125" fmla="*/ 2147483647 h 5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79" h="55">
                  <a:moveTo>
                    <a:pt x="0" y="19"/>
                  </a:moveTo>
                  <a:lnTo>
                    <a:pt x="0" y="18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3" y="14"/>
                  </a:lnTo>
                  <a:lnTo>
                    <a:pt x="2" y="14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7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12" y="8"/>
                  </a:lnTo>
                  <a:lnTo>
                    <a:pt x="13" y="9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7" y="8"/>
                  </a:lnTo>
                  <a:lnTo>
                    <a:pt x="19" y="9"/>
                  </a:lnTo>
                  <a:lnTo>
                    <a:pt x="21" y="9"/>
                  </a:lnTo>
                  <a:lnTo>
                    <a:pt x="22" y="10"/>
                  </a:lnTo>
                  <a:lnTo>
                    <a:pt x="24" y="10"/>
                  </a:lnTo>
                  <a:lnTo>
                    <a:pt x="25" y="10"/>
                  </a:lnTo>
                  <a:lnTo>
                    <a:pt x="25" y="11"/>
                  </a:lnTo>
                  <a:lnTo>
                    <a:pt x="26" y="11"/>
                  </a:lnTo>
                  <a:lnTo>
                    <a:pt x="27" y="11"/>
                  </a:lnTo>
                  <a:lnTo>
                    <a:pt x="28" y="11"/>
                  </a:lnTo>
                  <a:lnTo>
                    <a:pt x="29" y="11"/>
                  </a:lnTo>
                  <a:lnTo>
                    <a:pt x="29" y="12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1" y="12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30" y="8"/>
                  </a:lnTo>
                  <a:lnTo>
                    <a:pt x="30" y="7"/>
                  </a:lnTo>
                  <a:lnTo>
                    <a:pt x="29" y="7"/>
                  </a:lnTo>
                  <a:lnTo>
                    <a:pt x="29" y="6"/>
                  </a:lnTo>
                  <a:lnTo>
                    <a:pt x="29" y="5"/>
                  </a:lnTo>
                  <a:lnTo>
                    <a:pt x="29" y="4"/>
                  </a:lnTo>
                  <a:lnTo>
                    <a:pt x="29" y="3"/>
                  </a:lnTo>
                  <a:lnTo>
                    <a:pt x="29" y="2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31" y="2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34" y="1"/>
                  </a:lnTo>
                  <a:lnTo>
                    <a:pt x="35" y="2"/>
                  </a:lnTo>
                  <a:lnTo>
                    <a:pt x="35" y="3"/>
                  </a:lnTo>
                  <a:lnTo>
                    <a:pt x="36" y="3"/>
                  </a:lnTo>
                  <a:lnTo>
                    <a:pt x="37" y="4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6" y="7"/>
                  </a:lnTo>
                  <a:lnTo>
                    <a:pt x="36" y="8"/>
                  </a:lnTo>
                  <a:lnTo>
                    <a:pt x="35" y="8"/>
                  </a:lnTo>
                  <a:lnTo>
                    <a:pt x="35" y="9"/>
                  </a:lnTo>
                  <a:lnTo>
                    <a:pt x="36" y="9"/>
                  </a:lnTo>
                  <a:lnTo>
                    <a:pt x="36" y="8"/>
                  </a:lnTo>
                  <a:lnTo>
                    <a:pt x="37" y="9"/>
                  </a:lnTo>
                  <a:lnTo>
                    <a:pt x="37" y="10"/>
                  </a:lnTo>
                  <a:lnTo>
                    <a:pt x="38" y="10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1" y="7"/>
                  </a:lnTo>
                  <a:lnTo>
                    <a:pt x="43" y="6"/>
                  </a:lnTo>
                  <a:lnTo>
                    <a:pt x="44" y="6"/>
                  </a:lnTo>
                  <a:lnTo>
                    <a:pt x="45" y="5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7" y="5"/>
                  </a:lnTo>
                  <a:lnTo>
                    <a:pt x="48" y="5"/>
                  </a:lnTo>
                  <a:lnTo>
                    <a:pt x="49" y="3"/>
                  </a:lnTo>
                  <a:lnTo>
                    <a:pt x="49" y="2"/>
                  </a:lnTo>
                  <a:lnTo>
                    <a:pt x="50" y="2"/>
                  </a:lnTo>
                  <a:lnTo>
                    <a:pt x="49" y="2"/>
                  </a:lnTo>
                  <a:lnTo>
                    <a:pt x="50" y="1"/>
                  </a:lnTo>
                  <a:lnTo>
                    <a:pt x="50" y="2"/>
                  </a:lnTo>
                  <a:lnTo>
                    <a:pt x="51" y="2"/>
                  </a:lnTo>
                  <a:lnTo>
                    <a:pt x="51" y="3"/>
                  </a:lnTo>
                  <a:lnTo>
                    <a:pt x="51" y="4"/>
                  </a:lnTo>
                  <a:lnTo>
                    <a:pt x="52" y="4"/>
                  </a:lnTo>
                  <a:lnTo>
                    <a:pt x="53" y="6"/>
                  </a:lnTo>
                  <a:lnTo>
                    <a:pt x="53" y="7"/>
                  </a:lnTo>
                  <a:lnTo>
                    <a:pt x="54" y="8"/>
                  </a:lnTo>
                  <a:lnTo>
                    <a:pt x="56" y="8"/>
                  </a:lnTo>
                  <a:lnTo>
                    <a:pt x="56" y="7"/>
                  </a:lnTo>
                  <a:lnTo>
                    <a:pt x="57" y="6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58" y="9"/>
                  </a:lnTo>
                  <a:lnTo>
                    <a:pt x="59" y="9"/>
                  </a:lnTo>
                  <a:lnTo>
                    <a:pt x="59" y="10"/>
                  </a:lnTo>
                  <a:lnTo>
                    <a:pt x="60" y="11"/>
                  </a:lnTo>
                  <a:lnTo>
                    <a:pt x="61" y="13"/>
                  </a:lnTo>
                  <a:lnTo>
                    <a:pt x="62" y="13"/>
                  </a:lnTo>
                  <a:lnTo>
                    <a:pt x="63" y="14"/>
                  </a:lnTo>
                  <a:lnTo>
                    <a:pt x="63" y="15"/>
                  </a:lnTo>
                  <a:lnTo>
                    <a:pt x="65" y="15"/>
                  </a:lnTo>
                  <a:lnTo>
                    <a:pt x="65" y="16"/>
                  </a:lnTo>
                  <a:lnTo>
                    <a:pt x="66" y="17"/>
                  </a:lnTo>
                  <a:lnTo>
                    <a:pt x="67" y="18"/>
                  </a:lnTo>
                  <a:lnTo>
                    <a:pt x="68" y="18"/>
                  </a:lnTo>
                  <a:lnTo>
                    <a:pt x="69" y="18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2" y="20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1" y="27"/>
                  </a:lnTo>
                  <a:lnTo>
                    <a:pt x="72" y="28"/>
                  </a:lnTo>
                  <a:lnTo>
                    <a:pt x="73" y="29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5" y="36"/>
                  </a:lnTo>
                  <a:lnTo>
                    <a:pt x="75" y="38"/>
                  </a:lnTo>
                  <a:lnTo>
                    <a:pt x="76" y="39"/>
                  </a:lnTo>
                  <a:lnTo>
                    <a:pt x="76" y="40"/>
                  </a:lnTo>
                  <a:lnTo>
                    <a:pt x="77" y="40"/>
                  </a:lnTo>
                  <a:lnTo>
                    <a:pt x="79" y="40"/>
                  </a:lnTo>
                  <a:lnTo>
                    <a:pt x="79" y="42"/>
                  </a:lnTo>
                  <a:lnTo>
                    <a:pt x="78" y="42"/>
                  </a:lnTo>
                  <a:lnTo>
                    <a:pt x="78" y="43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7" y="47"/>
                  </a:lnTo>
                  <a:lnTo>
                    <a:pt x="76" y="47"/>
                  </a:lnTo>
                  <a:lnTo>
                    <a:pt x="75" y="48"/>
                  </a:lnTo>
                  <a:lnTo>
                    <a:pt x="74" y="48"/>
                  </a:lnTo>
                  <a:lnTo>
                    <a:pt x="75" y="50"/>
                  </a:lnTo>
                  <a:lnTo>
                    <a:pt x="74" y="50"/>
                  </a:lnTo>
                  <a:lnTo>
                    <a:pt x="73" y="51"/>
                  </a:lnTo>
                  <a:lnTo>
                    <a:pt x="72" y="51"/>
                  </a:lnTo>
                  <a:lnTo>
                    <a:pt x="71" y="52"/>
                  </a:lnTo>
                  <a:lnTo>
                    <a:pt x="70" y="52"/>
                  </a:lnTo>
                  <a:lnTo>
                    <a:pt x="71" y="54"/>
                  </a:lnTo>
                  <a:lnTo>
                    <a:pt x="71" y="55"/>
                  </a:lnTo>
                  <a:lnTo>
                    <a:pt x="70" y="55"/>
                  </a:lnTo>
                  <a:lnTo>
                    <a:pt x="69" y="54"/>
                  </a:lnTo>
                  <a:lnTo>
                    <a:pt x="68" y="53"/>
                  </a:lnTo>
                  <a:lnTo>
                    <a:pt x="68" y="52"/>
                  </a:lnTo>
                  <a:lnTo>
                    <a:pt x="67" y="52"/>
                  </a:lnTo>
                  <a:lnTo>
                    <a:pt x="67" y="51"/>
                  </a:lnTo>
                  <a:lnTo>
                    <a:pt x="66" y="51"/>
                  </a:lnTo>
                  <a:lnTo>
                    <a:pt x="65" y="51"/>
                  </a:lnTo>
                  <a:lnTo>
                    <a:pt x="65" y="52"/>
                  </a:lnTo>
                  <a:lnTo>
                    <a:pt x="62" y="51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9" y="50"/>
                  </a:lnTo>
                  <a:lnTo>
                    <a:pt x="58" y="50"/>
                  </a:lnTo>
                  <a:lnTo>
                    <a:pt x="57" y="50"/>
                  </a:lnTo>
                  <a:lnTo>
                    <a:pt x="56" y="50"/>
                  </a:lnTo>
                  <a:lnTo>
                    <a:pt x="55" y="49"/>
                  </a:lnTo>
                  <a:lnTo>
                    <a:pt x="53" y="49"/>
                  </a:lnTo>
                  <a:lnTo>
                    <a:pt x="51" y="48"/>
                  </a:lnTo>
                  <a:lnTo>
                    <a:pt x="49" y="48"/>
                  </a:lnTo>
                  <a:lnTo>
                    <a:pt x="47" y="48"/>
                  </a:lnTo>
                  <a:lnTo>
                    <a:pt x="45" y="47"/>
                  </a:lnTo>
                  <a:lnTo>
                    <a:pt x="44" y="46"/>
                  </a:lnTo>
                  <a:lnTo>
                    <a:pt x="43" y="46"/>
                  </a:lnTo>
                  <a:lnTo>
                    <a:pt x="42" y="45"/>
                  </a:lnTo>
                  <a:lnTo>
                    <a:pt x="41" y="44"/>
                  </a:lnTo>
                  <a:lnTo>
                    <a:pt x="39" y="43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4" y="41"/>
                  </a:lnTo>
                  <a:lnTo>
                    <a:pt x="31" y="40"/>
                  </a:lnTo>
                  <a:lnTo>
                    <a:pt x="29" y="39"/>
                  </a:lnTo>
                  <a:lnTo>
                    <a:pt x="28" y="39"/>
                  </a:lnTo>
                  <a:lnTo>
                    <a:pt x="26" y="38"/>
                  </a:lnTo>
                  <a:lnTo>
                    <a:pt x="23" y="37"/>
                  </a:lnTo>
                  <a:lnTo>
                    <a:pt x="22" y="37"/>
                  </a:lnTo>
                  <a:lnTo>
                    <a:pt x="20" y="36"/>
                  </a:lnTo>
                  <a:lnTo>
                    <a:pt x="18" y="35"/>
                  </a:lnTo>
                  <a:lnTo>
                    <a:pt x="18" y="36"/>
                  </a:lnTo>
                  <a:lnTo>
                    <a:pt x="18" y="35"/>
                  </a:lnTo>
                  <a:lnTo>
                    <a:pt x="17" y="35"/>
                  </a:lnTo>
                  <a:lnTo>
                    <a:pt x="17" y="34"/>
                  </a:lnTo>
                  <a:lnTo>
                    <a:pt x="15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9" y="29"/>
                  </a:lnTo>
                  <a:lnTo>
                    <a:pt x="8" y="27"/>
                  </a:lnTo>
                  <a:lnTo>
                    <a:pt x="7" y="27"/>
                  </a:lnTo>
                  <a:lnTo>
                    <a:pt x="6" y="27"/>
                  </a:lnTo>
                  <a:lnTo>
                    <a:pt x="7" y="27"/>
                  </a:lnTo>
                  <a:lnTo>
                    <a:pt x="6" y="27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Freeform 13"/>
            <p:cNvSpPr>
              <a:spLocks/>
            </p:cNvSpPr>
            <p:nvPr/>
          </p:nvSpPr>
          <p:spPr bwMode="auto">
            <a:xfrm>
              <a:off x="2554881" y="2084553"/>
              <a:ext cx="321754" cy="317523"/>
            </a:xfrm>
            <a:custGeom>
              <a:avLst/>
              <a:gdLst>
                <a:gd name="T0" fmla="*/ 2147483647 w 42"/>
                <a:gd name="T1" fmla="*/ 2147483647 h 41"/>
                <a:gd name="T2" fmla="*/ 2147483647 w 42"/>
                <a:gd name="T3" fmla="*/ 2147483647 h 41"/>
                <a:gd name="T4" fmla="*/ 2147483647 w 42"/>
                <a:gd name="T5" fmla="*/ 2147483647 h 41"/>
                <a:gd name="T6" fmla="*/ 2147483647 w 42"/>
                <a:gd name="T7" fmla="*/ 2147483647 h 41"/>
                <a:gd name="T8" fmla="*/ 2147483647 w 42"/>
                <a:gd name="T9" fmla="*/ 2147483647 h 41"/>
                <a:gd name="T10" fmla="*/ 2147483647 w 42"/>
                <a:gd name="T11" fmla="*/ 2147483647 h 41"/>
                <a:gd name="T12" fmla="*/ 2147483647 w 42"/>
                <a:gd name="T13" fmla="*/ 2147483647 h 41"/>
                <a:gd name="T14" fmla="*/ 2147483647 w 42"/>
                <a:gd name="T15" fmla="*/ 2147483647 h 41"/>
                <a:gd name="T16" fmla="*/ 2147483647 w 42"/>
                <a:gd name="T17" fmla="*/ 2147483647 h 41"/>
                <a:gd name="T18" fmla="*/ 2147483647 w 42"/>
                <a:gd name="T19" fmla="*/ 2147483647 h 41"/>
                <a:gd name="T20" fmla="*/ 2147483647 w 42"/>
                <a:gd name="T21" fmla="*/ 2147483647 h 41"/>
                <a:gd name="T22" fmla="*/ 2147483647 w 42"/>
                <a:gd name="T23" fmla="*/ 2147483647 h 41"/>
                <a:gd name="T24" fmla="*/ 2147483647 w 42"/>
                <a:gd name="T25" fmla="*/ 2147483647 h 41"/>
                <a:gd name="T26" fmla="*/ 2147483647 w 42"/>
                <a:gd name="T27" fmla="*/ 2147483647 h 41"/>
                <a:gd name="T28" fmla="*/ 2147483647 w 42"/>
                <a:gd name="T29" fmla="*/ 2147483647 h 41"/>
                <a:gd name="T30" fmla="*/ 2147483647 w 42"/>
                <a:gd name="T31" fmla="*/ 2147483647 h 41"/>
                <a:gd name="T32" fmla="*/ 2147483647 w 42"/>
                <a:gd name="T33" fmla="*/ 2147483647 h 41"/>
                <a:gd name="T34" fmla="*/ 2147483647 w 42"/>
                <a:gd name="T35" fmla="*/ 2147483647 h 41"/>
                <a:gd name="T36" fmla="*/ 2147483647 w 42"/>
                <a:gd name="T37" fmla="*/ 2147483647 h 41"/>
                <a:gd name="T38" fmla="*/ 2147483647 w 42"/>
                <a:gd name="T39" fmla="*/ 2147483647 h 41"/>
                <a:gd name="T40" fmla="*/ 2147483647 w 42"/>
                <a:gd name="T41" fmla="*/ 2147483647 h 41"/>
                <a:gd name="T42" fmla="*/ 2147483647 w 42"/>
                <a:gd name="T43" fmla="*/ 2147483647 h 41"/>
                <a:gd name="T44" fmla="*/ 2147483647 w 42"/>
                <a:gd name="T45" fmla="*/ 2147483647 h 41"/>
                <a:gd name="T46" fmla="*/ 2147483647 w 42"/>
                <a:gd name="T47" fmla="*/ 2147483647 h 41"/>
                <a:gd name="T48" fmla="*/ 2147483647 w 42"/>
                <a:gd name="T49" fmla="*/ 2147483647 h 41"/>
                <a:gd name="T50" fmla="*/ 2147483647 w 42"/>
                <a:gd name="T51" fmla="*/ 2147483647 h 41"/>
                <a:gd name="T52" fmla="*/ 2147483647 w 42"/>
                <a:gd name="T53" fmla="*/ 2147483647 h 41"/>
                <a:gd name="T54" fmla="*/ 2147483647 w 42"/>
                <a:gd name="T55" fmla="*/ 2147483647 h 41"/>
                <a:gd name="T56" fmla="*/ 2147483647 w 42"/>
                <a:gd name="T57" fmla="*/ 2147483647 h 41"/>
                <a:gd name="T58" fmla="*/ 2147483647 w 42"/>
                <a:gd name="T59" fmla="*/ 2147483647 h 41"/>
                <a:gd name="T60" fmla="*/ 2147483647 w 42"/>
                <a:gd name="T61" fmla="*/ 2147483647 h 41"/>
                <a:gd name="T62" fmla="*/ 2147483647 w 42"/>
                <a:gd name="T63" fmla="*/ 2147483647 h 41"/>
                <a:gd name="T64" fmla="*/ 2147483647 w 42"/>
                <a:gd name="T65" fmla="*/ 2147483647 h 41"/>
                <a:gd name="T66" fmla="*/ 2147483647 w 42"/>
                <a:gd name="T67" fmla="*/ 2147483647 h 41"/>
                <a:gd name="T68" fmla="*/ 2147483647 w 42"/>
                <a:gd name="T69" fmla="*/ 2147483647 h 41"/>
                <a:gd name="T70" fmla="*/ 2147483647 w 42"/>
                <a:gd name="T71" fmla="*/ 2147483647 h 41"/>
                <a:gd name="T72" fmla="*/ 2147483647 w 42"/>
                <a:gd name="T73" fmla="*/ 2147483647 h 41"/>
                <a:gd name="T74" fmla="*/ 2147483647 w 42"/>
                <a:gd name="T75" fmla="*/ 2147483647 h 41"/>
                <a:gd name="T76" fmla="*/ 2147483647 w 42"/>
                <a:gd name="T77" fmla="*/ 2147483647 h 41"/>
                <a:gd name="T78" fmla="*/ 2147483647 w 42"/>
                <a:gd name="T79" fmla="*/ 2147483647 h 41"/>
                <a:gd name="T80" fmla="*/ 2147483647 w 42"/>
                <a:gd name="T81" fmla="*/ 2147483647 h 41"/>
                <a:gd name="T82" fmla="*/ 2147483647 w 42"/>
                <a:gd name="T83" fmla="*/ 2147483647 h 41"/>
                <a:gd name="T84" fmla="*/ 2147483647 w 42"/>
                <a:gd name="T85" fmla="*/ 2147483647 h 41"/>
                <a:gd name="T86" fmla="*/ 2147483647 w 42"/>
                <a:gd name="T87" fmla="*/ 2147483647 h 41"/>
                <a:gd name="T88" fmla="*/ 2147483647 w 42"/>
                <a:gd name="T89" fmla="*/ 2147483647 h 41"/>
                <a:gd name="T90" fmla="*/ 2147483647 w 42"/>
                <a:gd name="T91" fmla="*/ 2147483647 h 41"/>
                <a:gd name="T92" fmla="*/ 2147483647 w 42"/>
                <a:gd name="T93" fmla="*/ 2147483647 h 41"/>
                <a:gd name="T94" fmla="*/ 2147483647 w 42"/>
                <a:gd name="T95" fmla="*/ 2147483647 h 41"/>
                <a:gd name="T96" fmla="*/ 2147483647 w 42"/>
                <a:gd name="T97" fmla="*/ 214748364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2" h="41">
                  <a:moveTo>
                    <a:pt x="0" y="25"/>
                  </a:moveTo>
                  <a:lnTo>
                    <a:pt x="1" y="24"/>
                  </a:lnTo>
                  <a:lnTo>
                    <a:pt x="1" y="23"/>
                  </a:lnTo>
                  <a:lnTo>
                    <a:pt x="2" y="19"/>
                  </a:lnTo>
                  <a:lnTo>
                    <a:pt x="3" y="19"/>
                  </a:lnTo>
                  <a:lnTo>
                    <a:pt x="5" y="18"/>
                  </a:lnTo>
                  <a:lnTo>
                    <a:pt x="6" y="17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4"/>
                  </a:lnTo>
                  <a:lnTo>
                    <a:pt x="9" y="13"/>
                  </a:lnTo>
                  <a:lnTo>
                    <a:pt x="11" y="11"/>
                  </a:lnTo>
                  <a:lnTo>
                    <a:pt x="12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8" y="5"/>
                  </a:lnTo>
                  <a:lnTo>
                    <a:pt x="19" y="3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3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24" y="4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29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1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3" y="6"/>
                  </a:lnTo>
                  <a:lnTo>
                    <a:pt x="34" y="6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5" y="6"/>
                  </a:lnTo>
                  <a:lnTo>
                    <a:pt x="35" y="7"/>
                  </a:lnTo>
                  <a:lnTo>
                    <a:pt x="36" y="7"/>
                  </a:lnTo>
                  <a:lnTo>
                    <a:pt x="37" y="7"/>
                  </a:lnTo>
                  <a:lnTo>
                    <a:pt x="38" y="8"/>
                  </a:lnTo>
                  <a:lnTo>
                    <a:pt x="38" y="9"/>
                  </a:lnTo>
                  <a:lnTo>
                    <a:pt x="37" y="10"/>
                  </a:lnTo>
                  <a:lnTo>
                    <a:pt x="36" y="11"/>
                  </a:lnTo>
                  <a:lnTo>
                    <a:pt x="36" y="12"/>
                  </a:lnTo>
                  <a:lnTo>
                    <a:pt x="36" y="14"/>
                  </a:lnTo>
                  <a:lnTo>
                    <a:pt x="35" y="14"/>
                  </a:lnTo>
                  <a:lnTo>
                    <a:pt x="34" y="14"/>
                  </a:lnTo>
                  <a:lnTo>
                    <a:pt x="34" y="13"/>
                  </a:lnTo>
                  <a:lnTo>
                    <a:pt x="33" y="13"/>
                  </a:lnTo>
                  <a:lnTo>
                    <a:pt x="32" y="13"/>
                  </a:lnTo>
                  <a:lnTo>
                    <a:pt x="32" y="15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9" y="16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1" y="17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31" y="18"/>
                  </a:lnTo>
                  <a:lnTo>
                    <a:pt x="30" y="19"/>
                  </a:lnTo>
                  <a:lnTo>
                    <a:pt x="30" y="20"/>
                  </a:lnTo>
                  <a:lnTo>
                    <a:pt x="30" y="25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3" y="24"/>
                  </a:lnTo>
                  <a:lnTo>
                    <a:pt x="34" y="23"/>
                  </a:lnTo>
                  <a:lnTo>
                    <a:pt x="36" y="21"/>
                  </a:lnTo>
                  <a:lnTo>
                    <a:pt x="38" y="19"/>
                  </a:lnTo>
                  <a:lnTo>
                    <a:pt x="39" y="18"/>
                  </a:lnTo>
                  <a:lnTo>
                    <a:pt x="40" y="18"/>
                  </a:lnTo>
                  <a:lnTo>
                    <a:pt x="41" y="19"/>
                  </a:lnTo>
                  <a:lnTo>
                    <a:pt x="42" y="20"/>
                  </a:lnTo>
                  <a:lnTo>
                    <a:pt x="42" y="22"/>
                  </a:lnTo>
                  <a:lnTo>
                    <a:pt x="41" y="23"/>
                  </a:lnTo>
                  <a:lnTo>
                    <a:pt x="39" y="24"/>
                  </a:lnTo>
                  <a:lnTo>
                    <a:pt x="38" y="26"/>
                  </a:lnTo>
                  <a:lnTo>
                    <a:pt x="37" y="26"/>
                  </a:lnTo>
                  <a:lnTo>
                    <a:pt x="36" y="26"/>
                  </a:lnTo>
                  <a:lnTo>
                    <a:pt x="35" y="26"/>
                  </a:lnTo>
                  <a:lnTo>
                    <a:pt x="35" y="27"/>
                  </a:lnTo>
                  <a:lnTo>
                    <a:pt x="36" y="28"/>
                  </a:lnTo>
                  <a:lnTo>
                    <a:pt x="38" y="29"/>
                  </a:lnTo>
                  <a:lnTo>
                    <a:pt x="38" y="31"/>
                  </a:lnTo>
                  <a:lnTo>
                    <a:pt x="37" y="31"/>
                  </a:lnTo>
                  <a:lnTo>
                    <a:pt x="37" y="32"/>
                  </a:lnTo>
                  <a:lnTo>
                    <a:pt x="37" y="33"/>
                  </a:lnTo>
                  <a:lnTo>
                    <a:pt x="37" y="34"/>
                  </a:lnTo>
                  <a:lnTo>
                    <a:pt x="35" y="35"/>
                  </a:lnTo>
                  <a:lnTo>
                    <a:pt x="35" y="37"/>
                  </a:lnTo>
                  <a:lnTo>
                    <a:pt x="35" y="38"/>
                  </a:lnTo>
                  <a:lnTo>
                    <a:pt x="35" y="39"/>
                  </a:lnTo>
                  <a:lnTo>
                    <a:pt x="34" y="40"/>
                  </a:lnTo>
                  <a:lnTo>
                    <a:pt x="33" y="40"/>
                  </a:lnTo>
                  <a:lnTo>
                    <a:pt x="32" y="41"/>
                  </a:lnTo>
                  <a:lnTo>
                    <a:pt x="30" y="41"/>
                  </a:lnTo>
                  <a:lnTo>
                    <a:pt x="29" y="41"/>
                  </a:lnTo>
                  <a:lnTo>
                    <a:pt x="28" y="41"/>
                  </a:lnTo>
                  <a:lnTo>
                    <a:pt x="27" y="41"/>
                  </a:lnTo>
                  <a:lnTo>
                    <a:pt x="26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6" y="39"/>
                  </a:lnTo>
                  <a:lnTo>
                    <a:pt x="26" y="38"/>
                  </a:lnTo>
                  <a:lnTo>
                    <a:pt x="26" y="37"/>
                  </a:lnTo>
                  <a:lnTo>
                    <a:pt x="25" y="37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6"/>
                  </a:lnTo>
                  <a:lnTo>
                    <a:pt x="21" y="37"/>
                  </a:lnTo>
                  <a:lnTo>
                    <a:pt x="20" y="37"/>
                  </a:lnTo>
                  <a:lnTo>
                    <a:pt x="19" y="37"/>
                  </a:lnTo>
                  <a:lnTo>
                    <a:pt x="19" y="35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8" y="32"/>
                  </a:lnTo>
                  <a:lnTo>
                    <a:pt x="17" y="33"/>
                  </a:lnTo>
                  <a:lnTo>
                    <a:pt x="16" y="33"/>
                  </a:lnTo>
                  <a:lnTo>
                    <a:pt x="15" y="34"/>
                  </a:lnTo>
                  <a:lnTo>
                    <a:pt x="14" y="36"/>
                  </a:lnTo>
                  <a:lnTo>
                    <a:pt x="13" y="36"/>
                  </a:lnTo>
                  <a:lnTo>
                    <a:pt x="12" y="36"/>
                  </a:lnTo>
                  <a:lnTo>
                    <a:pt x="11" y="36"/>
                  </a:lnTo>
                  <a:lnTo>
                    <a:pt x="11" y="35"/>
                  </a:lnTo>
                  <a:lnTo>
                    <a:pt x="10" y="34"/>
                  </a:lnTo>
                  <a:lnTo>
                    <a:pt x="10" y="33"/>
                  </a:lnTo>
                  <a:lnTo>
                    <a:pt x="9" y="32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9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1" y="27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Freeform 14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1915203" y="2269130"/>
              <a:ext cx="651169" cy="433690"/>
            </a:xfrm>
            <a:custGeom>
              <a:avLst/>
              <a:gdLst>
                <a:gd name="T0" fmla="*/ 2147483647 w 85"/>
                <a:gd name="T1" fmla="*/ 2147483647 h 56"/>
                <a:gd name="T2" fmla="*/ 2147483647 w 85"/>
                <a:gd name="T3" fmla="*/ 2147483647 h 56"/>
                <a:gd name="T4" fmla="*/ 2147483647 w 85"/>
                <a:gd name="T5" fmla="*/ 2147483647 h 56"/>
                <a:gd name="T6" fmla="*/ 2147483647 w 85"/>
                <a:gd name="T7" fmla="*/ 2147483647 h 56"/>
                <a:gd name="T8" fmla="*/ 2147483647 w 85"/>
                <a:gd name="T9" fmla="*/ 2147483647 h 56"/>
                <a:gd name="T10" fmla="*/ 2147483647 w 85"/>
                <a:gd name="T11" fmla="*/ 2147483647 h 56"/>
                <a:gd name="T12" fmla="*/ 2147483647 w 85"/>
                <a:gd name="T13" fmla="*/ 2147483647 h 56"/>
                <a:gd name="T14" fmla="*/ 2147483647 w 85"/>
                <a:gd name="T15" fmla="*/ 2147483647 h 56"/>
                <a:gd name="T16" fmla="*/ 2147483647 w 85"/>
                <a:gd name="T17" fmla="*/ 2147483647 h 56"/>
                <a:gd name="T18" fmla="*/ 2147483647 w 85"/>
                <a:gd name="T19" fmla="*/ 2147483647 h 56"/>
                <a:gd name="T20" fmla="*/ 2147483647 w 85"/>
                <a:gd name="T21" fmla="*/ 2147483647 h 56"/>
                <a:gd name="T22" fmla="*/ 2147483647 w 85"/>
                <a:gd name="T23" fmla="*/ 2147483647 h 56"/>
                <a:gd name="T24" fmla="*/ 2147483647 w 85"/>
                <a:gd name="T25" fmla="*/ 2147483647 h 56"/>
                <a:gd name="T26" fmla="*/ 2147483647 w 85"/>
                <a:gd name="T27" fmla="*/ 2147483647 h 56"/>
                <a:gd name="T28" fmla="*/ 2147483647 w 85"/>
                <a:gd name="T29" fmla="*/ 2147483647 h 56"/>
                <a:gd name="T30" fmla="*/ 2147483647 w 85"/>
                <a:gd name="T31" fmla="*/ 2147483647 h 56"/>
                <a:gd name="T32" fmla="*/ 2147483647 w 85"/>
                <a:gd name="T33" fmla="*/ 2147483647 h 56"/>
                <a:gd name="T34" fmla="*/ 2147483647 w 85"/>
                <a:gd name="T35" fmla="*/ 2147483647 h 56"/>
                <a:gd name="T36" fmla="*/ 2147483647 w 85"/>
                <a:gd name="T37" fmla="*/ 2147483647 h 56"/>
                <a:gd name="T38" fmla="*/ 2147483647 w 85"/>
                <a:gd name="T39" fmla="*/ 2147483647 h 56"/>
                <a:gd name="T40" fmla="*/ 2147483647 w 85"/>
                <a:gd name="T41" fmla="*/ 2147483647 h 56"/>
                <a:gd name="T42" fmla="*/ 2147483647 w 85"/>
                <a:gd name="T43" fmla="*/ 2147483647 h 56"/>
                <a:gd name="T44" fmla="*/ 2147483647 w 85"/>
                <a:gd name="T45" fmla="*/ 2147483647 h 56"/>
                <a:gd name="T46" fmla="*/ 2147483647 w 85"/>
                <a:gd name="T47" fmla="*/ 2147483647 h 56"/>
                <a:gd name="T48" fmla="*/ 2147483647 w 85"/>
                <a:gd name="T49" fmla="*/ 2147483647 h 56"/>
                <a:gd name="T50" fmla="*/ 2147483647 w 85"/>
                <a:gd name="T51" fmla="*/ 2147483647 h 56"/>
                <a:gd name="T52" fmla="*/ 2147483647 w 85"/>
                <a:gd name="T53" fmla="*/ 2147483647 h 56"/>
                <a:gd name="T54" fmla="*/ 2147483647 w 85"/>
                <a:gd name="T55" fmla="*/ 2147483647 h 56"/>
                <a:gd name="T56" fmla="*/ 2147483647 w 85"/>
                <a:gd name="T57" fmla="*/ 2147483647 h 56"/>
                <a:gd name="T58" fmla="*/ 2147483647 w 85"/>
                <a:gd name="T59" fmla="*/ 2147483647 h 56"/>
                <a:gd name="T60" fmla="*/ 2147483647 w 85"/>
                <a:gd name="T61" fmla="*/ 2147483647 h 56"/>
                <a:gd name="T62" fmla="*/ 2147483647 w 85"/>
                <a:gd name="T63" fmla="*/ 2147483647 h 56"/>
                <a:gd name="T64" fmla="*/ 2147483647 w 85"/>
                <a:gd name="T65" fmla="*/ 2147483647 h 56"/>
                <a:gd name="T66" fmla="*/ 2147483647 w 85"/>
                <a:gd name="T67" fmla="*/ 2147483647 h 56"/>
                <a:gd name="T68" fmla="*/ 2147483647 w 85"/>
                <a:gd name="T69" fmla="*/ 2147483647 h 56"/>
                <a:gd name="T70" fmla="*/ 2147483647 w 85"/>
                <a:gd name="T71" fmla="*/ 2147483647 h 56"/>
                <a:gd name="T72" fmla="*/ 2147483647 w 85"/>
                <a:gd name="T73" fmla="*/ 2147483647 h 56"/>
                <a:gd name="T74" fmla="*/ 2147483647 w 85"/>
                <a:gd name="T75" fmla="*/ 2147483647 h 56"/>
                <a:gd name="T76" fmla="*/ 2147483647 w 85"/>
                <a:gd name="T77" fmla="*/ 2147483647 h 56"/>
                <a:gd name="T78" fmla="*/ 2147483647 w 85"/>
                <a:gd name="T79" fmla="*/ 0 h 56"/>
                <a:gd name="T80" fmla="*/ 2147483647 w 85"/>
                <a:gd name="T81" fmla="*/ 2147483647 h 56"/>
                <a:gd name="T82" fmla="*/ 2147483647 w 85"/>
                <a:gd name="T83" fmla="*/ 2147483647 h 56"/>
                <a:gd name="T84" fmla="*/ 2147483647 w 85"/>
                <a:gd name="T85" fmla="*/ 2147483647 h 56"/>
                <a:gd name="T86" fmla="*/ 2147483647 w 85"/>
                <a:gd name="T87" fmla="*/ 2147483647 h 56"/>
                <a:gd name="T88" fmla="*/ 2147483647 w 85"/>
                <a:gd name="T89" fmla="*/ 2147483647 h 56"/>
                <a:gd name="T90" fmla="*/ 2147483647 w 85"/>
                <a:gd name="T91" fmla="*/ 2147483647 h 56"/>
                <a:gd name="T92" fmla="*/ 2147483647 w 85"/>
                <a:gd name="T93" fmla="*/ 2147483647 h 56"/>
                <a:gd name="T94" fmla="*/ 2147483647 w 85"/>
                <a:gd name="T95" fmla="*/ 2147483647 h 56"/>
                <a:gd name="T96" fmla="*/ 2147483647 w 85"/>
                <a:gd name="T97" fmla="*/ 2147483647 h 56"/>
                <a:gd name="T98" fmla="*/ 2147483647 w 85"/>
                <a:gd name="T99" fmla="*/ 2147483647 h 56"/>
                <a:gd name="T100" fmla="*/ 2147483647 w 85"/>
                <a:gd name="T101" fmla="*/ 2147483647 h 56"/>
                <a:gd name="T102" fmla="*/ 2147483647 w 85"/>
                <a:gd name="T103" fmla="*/ 2147483647 h 56"/>
                <a:gd name="T104" fmla="*/ 2147483647 w 85"/>
                <a:gd name="T105" fmla="*/ 2147483647 h 56"/>
                <a:gd name="T106" fmla="*/ 2147483647 w 85"/>
                <a:gd name="T107" fmla="*/ 2147483647 h 56"/>
                <a:gd name="T108" fmla="*/ 2147483647 w 85"/>
                <a:gd name="T109" fmla="*/ 2147483647 h 56"/>
                <a:gd name="T110" fmla="*/ 2147483647 w 85"/>
                <a:gd name="T111" fmla="*/ 2147483647 h 56"/>
                <a:gd name="T112" fmla="*/ 2147483647 w 85"/>
                <a:gd name="T113" fmla="*/ 2147483647 h 56"/>
                <a:gd name="T114" fmla="*/ 0 w 85"/>
                <a:gd name="T115" fmla="*/ 2147483647 h 5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85" h="56">
                  <a:moveTo>
                    <a:pt x="0" y="40"/>
                  </a:moveTo>
                  <a:lnTo>
                    <a:pt x="0" y="40"/>
                  </a:lnTo>
                  <a:lnTo>
                    <a:pt x="1" y="41"/>
                  </a:lnTo>
                  <a:lnTo>
                    <a:pt x="2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4" y="46"/>
                  </a:lnTo>
                  <a:lnTo>
                    <a:pt x="5" y="47"/>
                  </a:lnTo>
                  <a:lnTo>
                    <a:pt x="7" y="48"/>
                  </a:lnTo>
                  <a:lnTo>
                    <a:pt x="8" y="48"/>
                  </a:lnTo>
                  <a:lnTo>
                    <a:pt x="9" y="49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49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7" y="51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20" y="53"/>
                  </a:lnTo>
                  <a:lnTo>
                    <a:pt x="21" y="53"/>
                  </a:lnTo>
                  <a:lnTo>
                    <a:pt x="22" y="53"/>
                  </a:lnTo>
                  <a:lnTo>
                    <a:pt x="23" y="53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30" y="55"/>
                  </a:lnTo>
                  <a:lnTo>
                    <a:pt x="31" y="56"/>
                  </a:lnTo>
                  <a:lnTo>
                    <a:pt x="32" y="56"/>
                  </a:lnTo>
                  <a:lnTo>
                    <a:pt x="33" y="56"/>
                  </a:lnTo>
                  <a:lnTo>
                    <a:pt x="34" y="55"/>
                  </a:lnTo>
                  <a:lnTo>
                    <a:pt x="35" y="55"/>
                  </a:lnTo>
                  <a:lnTo>
                    <a:pt x="36" y="55"/>
                  </a:lnTo>
                  <a:lnTo>
                    <a:pt x="37" y="55"/>
                  </a:lnTo>
                  <a:lnTo>
                    <a:pt x="38" y="56"/>
                  </a:lnTo>
                  <a:lnTo>
                    <a:pt x="39" y="56"/>
                  </a:lnTo>
                  <a:lnTo>
                    <a:pt x="39" y="55"/>
                  </a:lnTo>
                  <a:lnTo>
                    <a:pt x="39" y="54"/>
                  </a:lnTo>
                  <a:lnTo>
                    <a:pt x="39" y="51"/>
                  </a:lnTo>
                  <a:lnTo>
                    <a:pt x="40" y="50"/>
                  </a:lnTo>
                  <a:lnTo>
                    <a:pt x="41" y="51"/>
                  </a:lnTo>
                  <a:lnTo>
                    <a:pt x="42" y="50"/>
                  </a:lnTo>
                  <a:lnTo>
                    <a:pt x="41" y="50"/>
                  </a:lnTo>
                  <a:lnTo>
                    <a:pt x="42" y="50"/>
                  </a:lnTo>
                  <a:lnTo>
                    <a:pt x="42" y="51"/>
                  </a:lnTo>
                  <a:lnTo>
                    <a:pt x="43" y="50"/>
                  </a:lnTo>
                  <a:lnTo>
                    <a:pt x="44" y="49"/>
                  </a:lnTo>
                  <a:lnTo>
                    <a:pt x="44" y="48"/>
                  </a:lnTo>
                  <a:lnTo>
                    <a:pt x="44" y="47"/>
                  </a:lnTo>
                  <a:lnTo>
                    <a:pt x="44" y="46"/>
                  </a:lnTo>
                  <a:lnTo>
                    <a:pt x="44" y="44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8" y="42"/>
                  </a:lnTo>
                  <a:lnTo>
                    <a:pt x="49" y="42"/>
                  </a:lnTo>
                  <a:lnTo>
                    <a:pt x="50" y="42"/>
                  </a:lnTo>
                  <a:lnTo>
                    <a:pt x="50" y="43"/>
                  </a:lnTo>
                  <a:lnTo>
                    <a:pt x="51" y="44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4" y="45"/>
                  </a:lnTo>
                  <a:lnTo>
                    <a:pt x="55" y="45"/>
                  </a:lnTo>
                  <a:lnTo>
                    <a:pt x="56" y="44"/>
                  </a:lnTo>
                  <a:lnTo>
                    <a:pt x="58" y="45"/>
                  </a:lnTo>
                  <a:lnTo>
                    <a:pt x="60" y="45"/>
                  </a:lnTo>
                  <a:lnTo>
                    <a:pt x="61" y="46"/>
                  </a:lnTo>
                  <a:lnTo>
                    <a:pt x="63" y="46"/>
                  </a:lnTo>
                  <a:lnTo>
                    <a:pt x="64" y="46"/>
                  </a:lnTo>
                  <a:lnTo>
                    <a:pt x="64" y="47"/>
                  </a:lnTo>
                  <a:lnTo>
                    <a:pt x="65" y="47"/>
                  </a:lnTo>
                  <a:lnTo>
                    <a:pt x="66" y="47"/>
                  </a:lnTo>
                  <a:lnTo>
                    <a:pt x="67" y="47"/>
                  </a:lnTo>
                  <a:lnTo>
                    <a:pt x="68" y="47"/>
                  </a:lnTo>
                  <a:lnTo>
                    <a:pt x="68" y="48"/>
                  </a:lnTo>
                  <a:lnTo>
                    <a:pt x="68" y="49"/>
                  </a:lnTo>
                  <a:lnTo>
                    <a:pt x="69" y="49"/>
                  </a:lnTo>
                  <a:lnTo>
                    <a:pt x="70" y="48"/>
                  </a:lnTo>
                  <a:lnTo>
                    <a:pt x="70" y="47"/>
                  </a:lnTo>
                  <a:lnTo>
                    <a:pt x="69" y="46"/>
                  </a:lnTo>
                  <a:lnTo>
                    <a:pt x="69" y="44"/>
                  </a:lnTo>
                  <a:lnTo>
                    <a:pt x="69" y="43"/>
                  </a:lnTo>
                  <a:lnTo>
                    <a:pt x="68" y="43"/>
                  </a:lnTo>
                  <a:lnTo>
                    <a:pt x="68" y="42"/>
                  </a:lnTo>
                  <a:lnTo>
                    <a:pt x="68" y="41"/>
                  </a:lnTo>
                  <a:lnTo>
                    <a:pt x="68" y="40"/>
                  </a:lnTo>
                  <a:lnTo>
                    <a:pt x="68" y="39"/>
                  </a:lnTo>
                  <a:lnTo>
                    <a:pt x="68" y="38"/>
                  </a:lnTo>
                  <a:lnTo>
                    <a:pt x="68" y="37"/>
                  </a:lnTo>
                  <a:lnTo>
                    <a:pt x="69" y="37"/>
                  </a:lnTo>
                  <a:lnTo>
                    <a:pt x="69" y="38"/>
                  </a:lnTo>
                  <a:lnTo>
                    <a:pt x="70" y="38"/>
                  </a:lnTo>
                  <a:lnTo>
                    <a:pt x="70" y="37"/>
                  </a:lnTo>
                  <a:lnTo>
                    <a:pt x="71" y="37"/>
                  </a:lnTo>
                  <a:lnTo>
                    <a:pt x="72" y="37"/>
                  </a:lnTo>
                  <a:lnTo>
                    <a:pt x="73" y="37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4" y="35"/>
                  </a:lnTo>
                  <a:lnTo>
                    <a:pt x="75" y="33"/>
                  </a:lnTo>
                  <a:lnTo>
                    <a:pt x="76" y="32"/>
                  </a:lnTo>
                  <a:lnTo>
                    <a:pt x="77" y="31"/>
                  </a:lnTo>
                  <a:lnTo>
                    <a:pt x="77" y="30"/>
                  </a:lnTo>
                  <a:lnTo>
                    <a:pt x="78" y="30"/>
                  </a:lnTo>
                  <a:lnTo>
                    <a:pt x="78" y="28"/>
                  </a:lnTo>
                  <a:lnTo>
                    <a:pt x="78" y="27"/>
                  </a:lnTo>
                  <a:lnTo>
                    <a:pt x="79" y="27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80" y="26"/>
                  </a:lnTo>
                  <a:lnTo>
                    <a:pt x="81" y="26"/>
                  </a:lnTo>
                  <a:lnTo>
                    <a:pt x="80" y="25"/>
                  </a:lnTo>
                  <a:lnTo>
                    <a:pt x="80" y="24"/>
                  </a:lnTo>
                  <a:lnTo>
                    <a:pt x="80" y="23"/>
                  </a:lnTo>
                  <a:lnTo>
                    <a:pt x="79" y="23"/>
                  </a:lnTo>
                  <a:lnTo>
                    <a:pt x="80" y="22"/>
                  </a:lnTo>
                  <a:lnTo>
                    <a:pt x="80" y="21"/>
                  </a:lnTo>
                  <a:lnTo>
                    <a:pt x="79" y="21"/>
                  </a:lnTo>
                  <a:lnTo>
                    <a:pt x="79" y="20"/>
                  </a:lnTo>
                  <a:lnTo>
                    <a:pt x="80" y="20"/>
                  </a:lnTo>
                  <a:lnTo>
                    <a:pt x="81" y="19"/>
                  </a:lnTo>
                  <a:lnTo>
                    <a:pt x="81" y="17"/>
                  </a:lnTo>
                  <a:lnTo>
                    <a:pt x="82" y="17"/>
                  </a:lnTo>
                  <a:lnTo>
                    <a:pt x="82" y="16"/>
                  </a:lnTo>
                  <a:lnTo>
                    <a:pt x="82" y="15"/>
                  </a:lnTo>
                  <a:lnTo>
                    <a:pt x="81" y="14"/>
                  </a:lnTo>
                  <a:lnTo>
                    <a:pt x="81" y="13"/>
                  </a:lnTo>
                  <a:lnTo>
                    <a:pt x="82" y="13"/>
                  </a:lnTo>
                  <a:lnTo>
                    <a:pt x="83" y="13"/>
                  </a:lnTo>
                  <a:lnTo>
                    <a:pt x="84" y="12"/>
                  </a:lnTo>
                  <a:lnTo>
                    <a:pt x="85" y="11"/>
                  </a:lnTo>
                  <a:lnTo>
                    <a:pt x="85" y="10"/>
                  </a:lnTo>
                  <a:lnTo>
                    <a:pt x="80" y="9"/>
                  </a:lnTo>
                  <a:lnTo>
                    <a:pt x="79" y="8"/>
                  </a:lnTo>
                  <a:lnTo>
                    <a:pt x="77" y="7"/>
                  </a:lnTo>
                  <a:lnTo>
                    <a:pt x="77" y="8"/>
                  </a:lnTo>
                  <a:lnTo>
                    <a:pt x="76" y="9"/>
                  </a:lnTo>
                  <a:lnTo>
                    <a:pt x="75" y="10"/>
                  </a:lnTo>
                  <a:lnTo>
                    <a:pt x="74" y="12"/>
                  </a:lnTo>
                  <a:lnTo>
                    <a:pt x="73" y="12"/>
                  </a:lnTo>
                  <a:lnTo>
                    <a:pt x="72" y="13"/>
                  </a:lnTo>
                  <a:lnTo>
                    <a:pt x="71" y="13"/>
                  </a:lnTo>
                  <a:lnTo>
                    <a:pt x="71" y="12"/>
                  </a:lnTo>
                  <a:lnTo>
                    <a:pt x="70" y="13"/>
                  </a:lnTo>
                  <a:lnTo>
                    <a:pt x="68" y="13"/>
                  </a:lnTo>
                  <a:lnTo>
                    <a:pt x="67" y="13"/>
                  </a:lnTo>
                  <a:lnTo>
                    <a:pt x="67" y="12"/>
                  </a:lnTo>
                  <a:lnTo>
                    <a:pt x="65" y="12"/>
                  </a:lnTo>
                  <a:lnTo>
                    <a:pt x="64" y="13"/>
                  </a:lnTo>
                  <a:lnTo>
                    <a:pt x="63" y="13"/>
                  </a:lnTo>
                  <a:lnTo>
                    <a:pt x="63" y="12"/>
                  </a:lnTo>
                  <a:lnTo>
                    <a:pt x="64" y="12"/>
                  </a:lnTo>
                  <a:lnTo>
                    <a:pt x="64" y="11"/>
                  </a:lnTo>
                  <a:lnTo>
                    <a:pt x="64" y="10"/>
                  </a:lnTo>
                  <a:lnTo>
                    <a:pt x="63" y="9"/>
                  </a:lnTo>
                  <a:lnTo>
                    <a:pt x="62" y="9"/>
                  </a:lnTo>
                  <a:lnTo>
                    <a:pt x="61" y="9"/>
                  </a:lnTo>
                  <a:lnTo>
                    <a:pt x="60" y="10"/>
                  </a:lnTo>
                  <a:lnTo>
                    <a:pt x="59" y="9"/>
                  </a:lnTo>
                  <a:lnTo>
                    <a:pt x="58" y="10"/>
                  </a:lnTo>
                  <a:lnTo>
                    <a:pt x="57" y="10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4" y="9"/>
                  </a:lnTo>
                  <a:lnTo>
                    <a:pt x="53" y="8"/>
                  </a:lnTo>
                  <a:lnTo>
                    <a:pt x="53" y="3"/>
                  </a:lnTo>
                  <a:lnTo>
                    <a:pt x="52" y="3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50" y="3"/>
                  </a:lnTo>
                  <a:lnTo>
                    <a:pt x="49" y="4"/>
                  </a:lnTo>
                  <a:lnTo>
                    <a:pt x="48" y="5"/>
                  </a:lnTo>
                  <a:lnTo>
                    <a:pt x="47" y="5"/>
                  </a:lnTo>
                  <a:lnTo>
                    <a:pt x="46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3" y="2"/>
                  </a:lnTo>
                  <a:lnTo>
                    <a:pt x="43" y="1"/>
                  </a:lnTo>
                  <a:lnTo>
                    <a:pt x="42" y="0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1" y="0"/>
                  </a:lnTo>
                  <a:lnTo>
                    <a:pt x="40" y="0"/>
                  </a:lnTo>
                  <a:lnTo>
                    <a:pt x="39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3" y="2"/>
                  </a:lnTo>
                  <a:lnTo>
                    <a:pt x="32" y="2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27" y="3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5" y="5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3" y="4"/>
                  </a:lnTo>
                  <a:lnTo>
                    <a:pt x="22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1" y="4"/>
                  </a:lnTo>
                  <a:lnTo>
                    <a:pt x="20" y="4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0" y="9"/>
                  </a:lnTo>
                  <a:lnTo>
                    <a:pt x="21" y="9"/>
                  </a:lnTo>
                  <a:lnTo>
                    <a:pt x="22" y="8"/>
                  </a:lnTo>
                  <a:lnTo>
                    <a:pt x="23" y="9"/>
                  </a:lnTo>
                  <a:lnTo>
                    <a:pt x="23" y="10"/>
                  </a:lnTo>
                  <a:lnTo>
                    <a:pt x="24" y="10"/>
                  </a:lnTo>
                  <a:lnTo>
                    <a:pt x="25" y="11"/>
                  </a:lnTo>
                  <a:lnTo>
                    <a:pt x="25" y="12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4"/>
                  </a:lnTo>
                  <a:lnTo>
                    <a:pt x="23" y="15"/>
                  </a:lnTo>
                  <a:lnTo>
                    <a:pt x="24" y="15"/>
                  </a:lnTo>
                  <a:lnTo>
                    <a:pt x="25" y="16"/>
                  </a:lnTo>
                  <a:lnTo>
                    <a:pt x="26" y="17"/>
                  </a:lnTo>
                  <a:lnTo>
                    <a:pt x="26" y="18"/>
                  </a:lnTo>
                  <a:lnTo>
                    <a:pt x="26" y="19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20"/>
                  </a:lnTo>
                  <a:lnTo>
                    <a:pt x="28" y="19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29" y="20"/>
                  </a:lnTo>
                  <a:lnTo>
                    <a:pt x="29" y="21"/>
                  </a:lnTo>
                  <a:lnTo>
                    <a:pt x="29" y="22"/>
                  </a:lnTo>
                  <a:lnTo>
                    <a:pt x="28" y="23"/>
                  </a:lnTo>
                  <a:lnTo>
                    <a:pt x="27" y="24"/>
                  </a:lnTo>
                  <a:lnTo>
                    <a:pt x="27" y="25"/>
                  </a:lnTo>
                  <a:lnTo>
                    <a:pt x="27" y="26"/>
                  </a:lnTo>
                  <a:lnTo>
                    <a:pt x="26" y="25"/>
                  </a:lnTo>
                  <a:lnTo>
                    <a:pt x="25" y="25"/>
                  </a:lnTo>
                  <a:lnTo>
                    <a:pt x="24" y="25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0" y="29"/>
                  </a:lnTo>
                  <a:lnTo>
                    <a:pt x="19" y="29"/>
                  </a:lnTo>
                  <a:lnTo>
                    <a:pt x="19" y="30"/>
                  </a:lnTo>
                  <a:lnTo>
                    <a:pt x="17" y="30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5" y="32"/>
                  </a:lnTo>
                  <a:lnTo>
                    <a:pt x="14" y="31"/>
                  </a:lnTo>
                  <a:lnTo>
                    <a:pt x="13" y="30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8" y="31"/>
                  </a:lnTo>
                  <a:lnTo>
                    <a:pt x="8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4" y="36"/>
                  </a:lnTo>
                  <a:lnTo>
                    <a:pt x="2" y="37"/>
                  </a:lnTo>
                  <a:lnTo>
                    <a:pt x="0" y="39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Freeform 15"/>
            <p:cNvSpPr>
              <a:spLocks/>
            </p:cNvSpPr>
            <p:nvPr/>
          </p:nvSpPr>
          <p:spPr bwMode="auto">
            <a:xfrm>
              <a:off x="2737463" y="2389169"/>
              <a:ext cx="168538" cy="100678"/>
            </a:xfrm>
            <a:custGeom>
              <a:avLst/>
              <a:gdLst>
                <a:gd name="T0" fmla="*/ 2147483647 w 22"/>
                <a:gd name="T1" fmla="*/ 2147483647 h 13"/>
                <a:gd name="T2" fmla="*/ 2147483647 w 22"/>
                <a:gd name="T3" fmla="*/ 2147483647 h 13"/>
                <a:gd name="T4" fmla="*/ 2147483647 w 22"/>
                <a:gd name="T5" fmla="*/ 2147483647 h 13"/>
                <a:gd name="T6" fmla="*/ 2147483647 w 22"/>
                <a:gd name="T7" fmla="*/ 2147483647 h 13"/>
                <a:gd name="T8" fmla="*/ 2147483647 w 22"/>
                <a:gd name="T9" fmla="*/ 2147483647 h 13"/>
                <a:gd name="T10" fmla="*/ 2147483647 w 22"/>
                <a:gd name="T11" fmla="*/ 2147483647 h 13"/>
                <a:gd name="T12" fmla="*/ 2147483647 w 22"/>
                <a:gd name="T13" fmla="*/ 0 h 13"/>
                <a:gd name="T14" fmla="*/ 2147483647 w 22"/>
                <a:gd name="T15" fmla="*/ 2147483647 h 13"/>
                <a:gd name="T16" fmla="*/ 2147483647 w 22"/>
                <a:gd name="T17" fmla="*/ 2147483647 h 13"/>
                <a:gd name="T18" fmla="*/ 2147483647 w 22"/>
                <a:gd name="T19" fmla="*/ 2147483647 h 13"/>
                <a:gd name="T20" fmla="*/ 2147483647 w 22"/>
                <a:gd name="T21" fmla="*/ 2147483647 h 13"/>
                <a:gd name="T22" fmla="*/ 2147483647 w 22"/>
                <a:gd name="T23" fmla="*/ 2147483647 h 13"/>
                <a:gd name="T24" fmla="*/ 2147483647 w 22"/>
                <a:gd name="T25" fmla="*/ 2147483647 h 13"/>
                <a:gd name="T26" fmla="*/ 2147483647 w 22"/>
                <a:gd name="T27" fmla="*/ 2147483647 h 13"/>
                <a:gd name="T28" fmla="*/ 2147483647 w 22"/>
                <a:gd name="T29" fmla="*/ 2147483647 h 13"/>
                <a:gd name="T30" fmla="*/ 2147483647 w 22"/>
                <a:gd name="T31" fmla="*/ 2147483647 h 13"/>
                <a:gd name="T32" fmla="*/ 2147483647 w 22"/>
                <a:gd name="T33" fmla="*/ 2147483647 h 13"/>
                <a:gd name="T34" fmla="*/ 2147483647 w 22"/>
                <a:gd name="T35" fmla="*/ 2147483647 h 13"/>
                <a:gd name="T36" fmla="*/ 2147483647 w 22"/>
                <a:gd name="T37" fmla="*/ 2147483647 h 13"/>
                <a:gd name="T38" fmla="*/ 2147483647 w 22"/>
                <a:gd name="T39" fmla="*/ 2147483647 h 13"/>
                <a:gd name="T40" fmla="*/ 2147483647 w 22"/>
                <a:gd name="T41" fmla="*/ 2147483647 h 13"/>
                <a:gd name="T42" fmla="*/ 2147483647 w 22"/>
                <a:gd name="T43" fmla="*/ 2147483647 h 13"/>
                <a:gd name="T44" fmla="*/ 2147483647 w 22"/>
                <a:gd name="T45" fmla="*/ 2147483647 h 13"/>
                <a:gd name="T46" fmla="*/ 2147483647 w 22"/>
                <a:gd name="T47" fmla="*/ 2147483647 h 13"/>
                <a:gd name="T48" fmla="*/ 2147483647 w 22"/>
                <a:gd name="T49" fmla="*/ 2147483647 h 13"/>
                <a:gd name="T50" fmla="*/ 2147483647 w 22"/>
                <a:gd name="T51" fmla="*/ 2147483647 h 13"/>
                <a:gd name="T52" fmla="*/ 2147483647 w 22"/>
                <a:gd name="T53" fmla="*/ 2147483647 h 13"/>
                <a:gd name="T54" fmla="*/ 2147483647 w 22"/>
                <a:gd name="T55" fmla="*/ 2147483647 h 13"/>
                <a:gd name="T56" fmla="*/ 2147483647 w 22"/>
                <a:gd name="T57" fmla="*/ 2147483647 h 13"/>
                <a:gd name="T58" fmla="*/ 2147483647 w 22"/>
                <a:gd name="T59" fmla="*/ 2147483647 h 13"/>
                <a:gd name="T60" fmla="*/ 2147483647 w 22"/>
                <a:gd name="T61" fmla="*/ 2147483647 h 13"/>
                <a:gd name="T62" fmla="*/ 2147483647 w 22"/>
                <a:gd name="T63" fmla="*/ 2147483647 h 13"/>
                <a:gd name="T64" fmla="*/ 2147483647 w 22"/>
                <a:gd name="T65" fmla="*/ 2147483647 h 13"/>
                <a:gd name="T66" fmla="*/ 2147483647 w 22"/>
                <a:gd name="T67" fmla="*/ 2147483647 h 13"/>
                <a:gd name="T68" fmla="*/ 2147483647 w 22"/>
                <a:gd name="T69" fmla="*/ 2147483647 h 13"/>
                <a:gd name="T70" fmla="*/ 2147483647 w 22"/>
                <a:gd name="T71" fmla="*/ 2147483647 h 13"/>
                <a:gd name="T72" fmla="*/ 2147483647 w 22"/>
                <a:gd name="T73" fmla="*/ 2147483647 h 13"/>
                <a:gd name="T74" fmla="*/ 2147483647 w 22"/>
                <a:gd name="T75" fmla="*/ 2147483647 h 13"/>
                <a:gd name="T76" fmla="*/ 2147483647 w 22"/>
                <a:gd name="T77" fmla="*/ 2147483647 h 13"/>
                <a:gd name="T78" fmla="*/ 2147483647 w 22"/>
                <a:gd name="T79" fmla="*/ 2147483647 h 13"/>
                <a:gd name="T80" fmla="*/ 2147483647 w 22"/>
                <a:gd name="T81" fmla="*/ 2147483647 h 13"/>
                <a:gd name="T82" fmla="*/ 2147483647 w 22"/>
                <a:gd name="T83" fmla="*/ 2147483647 h 13"/>
                <a:gd name="T84" fmla="*/ 2147483647 w 22"/>
                <a:gd name="T85" fmla="*/ 2147483647 h 1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2" h="13">
                  <a:moveTo>
                    <a:pt x="0" y="3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1" y="1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8" y="6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7" y="11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5" y="11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2" y="13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10" y="12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7" y="10"/>
                  </a:lnTo>
                  <a:lnTo>
                    <a:pt x="7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0" y="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Freeform 16"/>
            <p:cNvSpPr>
              <a:spLocks/>
            </p:cNvSpPr>
            <p:nvPr/>
          </p:nvSpPr>
          <p:spPr bwMode="auto">
            <a:xfrm>
              <a:off x="4282394" y="1967096"/>
              <a:ext cx="360058" cy="681513"/>
            </a:xfrm>
            <a:custGeom>
              <a:avLst/>
              <a:gdLst>
                <a:gd name="T0" fmla="*/ 2147483647 w 47"/>
                <a:gd name="T1" fmla="*/ 2147483647 h 88"/>
                <a:gd name="T2" fmla="*/ 2147483647 w 47"/>
                <a:gd name="T3" fmla="*/ 2147483647 h 88"/>
                <a:gd name="T4" fmla="*/ 2147483647 w 47"/>
                <a:gd name="T5" fmla="*/ 2147483647 h 88"/>
                <a:gd name="T6" fmla="*/ 2147483647 w 47"/>
                <a:gd name="T7" fmla="*/ 2147483647 h 88"/>
                <a:gd name="T8" fmla="*/ 2147483647 w 47"/>
                <a:gd name="T9" fmla="*/ 2147483647 h 88"/>
                <a:gd name="T10" fmla="*/ 2147483647 w 47"/>
                <a:gd name="T11" fmla="*/ 2147483647 h 88"/>
                <a:gd name="T12" fmla="*/ 2147483647 w 47"/>
                <a:gd name="T13" fmla="*/ 2147483647 h 88"/>
                <a:gd name="T14" fmla="*/ 2147483647 w 47"/>
                <a:gd name="T15" fmla="*/ 2147483647 h 88"/>
                <a:gd name="T16" fmla="*/ 2147483647 w 47"/>
                <a:gd name="T17" fmla="*/ 2147483647 h 88"/>
                <a:gd name="T18" fmla="*/ 2147483647 w 47"/>
                <a:gd name="T19" fmla="*/ 2147483647 h 88"/>
                <a:gd name="T20" fmla="*/ 2147483647 w 47"/>
                <a:gd name="T21" fmla="*/ 2147483647 h 88"/>
                <a:gd name="T22" fmla="*/ 2147483647 w 47"/>
                <a:gd name="T23" fmla="*/ 2147483647 h 88"/>
                <a:gd name="T24" fmla="*/ 2147483647 w 47"/>
                <a:gd name="T25" fmla="*/ 2147483647 h 88"/>
                <a:gd name="T26" fmla="*/ 2147483647 w 47"/>
                <a:gd name="T27" fmla="*/ 2147483647 h 88"/>
                <a:gd name="T28" fmla="*/ 2147483647 w 47"/>
                <a:gd name="T29" fmla="*/ 2147483647 h 88"/>
                <a:gd name="T30" fmla="*/ 2147483647 w 47"/>
                <a:gd name="T31" fmla="*/ 2147483647 h 88"/>
                <a:gd name="T32" fmla="*/ 2147483647 w 47"/>
                <a:gd name="T33" fmla="*/ 2147483647 h 88"/>
                <a:gd name="T34" fmla="*/ 2147483647 w 47"/>
                <a:gd name="T35" fmla="*/ 2147483647 h 88"/>
                <a:gd name="T36" fmla="*/ 2147483647 w 47"/>
                <a:gd name="T37" fmla="*/ 2147483647 h 88"/>
                <a:gd name="T38" fmla="*/ 2147483647 w 47"/>
                <a:gd name="T39" fmla="*/ 2147483647 h 88"/>
                <a:gd name="T40" fmla="*/ 2147483647 w 47"/>
                <a:gd name="T41" fmla="*/ 2147483647 h 88"/>
                <a:gd name="T42" fmla="*/ 2147483647 w 47"/>
                <a:gd name="T43" fmla="*/ 2147483647 h 88"/>
                <a:gd name="T44" fmla="*/ 2147483647 w 47"/>
                <a:gd name="T45" fmla="*/ 2147483647 h 88"/>
                <a:gd name="T46" fmla="*/ 2147483647 w 47"/>
                <a:gd name="T47" fmla="*/ 2147483647 h 88"/>
                <a:gd name="T48" fmla="*/ 2147483647 w 47"/>
                <a:gd name="T49" fmla="*/ 2147483647 h 88"/>
                <a:gd name="T50" fmla="*/ 2147483647 w 47"/>
                <a:gd name="T51" fmla="*/ 2147483647 h 88"/>
                <a:gd name="T52" fmla="*/ 2147483647 w 47"/>
                <a:gd name="T53" fmla="*/ 2147483647 h 88"/>
                <a:gd name="T54" fmla="*/ 2147483647 w 47"/>
                <a:gd name="T55" fmla="*/ 2147483647 h 88"/>
                <a:gd name="T56" fmla="*/ 2147483647 w 47"/>
                <a:gd name="T57" fmla="*/ 2147483647 h 88"/>
                <a:gd name="T58" fmla="*/ 2147483647 w 47"/>
                <a:gd name="T59" fmla="*/ 2147483647 h 88"/>
                <a:gd name="T60" fmla="*/ 2147483647 w 47"/>
                <a:gd name="T61" fmla="*/ 2147483647 h 88"/>
                <a:gd name="T62" fmla="*/ 2147483647 w 47"/>
                <a:gd name="T63" fmla="*/ 2147483647 h 88"/>
                <a:gd name="T64" fmla="*/ 2147483647 w 47"/>
                <a:gd name="T65" fmla="*/ 2147483647 h 88"/>
                <a:gd name="T66" fmla="*/ 2147483647 w 47"/>
                <a:gd name="T67" fmla="*/ 2147483647 h 88"/>
                <a:gd name="T68" fmla="*/ 2147483647 w 47"/>
                <a:gd name="T69" fmla="*/ 2147483647 h 88"/>
                <a:gd name="T70" fmla="*/ 2147483647 w 47"/>
                <a:gd name="T71" fmla="*/ 2147483647 h 88"/>
                <a:gd name="T72" fmla="*/ 2147483647 w 47"/>
                <a:gd name="T73" fmla="*/ 2147483647 h 88"/>
                <a:gd name="T74" fmla="*/ 2147483647 w 47"/>
                <a:gd name="T75" fmla="*/ 2147483647 h 88"/>
                <a:gd name="T76" fmla="*/ 2147483647 w 47"/>
                <a:gd name="T77" fmla="*/ 2147483647 h 88"/>
                <a:gd name="T78" fmla="*/ 2147483647 w 47"/>
                <a:gd name="T79" fmla="*/ 2147483647 h 88"/>
                <a:gd name="T80" fmla="*/ 2147483647 w 47"/>
                <a:gd name="T81" fmla="*/ 2147483647 h 88"/>
                <a:gd name="T82" fmla="*/ 2147483647 w 47"/>
                <a:gd name="T83" fmla="*/ 2147483647 h 88"/>
                <a:gd name="T84" fmla="*/ 2147483647 w 47"/>
                <a:gd name="T85" fmla="*/ 2147483647 h 88"/>
                <a:gd name="T86" fmla="*/ 2147483647 w 47"/>
                <a:gd name="T87" fmla="*/ 2147483647 h 88"/>
                <a:gd name="T88" fmla="*/ 2147483647 w 47"/>
                <a:gd name="T89" fmla="*/ 2147483647 h 88"/>
                <a:gd name="T90" fmla="*/ 2147483647 w 47"/>
                <a:gd name="T91" fmla="*/ 2147483647 h 88"/>
                <a:gd name="T92" fmla="*/ 2147483647 w 47"/>
                <a:gd name="T93" fmla="*/ 2147483647 h 88"/>
                <a:gd name="T94" fmla="*/ 2147483647 w 47"/>
                <a:gd name="T95" fmla="*/ 2147483647 h 88"/>
                <a:gd name="T96" fmla="*/ 2147483647 w 47"/>
                <a:gd name="T97" fmla="*/ 2147483647 h 88"/>
                <a:gd name="T98" fmla="*/ 2147483647 w 47"/>
                <a:gd name="T99" fmla="*/ 2147483647 h 88"/>
                <a:gd name="T100" fmla="*/ 2147483647 w 47"/>
                <a:gd name="T101" fmla="*/ 2147483647 h 88"/>
                <a:gd name="T102" fmla="*/ 2147483647 w 47"/>
                <a:gd name="T103" fmla="*/ 2147483647 h 88"/>
                <a:gd name="T104" fmla="*/ 2147483647 w 47"/>
                <a:gd name="T105" fmla="*/ 2147483647 h 88"/>
                <a:gd name="T106" fmla="*/ 2147483647 w 47"/>
                <a:gd name="T107" fmla="*/ 2147483647 h 88"/>
                <a:gd name="T108" fmla="*/ 2147483647 w 47"/>
                <a:gd name="T109" fmla="*/ 2147483647 h 88"/>
                <a:gd name="T110" fmla="*/ 2147483647 w 47"/>
                <a:gd name="T111" fmla="*/ 2147483647 h 88"/>
                <a:gd name="T112" fmla="*/ 2147483647 w 47"/>
                <a:gd name="T113" fmla="*/ 2147483647 h 88"/>
                <a:gd name="T114" fmla="*/ 2147483647 w 47"/>
                <a:gd name="T115" fmla="*/ 2147483647 h 88"/>
                <a:gd name="T116" fmla="*/ 2147483647 w 47"/>
                <a:gd name="T117" fmla="*/ 2147483647 h 88"/>
                <a:gd name="T118" fmla="*/ 0 w 47"/>
                <a:gd name="T119" fmla="*/ 2147483647 h 8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" h="88">
                  <a:moveTo>
                    <a:pt x="0" y="57"/>
                  </a:moveTo>
                  <a:lnTo>
                    <a:pt x="1" y="63"/>
                  </a:lnTo>
                  <a:lnTo>
                    <a:pt x="2" y="86"/>
                  </a:lnTo>
                  <a:lnTo>
                    <a:pt x="3" y="86"/>
                  </a:lnTo>
                  <a:lnTo>
                    <a:pt x="3" y="85"/>
                  </a:lnTo>
                  <a:lnTo>
                    <a:pt x="5" y="85"/>
                  </a:lnTo>
                  <a:lnTo>
                    <a:pt x="6" y="86"/>
                  </a:lnTo>
                  <a:lnTo>
                    <a:pt x="7" y="86"/>
                  </a:lnTo>
                  <a:lnTo>
                    <a:pt x="7" y="87"/>
                  </a:lnTo>
                  <a:lnTo>
                    <a:pt x="8" y="87"/>
                  </a:lnTo>
                  <a:lnTo>
                    <a:pt x="9" y="88"/>
                  </a:lnTo>
                  <a:lnTo>
                    <a:pt x="9" y="87"/>
                  </a:lnTo>
                  <a:lnTo>
                    <a:pt x="9" y="86"/>
                  </a:lnTo>
                  <a:lnTo>
                    <a:pt x="10" y="86"/>
                  </a:lnTo>
                  <a:lnTo>
                    <a:pt x="10" y="85"/>
                  </a:lnTo>
                  <a:lnTo>
                    <a:pt x="10" y="84"/>
                  </a:lnTo>
                  <a:lnTo>
                    <a:pt x="11" y="84"/>
                  </a:lnTo>
                  <a:lnTo>
                    <a:pt x="12" y="83"/>
                  </a:lnTo>
                  <a:lnTo>
                    <a:pt x="12" y="82"/>
                  </a:lnTo>
                  <a:lnTo>
                    <a:pt x="12" y="81"/>
                  </a:lnTo>
                  <a:lnTo>
                    <a:pt x="13" y="81"/>
                  </a:lnTo>
                  <a:lnTo>
                    <a:pt x="13" y="80"/>
                  </a:lnTo>
                  <a:lnTo>
                    <a:pt x="13" y="79"/>
                  </a:lnTo>
                  <a:lnTo>
                    <a:pt x="14" y="78"/>
                  </a:lnTo>
                  <a:lnTo>
                    <a:pt x="15" y="76"/>
                  </a:lnTo>
                  <a:lnTo>
                    <a:pt x="14" y="76"/>
                  </a:lnTo>
                  <a:lnTo>
                    <a:pt x="15" y="75"/>
                  </a:lnTo>
                  <a:lnTo>
                    <a:pt x="15" y="74"/>
                  </a:lnTo>
                  <a:lnTo>
                    <a:pt x="16" y="73"/>
                  </a:lnTo>
                  <a:lnTo>
                    <a:pt x="17" y="73"/>
                  </a:lnTo>
                  <a:lnTo>
                    <a:pt x="18" y="73"/>
                  </a:lnTo>
                  <a:lnTo>
                    <a:pt x="19" y="73"/>
                  </a:lnTo>
                  <a:lnTo>
                    <a:pt x="20" y="73"/>
                  </a:lnTo>
                  <a:lnTo>
                    <a:pt x="20" y="72"/>
                  </a:lnTo>
                  <a:lnTo>
                    <a:pt x="21" y="70"/>
                  </a:lnTo>
                  <a:lnTo>
                    <a:pt x="22" y="69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3" y="67"/>
                  </a:lnTo>
                  <a:lnTo>
                    <a:pt x="23" y="66"/>
                  </a:lnTo>
                  <a:lnTo>
                    <a:pt x="23" y="65"/>
                  </a:lnTo>
                  <a:lnTo>
                    <a:pt x="24" y="65"/>
                  </a:lnTo>
                  <a:lnTo>
                    <a:pt x="24" y="64"/>
                  </a:lnTo>
                  <a:lnTo>
                    <a:pt x="25" y="64"/>
                  </a:lnTo>
                  <a:lnTo>
                    <a:pt x="25" y="65"/>
                  </a:lnTo>
                  <a:lnTo>
                    <a:pt x="25" y="66"/>
                  </a:lnTo>
                  <a:lnTo>
                    <a:pt x="25" y="67"/>
                  </a:lnTo>
                  <a:lnTo>
                    <a:pt x="25" y="68"/>
                  </a:lnTo>
                  <a:lnTo>
                    <a:pt x="25" y="69"/>
                  </a:lnTo>
                  <a:lnTo>
                    <a:pt x="25" y="70"/>
                  </a:lnTo>
                  <a:lnTo>
                    <a:pt x="25" y="71"/>
                  </a:lnTo>
                  <a:lnTo>
                    <a:pt x="24" y="72"/>
                  </a:lnTo>
                  <a:lnTo>
                    <a:pt x="25" y="73"/>
                  </a:lnTo>
                  <a:lnTo>
                    <a:pt x="26" y="73"/>
                  </a:lnTo>
                  <a:lnTo>
                    <a:pt x="27" y="73"/>
                  </a:lnTo>
                  <a:lnTo>
                    <a:pt x="27" y="74"/>
                  </a:lnTo>
                  <a:lnTo>
                    <a:pt x="28" y="75"/>
                  </a:lnTo>
                  <a:lnTo>
                    <a:pt x="28" y="74"/>
                  </a:lnTo>
                  <a:lnTo>
                    <a:pt x="28" y="75"/>
                  </a:lnTo>
                  <a:lnTo>
                    <a:pt x="29" y="75"/>
                  </a:lnTo>
                  <a:lnTo>
                    <a:pt x="29" y="76"/>
                  </a:lnTo>
                  <a:lnTo>
                    <a:pt x="28" y="76"/>
                  </a:lnTo>
                  <a:lnTo>
                    <a:pt x="28" y="77"/>
                  </a:lnTo>
                  <a:lnTo>
                    <a:pt x="29" y="77"/>
                  </a:lnTo>
                  <a:lnTo>
                    <a:pt x="29" y="78"/>
                  </a:lnTo>
                  <a:lnTo>
                    <a:pt x="29" y="79"/>
                  </a:lnTo>
                  <a:lnTo>
                    <a:pt x="29" y="78"/>
                  </a:lnTo>
                  <a:lnTo>
                    <a:pt x="30" y="78"/>
                  </a:lnTo>
                  <a:lnTo>
                    <a:pt x="29" y="78"/>
                  </a:lnTo>
                  <a:lnTo>
                    <a:pt x="30" y="79"/>
                  </a:lnTo>
                  <a:lnTo>
                    <a:pt x="30" y="78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1" y="71"/>
                  </a:lnTo>
                  <a:lnTo>
                    <a:pt x="32" y="71"/>
                  </a:lnTo>
                  <a:lnTo>
                    <a:pt x="31" y="69"/>
                  </a:lnTo>
                  <a:lnTo>
                    <a:pt x="32" y="68"/>
                  </a:lnTo>
                  <a:lnTo>
                    <a:pt x="32" y="67"/>
                  </a:lnTo>
                  <a:lnTo>
                    <a:pt x="32" y="66"/>
                  </a:lnTo>
                  <a:lnTo>
                    <a:pt x="33" y="66"/>
                  </a:lnTo>
                  <a:lnTo>
                    <a:pt x="33" y="65"/>
                  </a:lnTo>
                  <a:lnTo>
                    <a:pt x="33" y="64"/>
                  </a:lnTo>
                  <a:lnTo>
                    <a:pt x="33" y="63"/>
                  </a:lnTo>
                  <a:lnTo>
                    <a:pt x="33" y="61"/>
                  </a:lnTo>
                  <a:lnTo>
                    <a:pt x="34" y="60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5" y="55"/>
                  </a:lnTo>
                  <a:lnTo>
                    <a:pt x="36" y="53"/>
                  </a:lnTo>
                  <a:lnTo>
                    <a:pt x="36" y="52"/>
                  </a:lnTo>
                  <a:lnTo>
                    <a:pt x="36" y="53"/>
                  </a:lnTo>
                  <a:lnTo>
                    <a:pt x="35" y="53"/>
                  </a:lnTo>
                  <a:lnTo>
                    <a:pt x="35" y="52"/>
                  </a:lnTo>
                  <a:lnTo>
                    <a:pt x="35" y="53"/>
                  </a:lnTo>
                  <a:lnTo>
                    <a:pt x="34" y="53"/>
                  </a:lnTo>
                  <a:lnTo>
                    <a:pt x="33" y="55"/>
                  </a:lnTo>
                  <a:lnTo>
                    <a:pt x="32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2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5" y="50"/>
                  </a:lnTo>
                  <a:lnTo>
                    <a:pt x="36" y="49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4" y="47"/>
                  </a:lnTo>
                  <a:lnTo>
                    <a:pt x="33" y="47"/>
                  </a:lnTo>
                  <a:lnTo>
                    <a:pt x="33" y="48"/>
                  </a:lnTo>
                  <a:lnTo>
                    <a:pt x="32" y="48"/>
                  </a:lnTo>
                  <a:lnTo>
                    <a:pt x="31" y="48"/>
                  </a:lnTo>
                  <a:lnTo>
                    <a:pt x="30" y="48"/>
                  </a:lnTo>
                  <a:lnTo>
                    <a:pt x="30" y="47"/>
                  </a:lnTo>
                  <a:lnTo>
                    <a:pt x="31" y="46"/>
                  </a:lnTo>
                  <a:lnTo>
                    <a:pt x="31" y="45"/>
                  </a:lnTo>
                  <a:lnTo>
                    <a:pt x="32" y="44"/>
                  </a:lnTo>
                  <a:lnTo>
                    <a:pt x="33" y="42"/>
                  </a:lnTo>
                  <a:lnTo>
                    <a:pt x="34" y="42"/>
                  </a:lnTo>
                  <a:lnTo>
                    <a:pt x="35" y="42"/>
                  </a:lnTo>
                  <a:lnTo>
                    <a:pt x="35" y="41"/>
                  </a:lnTo>
                  <a:lnTo>
                    <a:pt x="36" y="40"/>
                  </a:lnTo>
                  <a:lnTo>
                    <a:pt x="35" y="39"/>
                  </a:lnTo>
                  <a:lnTo>
                    <a:pt x="35" y="38"/>
                  </a:lnTo>
                  <a:lnTo>
                    <a:pt x="34" y="37"/>
                  </a:lnTo>
                  <a:lnTo>
                    <a:pt x="34" y="35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6" y="30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0" y="24"/>
                  </a:lnTo>
                  <a:lnTo>
                    <a:pt x="42" y="22"/>
                  </a:lnTo>
                  <a:lnTo>
                    <a:pt x="43" y="21"/>
                  </a:lnTo>
                  <a:lnTo>
                    <a:pt x="43" y="20"/>
                  </a:lnTo>
                  <a:lnTo>
                    <a:pt x="44" y="20"/>
                  </a:lnTo>
                  <a:lnTo>
                    <a:pt x="44" y="19"/>
                  </a:lnTo>
                  <a:lnTo>
                    <a:pt x="45" y="18"/>
                  </a:lnTo>
                  <a:lnTo>
                    <a:pt x="45" y="17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6" y="14"/>
                  </a:lnTo>
                  <a:lnTo>
                    <a:pt x="46" y="13"/>
                  </a:lnTo>
                  <a:lnTo>
                    <a:pt x="47" y="13"/>
                  </a:lnTo>
                  <a:lnTo>
                    <a:pt x="47" y="12"/>
                  </a:lnTo>
                  <a:lnTo>
                    <a:pt x="47" y="11"/>
                  </a:lnTo>
                  <a:lnTo>
                    <a:pt x="47" y="10"/>
                  </a:lnTo>
                  <a:lnTo>
                    <a:pt x="46" y="10"/>
                  </a:lnTo>
                  <a:lnTo>
                    <a:pt x="46" y="9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1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2"/>
                  </a:lnTo>
                  <a:lnTo>
                    <a:pt x="33" y="2"/>
                  </a:lnTo>
                  <a:lnTo>
                    <a:pt x="33" y="3"/>
                  </a:lnTo>
                  <a:lnTo>
                    <a:pt x="32" y="3"/>
                  </a:lnTo>
                  <a:lnTo>
                    <a:pt x="31" y="4"/>
                  </a:lnTo>
                  <a:lnTo>
                    <a:pt x="31" y="12"/>
                  </a:lnTo>
                  <a:lnTo>
                    <a:pt x="30" y="19"/>
                  </a:lnTo>
                  <a:lnTo>
                    <a:pt x="24" y="27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Freeform 17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3485669" y="2547931"/>
              <a:ext cx="520935" cy="247823"/>
            </a:xfrm>
            <a:custGeom>
              <a:avLst/>
              <a:gdLst>
                <a:gd name="T0" fmla="*/ 0 w 68"/>
                <a:gd name="T1" fmla="*/ 2147483647 h 32"/>
                <a:gd name="T2" fmla="*/ 2147483647 w 68"/>
                <a:gd name="T3" fmla="*/ 2147483647 h 32"/>
                <a:gd name="T4" fmla="*/ 2147483647 w 68"/>
                <a:gd name="T5" fmla="*/ 2147483647 h 32"/>
                <a:gd name="T6" fmla="*/ 2147483647 w 68"/>
                <a:gd name="T7" fmla="*/ 2147483647 h 32"/>
                <a:gd name="T8" fmla="*/ 2147483647 w 68"/>
                <a:gd name="T9" fmla="*/ 2147483647 h 32"/>
                <a:gd name="T10" fmla="*/ 2147483647 w 68"/>
                <a:gd name="T11" fmla="*/ 2147483647 h 32"/>
                <a:gd name="T12" fmla="*/ 2147483647 w 68"/>
                <a:gd name="T13" fmla="*/ 2147483647 h 32"/>
                <a:gd name="T14" fmla="*/ 2147483647 w 68"/>
                <a:gd name="T15" fmla="*/ 2147483647 h 32"/>
                <a:gd name="T16" fmla="*/ 2147483647 w 68"/>
                <a:gd name="T17" fmla="*/ 2147483647 h 32"/>
                <a:gd name="T18" fmla="*/ 2147483647 w 68"/>
                <a:gd name="T19" fmla="*/ 2147483647 h 32"/>
                <a:gd name="T20" fmla="*/ 2147483647 w 68"/>
                <a:gd name="T21" fmla="*/ 2147483647 h 32"/>
                <a:gd name="T22" fmla="*/ 2147483647 w 68"/>
                <a:gd name="T23" fmla="*/ 2147483647 h 32"/>
                <a:gd name="T24" fmla="*/ 2147483647 w 68"/>
                <a:gd name="T25" fmla="*/ 2147483647 h 32"/>
                <a:gd name="T26" fmla="*/ 2147483647 w 68"/>
                <a:gd name="T27" fmla="*/ 2147483647 h 32"/>
                <a:gd name="T28" fmla="*/ 2147483647 w 68"/>
                <a:gd name="T29" fmla="*/ 2147483647 h 32"/>
                <a:gd name="T30" fmla="*/ 2147483647 w 68"/>
                <a:gd name="T31" fmla="*/ 2147483647 h 32"/>
                <a:gd name="T32" fmla="*/ 2147483647 w 68"/>
                <a:gd name="T33" fmla="*/ 2147483647 h 32"/>
                <a:gd name="T34" fmla="*/ 2147483647 w 68"/>
                <a:gd name="T35" fmla="*/ 2147483647 h 32"/>
                <a:gd name="T36" fmla="*/ 2147483647 w 68"/>
                <a:gd name="T37" fmla="*/ 2147483647 h 32"/>
                <a:gd name="T38" fmla="*/ 2147483647 w 68"/>
                <a:gd name="T39" fmla="*/ 2147483647 h 32"/>
                <a:gd name="T40" fmla="*/ 2147483647 w 68"/>
                <a:gd name="T41" fmla="*/ 2147483647 h 32"/>
                <a:gd name="T42" fmla="*/ 2147483647 w 68"/>
                <a:gd name="T43" fmla="*/ 2147483647 h 32"/>
                <a:gd name="T44" fmla="*/ 2147483647 w 68"/>
                <a:gd name="T45" fmla="*/ 2147483647 h 32"/>
                <a:gd name="T46" fmla="*/ 2147483647 w 68"/>
                <a:gd name="T47" fmla="*/ 2147483647 h 32"/>
                <a:gd name="T48" fmla="*/ 2147483647 w 68"/>
                <a:gd name="T49" fmla="*/ 2147483647 h 32"/>
                <a:gd name="T50" fmla="*/ 2147483647 w 68"/>
                <a:gd name="T51" fmla="*/ 2147483647 h 32"/>
                <a:gd name="T52" fmla="*/ 2147483647 w 68"/>
                <a:gd name="T53" fmla="*/ 2147483647 h 32"/>
                <a:gd name="T54" fmla="*/ 2147483647 w 68"/>
                <a:gd name="T55" fmla="*/ 2147483647 h 32"/>
                <a:gd name="T56" fmla="*/ 2147483647 w 68"/>
                <a:gd name="T57" fmla="*/ 2147483647 h 32"/>
                <a:gd name="T58" fmla="*/ 2147483647 w 68"/>
                <a:gd name="T59" fmla="*/ 2147483647 h 32"/>
                <a:gd name="T60" fmla="*/ 2147483647 w 68"/>
                <a:gd name="T61" fmla="*/ 2147483647 h 32"/>
                <a:gd name="T62" fmla="*/ 2147483647 w 68"/>
                <a:gd name="T63" fmla="*/ 2147483647 h 32"/>
                <a:gd name="T64" fmla="*/ 2147483647 w 68"/>
                <a:gd name="T65" fmla="*/ 2147483647 h 32"/>
                <a:gd name="T66" fmla="*/ 2147483647 w 68"/>
                <a:gd name="T67" fmla="*/ 2147483647 h 32"/>
                <a:gd name="T68" fmla="*/ 2147483647 w 68"/>
                <a:gd name="T69" fmla="*/ 2147483647 h 32"/>
                <a:gd name="T70" fmla="*/ 2147483647 w 68"/>
                <a:gd name="T71" fmla="*/ 2147483647 h 32"/>
                <a:gd name="T72" fmla="*/ 2147483647 w 68"/>
                <a:gd name="T73" fmla="*/ 2147483647 h 32"/>
                <a:gd name="T74" fmla="*/ 2147483647 w 68"/>
                <a:gd name="T75" fmla="*/ 2147483647 h 32"/>
                <a:gd name="T76" fmla="*/ 2147483647 w 68"/>
                <a:gd name="T77" fmla="*/ 2147483647 h 32"/>
                <a:gd name="T78" fmla="*/ 2147483647 w 68"/>
                <a:gd name="T79" fmla="*/ 2147483647 h 32"/>
                <a:gd name="T80" fmla="*/ 2147483647 w 68"/>
                <a:gd name="T81" fmla="*/ 2147483647 h 32"/>
                <a:gd name="T82" fmla="*/ 2147483647 w 68"/>
                <a:gd name="T83" fmla="*/ 2147483647 h 32"/>
                <a:gd name="T84" fmla="*/ 2147483647 w 68"/>
                <a:gd name="T85" fmla="*/ 2147483647 h 32"/>
                <a:gd name="T86" fmla="*/ 2147483647 w 68"/>
                <a:gd name="T87" fmla="*/ 2147483647 h 32"/>
                <a:gd name="T88" fmla="*/ 2147483647 w 68"/>
                <a:gd name="T89" fmla="*/ 2147483647 h 32"/>
                <a:gd name="T90" fmla="*/ 2147483647 w 68"/>
                <a:gd name="T91" fmla="*/ 0 h 32"/>
                <a:gd name="T92" fmla="*/ 2147483647 w 68"/>
                <a:gd name="T93" fmla="*/ 2147483647 h 32"/>
                <a:gd name="T94" fmla="*/ 2147483647 w 68"/>
                <a:gd name="T95" fmla="*/ 2147483647 h 32"/>
                <a:gd name="T96" fmla="*/ 2147483647 w 68"/>
                <a:gd name="T97" fmla="*/ 2147483647 h 32"/>
                <a:gd name="T98" fmla="*/ 2147483647 w 68"/>
                <a:gd name="T99" fmla="*/ 2147483647 h 32"/>
                <a:gd name="T100" fmla="*/ 2147483647 w 68"/>
                <a:gd name="T101" fmla="*/ 2147483647 h 32"/>
                <a:gd name="T102" fmla="*/ 2147483647 w 68"/>
                <a:gd name="T103" fmla="*/ 2147483647 h 32"/>
                <a:gd name="T104" fmla="*/ 2147483647 w 68"/>
                <a:gd name="T105" fmla="*/ 2147483647 h 32"/>
                <a:gd name="T106" fmla="*/ 2147483647 w 68"/>
                <a:gd name="T107" fmla="*/ 2147483647 h 32"/>
                <a:gd name="T108" fmla="*/ 2147483647 w 68"/>
                <a:gd name="T109" fmla="*/ 2147483647 h 32"/>
                <a:gd name="T110" fmla="*/ 2147483647 w 68"/>
                <a:gd name="T111" fmla="*/ 2147483647 h 3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68" h="32">
                  <a:moveTo>
                    <a:pt x="0" y="11"/>
                  </a:moveTo>
                  <a:lnTo>
                    <a:pt x="0" y="14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6" y="24"/>
                  </a:lnTo>
                  <a:lnTo>
                    <a:pt x="7" y="24"/>
                  </a:lnTo>
                  <a:lnTo>
                    <a:pt x="8" y="25"/>
                  </a:lnTo>
                  <a:lnTo>
                    <a:pt x="8" y="26"/>
                  </a:lnTo>
                  <a:lnTo>
                    <a:pt x="8" y="27"/>
                  </a:lnTo>
                  <a:lnTo>
                    <a:pt x="9" y="27"/>
                  </a:lnTo>
                  <a:lnTo>
                    <a:pt x="9" y="28"/>
                  </a:lnTo>
                  <a:lnTo>
                    <a:pt x="10" y="31"/>
                  </a:lnTo>
                  <a:lnTo>
                    <a:pt x="10" y="32"/>
                  </a:lnTo>
                  <a:lnTo>
                    <a:pt x="11" y="32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4" y="26"/>
                  </a:lnTo>
                  <a:lnTo>
                    <a:pt x="14" y="25"/>
                  </a:lnTo>
                  <a:lnTo>
                    <a:pt x="15" y="24"/>
                  </a:lnTo>
                  <a:lnTo>
                    <a:pt x="16" y="19"/>
                  </a:lnTo>
                  <a:lnTo>
                    <a:pt x="17" y="17"/>
                  </a:lnTo>
                  <a:lnTo>
                    <a:pt x="18" y="17"/>
                  </a:lnTo>
                  <a:lnTo>
                    <a:pt x="20" y="17"/>
                  </a:lnTo>
                  <a:lnTo>
                    <a:pt x="20" y="18"/>
                  </a:lnTo>
                  <a:lnTo>
                    <a:pt x="22" y="19"/>
                  </a:lnTo>
                  <a:lnTo>
                    <a:pt x="23" y="20"/>
                  </a:lnTo>
                  <a:lnTo>
                    <a:pt x="23" y="21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3" y="25"/>
                  </a:lnTo>
                  <a:lnTo>
                    <a:pt x="24" y="27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7" y="28"/>
                  </a:lnTo>
                  <a:lnTo>
                    <a:pt x="29" y="30"/>
                  </a:lnTo>
                  <a:lnTo>
                    <a:pt x="30" y="30"/>
                  </a:lnTo>
                  <a:lnTo>
                    <a:pt x="31" y="30"/>
                  </a:lnTo>
                  <a:lnTo>
                    <a:pt x="33" y="26"/>
                  </a:lnTo>
                  <a:lnTo>
                    <a:pt x="37" y="22"/>
                  </a:lnTo>
                  <a:lnTo>
                    <a:pt x="37" y="21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1" y="19"/>
                  </a:lnTo>
                  <a:lnTo>
                    <a:pt x="42" y="19"/>
                  </a:lnTo>
                  <a:lnTo>
                    <a:pt x="43" y="19"/>
                  </a:lnTo>
                  <a:lnTo>
                    <a:pt x="43" y="17"/>
                  </a:lnTo>
                  <a:lnTo>
                    <a:pt x="45" y="17"/>
                  </a:lnTo>
                  <a:lnTo>
                    <a:pt x="45" y="18"/>
                  </a:lnTo>
                  <a:lnTo>
                    <a:pt x="46" y="18"/>
                  </a:lnTo>
                  <a:lnTo>
                    <a:pt x="47" y="18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9" y="18"/>
                  </a:lnTo>
                  <a:lnTo>
                    <a:pt x="49" y="19"/>
                  </a:lnTo>
                  <a:lnTo>
                    <a:pt x="49" y="20"/>
                  </a:lnTo>
                  <a:lnTo>
                    <a:pt x="50" y="21"/>
                  </a:lnTo>
                  <a:lnTo>
                    <a:pt x="50" y="22"/>
                  </a:lnTo>
                  <a:lnTo>
                    <a:pt x="52" y="22"/>
                  </a:lnTo>
                  <a:lnTo>
                    <a:pt x="53" y="24"/>
                  </a:lnTo>
                  <a:lnTo>
                    <a:pt x="52" y="25"/>
                  </a:lnTo>
                  <a:lnTo>
                    <a:pt x="52" y="26"/>
                  </a:lnTo>
                  <a:lnTo>
                    <a:pt x="53" y="27"/>
                  </a:lnTo>
                  <a:lnTo>
                    <a:pt x="55" y="27"/>
                  </a:lnTo>
                  <a:lnTo>
                    <a:pt x="56" y="27"/>
                  </a:lnTo>
                  <a:lnTo>
                    <a:pt x="56" y="28"/>
                  </a:lnTo>
                  <a:lnTo>
                    <a:pt x="57" y="28"/>
                  </a:lnTo>
                  <a:lnTo>
                    <a:pt x="58" y="28"/>
                  </a:lnTo>
                  <a:lnTo>
                    <a:pt x="58" y="29"/>
                  </a:lnTo>
                  <a:lnTo>
                    <a:pt x="59" y="29"/>
                  </a:lnTo>
                  <a:lnTo>
                    <a:pt x="59" y="30"/>
                  </a:lnTo>
                  <a:lnTo>
                    <a:pt x="58" y="30"/>
                  </a:lnTo>
                  <a:lnTo>
                    <a:pt x="68" y="30"/>
                  </a:lnTo>
                  <a:lnTo>
                    <a:pt x="67" y="17"/>
                  </a:lnTo>
                  <a:lnTo>
                    <a:pt x="67" y="14"/>
                  </a:lnTo>
                  <a:lnTo>
                    <a:pt x="63" y="14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57" y="11"/>
                  </a:lnTo>
                  <a:lnTo>
                    <a:pt x="55" y="11"/>
                  </a:lnTo>
                  <a:lnTo>
                    <a:pt x="54" y="11"/>
                  </a:lnTo>
                  <a:lnTo>
                    <a:pt x="54" y="12"/>
                  </a:lnTo>
                  <a:lnTo>
                    <a:pt x="54" y="15"/>
                  </a:lnTo>
                  <a:lnTo>
                    <a:pt x="53" y="15"/>
                  </a:lnTo>
                  <a:lnTo>
                    <a:pt x="53" y="16"/>
                  </a:lnTo>
                  <a:lnTo>
                    <a:pt x="52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3" y="12"/>
                  </a:lnTo>
                  <a:lnTo>
                    <a:pt x="42" y="12"/>
                  </a:lnTo>
                  <a:lnTo>
                    <a:pt x="42" y="11"/>
                  </a:lnTo>
                  <a:lnTo>
                    <a:pt x="41" y="11"/>
                  </a:lnTo>
                  <a:lnTo>
                    <a:pt x="41" y="10"/>
                  </a:lnTo>
                  <a:lnTo>
                    <a:pt x="41" y="7"/>
                  </a:lnTo>
                  <a:lnTo>
                    <a:pt x="40" y="4"/>
                  </a:lnTo>
                  <a:lnTo>
                    <a:pt x="37" y="3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8" y="4"/>
                  </a:lnTo>
                  <a:lnTo>
                    <a:pt x="26" y="4"/>
                  </a:lnTo>
                  <a:lnTo>
                    <a:pt x="25" y="5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9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Freeform 18"/>
            <p:cNvSpPr>
              <a:spLocks/>
            </p:cNvSpPr>
            <p:nvPr/>
          </p:nvSpPr>
          <p:spPr bwMode="auto">
            <a:xfrm>
              <a:off x="1126139" y="240079"/>
              <a:ext cx="919297" cy="1091970"/>
            </a:xfrm>
            <a:custGeom>
              <a:avLst/>
              <a:gdLst>
                <a:gd name="T0" fmla="*/ 2147483647 w 120"/>
                <a:gd name="T1" fmla="*/ 0 h 141"/>
                <a:gd name="T2" fmla="*/ 2147483647 w 120"/>
                <a:gd name="T3" fmla="*/ 2147483647 h 141"/>
                <a:gd name="T4" fmla="*/ 2147483647 w 120"/>
                <a:gd name="T5" fmla="*/ 2147483647 h 141"/>
                <a:gd name="T6" fmla="*/ 2147483647 w 120"/>
                <a:gd name="T7" fmla="*/ 2147483647 h 141"/>
                <a:gd name="T8" fmla="*/ 2147483647 w 120"/>
                <a:gd name="T9" fmla="*/ 2147483647 h 141"/>
                <a:gd name="T10" fmla="*/ 2147483647 w 120"/>
                <a:gd name="T11" fmla="*/ 2147483647 h 141"/>
                <a:gd name="T12" fmla="*/ 2147483647 w 120"/>
                <a:gd name="T13" fmla="*/ 2147483647 h 141"/>
                <a:gd name="T14" fmla="*/ 2147483647 w 120"/>
                <a:gd name="T15" fmla="*/ 2147483647 h 141"/>
                <a:gd name="T16" fmla="*/ 2147483647 w 120"/>
                <a:gd name="T17" fmla="*/ 2147483647 h 141"/>
                <a:gd name="T18" fmla="*/ 2147483647 w 120"/>
                <a:gd name="T19" fmla="*/ 2147483647 h 141"/>
                <a:gd name="T20" fmla="*/ 2147483647 w 120"/>
                <a:gd name="T21" fmla="*/ 2147483647 h 141"/>
                <a:gd name="T22" fmla="*/ 0 w 120"/>
                <a:gd name="T23" fmla="*/ 2147483647 h 141"/>
                <a:gd name="T24" fmla="*/ 2147483647 w 120"/>
                <a:gd name="T25" fmla="*/ 2147483647 h 141"/>
                <a:gd name="T26" fmla="*/ 2147483647 w 120"/>
                <a:gd name="T27" fmla="*/ 2147483647 h 141"/>
                <a:gd name="T28" fmla="*/ 2147483647 w 120"/>
                <a:gd name="T29" fmla="*/ 2147483647 h 141"/>
                <a:gd name="T30" fmla="*/ 2147483647 w 120"/>
                <a:gd name="T31" fmla="*/ 2147483647 h 141"/>
                <a:gd name="T32" fmla="*/ 2147483647 w 120"/>
                <a:gd name="T33" fmla="*/ 2147483647 h 141"/>
                <a:gd name="T34" fmla="*/ 2147483647 w 120"/>
                <a:gd name="T35" fmla="*/ 2147483647 h 141"/>
                <a:gd name="T36" fmla="*/ 2147483647 w 120"/>
                <a:gd name="T37" fmla="*/ 2147483647 h 141"/>
                <a:gd name="T38" fmla="*/ 2147483647 w 120"/>
                <a:gd name="T39" fmla="*/ 2147483647 h 141"/>
                <a:gd name="T40" fmla="*/ 2147483647 w 120"/>
                <a:gd name="T41" fmla="*/ 2147483647 h 141"/>
                <a:gd name="T42" fmla="*/ 2147483647 w 120"/>
                <a:gd name="T43" fmla="*/ 2147483647 h 141"/>
                <a:gd name="T44" fmla="*/ 2147483647 w 120"/>
                <a:gd name="T45" fmla="*/ 2147483647 h 141"/>
                <a:gd name="T46" fmla="*/ 2147483647 w 120"/>
                <a:gd name="T47" fmla="*/ 2147483647 h 141"/>
                <a:gd name="T48" fmla="*/ 2147483647 w 120"/>
                <a:gd name="T49" fmla="*/ 2147483647 h 141"/>
                <a:gd name="T50" fmla="*/ 2147483647 w 120"/>
                <a:gd name="T51" fmla="*/ 2147483647 h 141"/>
                <a:gd name="T52" fmla="*/ 2147483647 w 120"/>
                <a:gd name="T53" fmla="*/ 2147483647 h 141"/>
                <a:gd name="T54" fmla="*/ 2147483647 w 120"/>
                <a:gd name="T55" fmla="*/ 2147483647 h 141"/>
                <a:gd name="T56" fmla="*/ 2147483647 w 120"/>
                <a:gd name="T57" fmla="*/ 2147483647 h 141"/>
                <a:gd name="T58" fmla="*/ 2147483647 w 120"/>
                <a:gd name="T59" fmla="*/ 2147483647 h 141"/>
                <a:gd name="T60" fmla="*/ 2147483647 w 120"/>
                <a:gd name="T61" fmla="*/ 2147483647 h 141"/>
                <a:gd name="T62" fmla="*/ 2147483647 w 120"/>
                <a:gd name="T63" fmla="*/ 2147483647 h 141"/>
                <a:gd name="T64" fmla="*/ 2147483647 w 120"/>
                <a:gd name="T65" fmla="*/ 2147483647 h 141"/>
                <a:gd name="T66" fmla="*/ 2147483647 w 120"/>
                <a:gd name="T67" fmla="*/ 2147483647 h 141"/>
                <a:gd name="T68" fmla="*/ 2147483647 w 120"/>
                <a:gd name="T69" fmla="*/ 2147483647 h 141"/>
                <a:gd name="T70" fmla="*/ 2147483647 w 120"/>
                <a:gd name="T71" fmla="*/ 2147483647 h 141"/>
                <a:gd name="T72" fmla="*/ 2147483647 w 120"/>
                <a:gd name="T73" fmla="*/ 2147483647 h 141"/>
                <a:gd name="T74" fmla="*/ 2147483647 w 120"/>
                <a:gd name="T75" fmla="*/ 2147483647 h 141"/>
                <a:gd name="T76" fmla="*/ 2147483647 w 120"/>
                <a:gd name="T77" fmla="*/ 2147483647 h 141"/>
                <a:gd name="T78" fmla="*/ 2147483647 w 120"/>
                <a:gd name="T79" fmla="*/ 2147483647 h 141"/>
                <a:gd name="T80" fmla="*/ 2147483647 w 120"/>
                <a:gd name="T81" fmla="*/ 2147483647 h 141"/>
                <a:gd name="T82" fmla="*/ 2147483647 w 120"/>
                <a:gd name="T83" fmla="*/ 2147483647 h 141"/>
                <a:gd name="T84" fmla="*/ 2147483647 w 120"/>
                <a:gd name="T85" fmla="*/ 2147483647 h 141"/>
                <a:gd name="T86" fmla="*/ 2147483647 w 120"/>
                <a:gd name="T87" fmla="*/ 2147483647 h 141"/>
                <a:gd name="T88" fmla="*/ 2147483647 w 120"/>
                <a:gd name="T89" fmla="*/ 2147483647 h 141"/>
                <a:gd name="T90" fmla="*/ 2147483647 w 120"/>
                <a:gd name="T91" fmla="*/ 2147483647 h 141"/>
                <a:gd name="T92" fmla="*/ 2147483647 w 120"/>
                <a:gd name="T93" fmla="*/ 2147483647 h 141"/>
                <a:gd name="T94" fmla="*/ 2147483647 w 120"/>
                <a:gd name="T95" fmla="*/ 2147483647 h 141"/>
                <a:gd name="T96" fmla="*/ 2147483647 w 120"/>
                <a:gd name="T97" fmla="*/ 2147483647 h 141"/>
                <a:gd name="T98" fmla="*/ 2147483647 w 120"/>
                <a:gd name="T99" fmla="*/ 2147483647 h 141"/>
                <a:gd name="T100" fmla="*/ 2147483647 w 120"/>
                <a:gd name="T101" fmla="*/ 2147483647 h 141"/>
                <a:gd name="T102" fmla="*/ 2147483647 w 120"/>
                <a:gd name="T103" fmla="*/ 2147483647 h 141"/>
                <a:gd name="T104" fmla="*/ 2147483647 w 120"/>
                <a:gd name="T105" fmla="*/ 2147483647 h 141"/>
                <a:gd name="T106" fmla="*/ 2147483647 w 120"/>
                <a:gd name="T107" fmla="*/ 2147483647 h 141"/>
                <a:gd name="T108" fmla="*/ 2147483647 w 120"/>
                <a:gd name="T109" fmla="*/ 2147483647 h 1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0" h="141">
                  <a:moveTo>
                    <a:pt x="56" y="2"/>
                  </a:moveTo>
                  <a:lnTo>
                    <a:pt x="41" y="1"/>
                  </a:lnTo>
                  <a:lnTo>
                    <a:pt x="23" y="0"/>
                  </a:lnTo>
                  <a:lnTo>
                    <a:pt x="23" y="10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9" y="12"/>
                  </a:lnTo>
                  <a:lnTo>
                    <a:pt x="10" y="15"/>
                  </a:lnTo>
                  <a:lnTo>
                    <a:pt x="11" y="25"/>
                  </a:lnTo>
                  <a:lnTo>
                    <a:pt x="13" y="30"/>
                  </a:lnTo>
                  <a:lnTo>
                    <a:pt x="14" y="37"/>
                  </a:lnTo>
                  <a:lnTo>
                    <a:pt x="12" y="53"/>
                  </a:lnTo>
                  <a:lnTo>
                    <a:pt x="11" y="53"/>
                  </a:lnTo>
                  <a:lnTo>
                    <a:pt x="11" y="56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8"/>
                  </a:lnTo>
                  <a:lnTo>
                    <a:pt x="11" y="70"/>
                  </a:lnTo>
                  <a:lnTo>
                    <a:pt x="12" y="72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7"/>
                  </a:lnTo>
                  <a:lnTo>
                    <a:pt x="12" y="78"/>
                  </a:lnTo>
                  <a:lnTo>
                    <a:pt x="10" y="79"/>
                  </a:lnTo>
                  <a:lnTo>
                    <a:pt x="8" y="78"/>
                  </a:lnTo>
                  <a:lnTo>
                    <a:pt x="7" y="78"/>
                  </a:lnTo>
                  <a:lnTo>
                    <a:pt x="4" y="78"/>
                  </a:lnTo>
                  <a:lnTo>
                    <a:pt x="3" y="78"/>
                  </a:lnTo>
                  <a:lnTo>
                    <a:pt x="3" y="77"/>
                  </a:lnTo>
                  <a:lnTo>
                    <a:pt x="2" y="77"/>
                  </a:lnTo>
                  <a:lnTo>
                    <a:pt x="2" y="78"/>
                  </a:lnTo>
                  <a:lnTo>
                    <a:pt x="1" y="78"/>
                  </a:lnTo>
                  <a:lnTo>
                    <a:pt x="0" y="79"/>
                  </a:lnTo>
                  <a:lnTo>
                    <a:pt x="0" y="80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3" y="84"/>
                  </a:lnTo>
                  <a:lnTo>
                    <a:pt x="3" y="85"/>
                  </a:lnTo>
                  <a:lnTo>
                    <a:pt x="4" y="86"/>
                  </a:lnTo>
                  <a:lnTo>
                    <a:pt x="5" y="89"/>
                  </a:lnTo>
                  <a:lnTo>
                    <a:pt x="7" y="92"/>
                  </a:lnTo>
                  <a:lnTo>
                    <a:pt x="7" y="93"/>
                  </a:lnTo>
                  <a:lnTo>
                    <a:pt x="7" y="94"/>
                  </a:lnTo>
                  <a:lnTo>
                    <a:pt x="9" y="95"/>
                  </a:lnTo>
                  <a:lnTo>
                    <a:pt x="9" y="97"/>
                  </a:lnTo>
                  <a:lnTo>
                    <a:pt x="10" y="99"/>
                  </a:lnTo>
                  <a:lnTo>
                    <a:pt x="9" y="100"/>
                  </a:lnTo>
                  <a:lnTo>
                    <a:pt x="8" y="101"/>
                  </a:lnTo>
                  <a:lnTo>
                    <a:pt x="8" y="102"/>
                  </a:lnTo>
                  <a:lnTo>
                    <a:pt x="8" y="104"/>
                  </a:lnTo>
                  <a:lnTo>
                    <a:pt x="9" y="105"/>
                  </a:lnTo>
                  <a:lnTo>
                    <a:pt x="10" y="106"/>
                  </a:lnTo>
                  <a:lnTo>
                    <a:pt x="11" y="107"/>
                  </a:lnTo>
                  <a:lnTo>
                    <a:pt x="13" y="106"/>
                  </a:lnTo>
                  <a:lnTo>
                    <a:pt x="14" y="106"/>
                  </a:lnTo>
                  <a:lnTo>
                    <a:pt x="15" y="106"/>
                  </a:lnTo>
                  <a:lnTo>
                    <a:pt x="16" y="106"/>
                  </a:lnTo>
                  <a:lnTo>
                    <a:pt x="17" y="107"/>
                  </a:lnTo>
                  <a:lnTo>
                    <a:pt x="19" y="108"/>
                  </a:lnTo>
                  <a:lnTo>
                    <a:pt x="20" y="110"/>
                  </a:lnTo>
                  <a:lnTo>
                    <a:pt x="20" y="111"/>
                  </a:lnTo>
                  <a:lnTo>
                    <a:pt x="21" y="113"/>
                  </a:lnTo>
                  <a:lnTo>
                    <a:pt x="21" y="115"/>
                  </a:lnTo>
                  <a:lnTo>
                    <a:pt x="22" y="117"/>
                  </a:lnTo>
                  <a:lnTo>
                    <a:pt x="23" y="121"/>
                  </a:lnTo>
                  <a:lnTo>
                    <a:pt x="23" y="123"/>
                  </a:lnTo>
                  <a:lnTo>
                    <a:pt x="24" y="126"/>
                  </a:lnTo>
                  <a:lnTo>
                    <a:pt x="24" y="127"/>
                  </a:lnTo>
                  <a:lnTo>
                    <a:pt x="25" y="127"/>
                  </a:lnTo>
                  <a:lnTo>
                    <a:pt x="25" y="128"/>
                  </a:lnTo>
                  <a:lnTo>
                    <a:pt x="26" y="128"/>
                  </a:lnTo>
                  <a:lnTo>
                    <a:pt x="29" y="129"/>
                  </a:lnTo>
                  <a:lnTo>
                    <a:pt x="30" y="129"/>
                  </a:lnTo>
                  <a:lnTo>
                    <a:pt x="31" y="129"/>
                  </a:lnTo>
                  <a:lnTo>
                    <a:pt x="32" y="129"/>
                  </a:lnTo>
                  <a:lnTo>
                    <a:pt x="33" y="130"/>
                  </a:lnTo>
                  <a:lnTo>
                    <a:pt x="33" y="133"/>
                  </a:lnTo>
                  <a:lnTo>
                    <a:pt x="33" y="134"/>
                  </a:lnTo>
                  <a:lnTo>
                    <a:pt x="35" y="134"/>
                  </a:lnTo>
                  <a:lnTo>
                    <a:pt x="37" y="137"/>
                  </a:lnTo>
                  <a:lnTo>
                    <a:pt x="37" y="138"/>
                  </a:lnTo>
                  <a:lnTo>
                    <a:pt x="38" y="140"/>
                  </a:lnTo>
                  <a:lnTo>
                    <a:pt x="41" y="140"/>
                  </a:lnTo>
                  <a:lnTo>
                    <a:pt x="43" y="140"/>
                  </a:lnTo>
                  <a:lnTo>
                    <a:pt x="43" y="141"/>
                  </a:lnTo>
                  <a:lnTo>
                    <a:pt x="44" y="141"/>
                  </a:lnTo>
                  <a:lnTo>
                    <a:pt x="47" y="140"/>
                  </a:lnTo>
                  <a:lnTo>
                    <a:pt x="49" y="139"/>
                  </a:lnTo>
                  <a:lnTo>
                    <a:pt x="49" y="133"/>
                  </a:lnTo>
                  <a:lnTo>
                    <a:pt x="50" y="132"/>
                  </a:lnTo>
                  <a:lnTo>
                    <a:pt x="51" y="131"/>
                  </a:lnTo>
                  <a:lnTo>
                    <a:pt x="52" y="130"/>
                  </a:lnTo>
                  <a:lnTo>
                    <a:pt x="52" y="129"/>
                  </a:lnTo>
                  <a:lnTo>
                    <a:pt x="51" y="126"/>
                  </a:lnTo>
                  <a:lnTo>
                    <a:pt x="51" y="125"/>
                  </a:lnTo>
                  <a:lnTo>
                    <a:pt x="52" y="125"/>
                  </a:lnTo>
                  <a:lnTo>
                    <a:pt x="53" y="125"/>
                  </a:lnTo>
                  <a:lnTo>
                    <a:pt x="55" y="125"/>
                  </a:lnTo>
                  <a:lnTo>
                    <a:pt x="56" y="124"/>
                  </a:lnTo>
                  <a:lnTo>
                    <a:pt x="56" y="123"/>
                  </a:lnTo>
                  <a:lnTo>
                    <a:pt x="56" y="120"/>
                  </a:lnTo>
                  <a:lnTo>
                    <a:pt x="57" y="118"/>
                  </a:lnTo>
                  <a:lnTo>
                    <a:pt x="58" y="117"/>
                  </a:lnTo>
                  <a:lnTo>
                    <a:pt x="59" y="117"/>
                  </a:lnTo>
                  <a:lnTo>
                    <a:pt x="60" y="116"/>
                  </a:lnTo>
                  <a:lnTo>
                    <a:pt x="61" y="115"/>
                  </a:lnTo>
                  <a:lnTo>
                    <a:pt x="62" y="116"/>
                  </a:lnTo>
                  <a:lnTo>
                    <a:pt x="64" y="118"/>
                  </a:lnTo>
                  <a:lnTo>
                    <a:pt x="67" y="120"/>
                  </a:lnTo>
                  <a:lnTo>
                    <a:pt x="68" y="120"/>
                  </a:lnTo>
                  <a:lnTo>
                    <a:pt x="69" y="120"/>
                  </a:lnTo>
                  <a:lnTo>
                    <a:pt x="72" y="124"/>
                  </a:lnTo>
                  <a:lnTo>
                    <a:pt x="73" y="124"/>
                  </a:lnTo>
                  <a:lnTo>
                    <a:pt x="75" y="125"/>
                  </a:lnTo>
                  <a:lnTo>
                    <a:pt x="76" y="125"/>
                  </a:lnTo>
                  <a:lnTo>
                    <a:pt x="77" y="124"/>
                  </a:lnTo>
                  <a:lnTo>
                    <a:pt x="79" y="124"/>
                  </a:lnTo>
                  <a:lnTo>
                    <a:pt x="81" y="125"/>
                  </a:lnTo>
                  <a:lnTo>
                    <a:pt x="83" y="124"/>
                  </a:lnTo>
                  <a:lnTo>
                    <a:pt x="84" y="124"/>
                  </a:lnTo>
                  <a:lnTo>
                    <a:pt x="88" y="125"/>
                  </a:lnTo>
                  <a:lnTo>
                    <a:pt x="89" y="127"/>
                  </a:lnTo>
                  <a:lnTo>
                    <a:pt x="91" y="127"/>
                  </a:lnTo>
                  <a:lnTo>
                    <a:pt x="94" y="124"/>
                  </a:lnTo>
                  <a:lnTo>
                    <a:pt x="95" y="121"/>
                  </a:lnTo>
                  <a:lnTo>
                    <a:pt x="98" y="119"/>
                  </a:lnTo>
                  <a:lnTo>
                    <a:pt x="102" y="119"/>
                  </a:lnTo>
                  <a:lnTo>
                    <a:pt x="103" y="120"/>
                  </a:lnTo>
                  <a:lnTo>
                    <a:pt x="109" y="121"/>
                  </a:lnTo>
                  <a:lnTo>
                    <a:pt x="108" y="118"/>
                  </a:lnTo>
                  <a:lnTo>
                    <a:pt x="104" y="100"/>
                  </a:lnTo>
                  <a:lnTo>
                    <a:pt x="103" y="95"/>
                  </a:lnTo>
                  <a:lnTo>
                    <a:pt x="120" y="67"/>
                  </a:lnTo>
                  <a:lnTo>
                    <a:pt x="115" y="66"/>
                  </a:lnTo>
                  <a:lnTo>
                    <a:pt x="112" y="63"/>
                  </a:lnTo>
                  <a:lnTo>
                    <a:pt x="108" y="61"/>
                  </a:lnTo>
                  <a:lnTo>
                    <a:pt x="107" y="60"/>
                  </a:lnTo>
                  <a:lnTo>
                    <a:pt x="103" y="59"/>
                  </a:lnTo>
                  <a:lnTo>
                    <a:pt x="101" y="57"/>
                  </a:lnTo>
                  <a:lnTo>
                    <a:pt x="98" y="54"/>
                  </a:lnTo>
                  <a:lnTo>
                    <a:pt x="93" y="51"/>
                  </a:lnTo>
                  <a:lnTo>
                    <a:pt x="90" y="43"/>
                  </a:lnTo>
                  <a:lnTo>
                    <a:pt x="89" y="37"/>
                  </a:lnTo>
                  <a:lnTo>
                    <a:pt x="86" y="31"/>
                  </a:lnTo>
                  <a:lnTo>
                    <a:pt x="85" y="29"/>
                  </a:lnTo>
                  <a:lnTo>
                    <a:pt x="84" y="28"/>
                  </a:lnTo>
                  <a:lnTo>
                    <a:pt x="77" y="23"/>
                  </a:lnTo>
                  <a:lnTo>
                    <a:pt x="72" y="18"/>
                  </a:lnTo>
                  <a:lnTo>
                    <a:pt x="70" y="16"/>
                  </a:lnTo>
                  <a:lnTo>
                    <a:pt x="66" y="11"/>
                  </a:lnTo>
                  <a:lnTo>
                    <a:pt x="63" y="10"/>
                  </a:lnTo>
                  <a:lnTo>
                    <a:pt x="61" y="8"/>
                  </a:lnTo>
                  <a:lnTo>
                    <a:pt x="58" y="2"/>
                  </a:lnTo>
                  <a:lnTo>
                    <a:pt x="56" y="2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Freeform 19"/>
            <p:cNvSpPr>
              <a:spLocks/>
            </p:cNvSpPr>
            <p:nvPr/>
          </p:nvSpPr>
          <p:spPr bwMode="auto">
            <a:xfrm>
              <a:off x="2674901" y="2204593"/>
              <a:ext cx="360058" cy="503391"/>
            </a:xfrm>
            <a:custGeom>
              <a:avLst/>
              <a:gdLst>
                <a:gd name="T0" fmla="*/ 2147483647 w 47"/>
                <a:gd name="T1" fmla="*/ 2147483647 h 65"/>
                <a:gd name="T2" fmla="*/ 2147483647 w 47"/>
                <a:gd name="T3" fmla="*/ 2147483647 h 65"/>
                <a:gd name="T4" fmla="*/ 2147483647 w 47"/>
                <a:gd name="T5" fmla="*/ 2147483647 h 65"/>
                <a:gd name="T6" fmla="*/ 2147483647 w 47"/>
                <a:gd name="T7" fmla="*/ 2147483647 h 65"/>
                <a:gd name="T8" fmla="*/ 2147483647 w 47"/>
                <a:gd name="T9" fmla="*/ 2147483647 h 65"/>
                <a:gd name="T10" fmla="*/ 2147483647 w 47"/>
                <a:gd name="T11" fmla="*/ 2147483647 h 65"/>
                <a:gd name="T12" fmla="*/ 2147483647 w 47"/>
                <a:gd name="T13" fmla="*/ 2147483647 h 65"/>
                <a:gd name="T14" fmla="*/ 2147483647 w 47"/>
                <a:gd name="T15" fmla="*/ 2147483647 h 65"/>
                <a:gd name="T16" fmla="*/ 2147483647 w 47"/>
                <a:gd name="T17" fmla="*/ 2147483647 h 65"/>
                <a:gd name="T18" fmla="*/ 2147483647 w 47"/>
                <a:gd name="T19" fmla="*/ 2147483647 h 65"/>
                <a:gd name="T20" fmla="*/ 2147483647 w 47"/>
                <a:gd name="T21" fmla="*/ 2147483647 h 65"/>
                <a:gd name="T22" fmla="*/ 2147483647 w 47"/>
                <a:gd name="T23" fmla="*/ 2147483647 h 65"/>
                <a:gd name="T24" fmla="*/ 2147483647 w 47"/>
                <a:gd name="T25" fmla="*/ 2147483647 h 65"/>
                <a:gd name="T26" fmla="*/ 2147483647 w 47"/>
                <a:gd name="T27" fmla="*/ 2147483647 h 65"/>
                <a:gd name="T28" fmla="*/ 2147483647 w 47"/>
                <a:gd name="T29" fmla="*/ 2147483647 h 65"/>
                <a:gd name="T30" fmla="*/ 2147483647 w 47"/>
                <a:gd name="T31" fmla="*/ 2147483647 h 65"/>
                <a:gd name="T32" fmla="*/ 2147483647 w 47"/>
                <a:gd name="T33" fmla="*/ 2147483647 h 65"/>
                <a:gd name="T34" fmla="*/ 2147483647 w 47"/>
                <a:gd name="T35" fmla="*/ 2147483647 h 65"/>
                <a:gd name="T36" fmla="*/ 2147483647 w 47"/>
                <a:gd name="T37" fmla="*/ 2147483647 h 65"/>
                <a:gd name="T38" fmla="*/ 2147483647 w 47"/>
                <a:gd name="T39" fmla="*/ 2147483647 h 65"/>
                <a:gd name="T40" fmla="*/ 2147483647 w 47"/>
                <a:gd name="T41" fmla="*/ 2147483647 h 65"/>
                <a:gd name="T42" fmla="*/ 2147483647 w 47"/>
                <a:gd name="T43" fmla="*/ 2147483647 h 65"/>
                <a:gd name="T44" fmla="*/ 2147483647 w 47"/>
                <a:gd name="T45" fmla="*/ 2147483647 h 65"/>
                <a:gd name="T46" fmla="*/ 2147483647 w 47"/>
                <a:gd name="T47" fmla="*/ 2147483647 h 65"/>
                <a:gd name="T48" fmla="*/ 2147483647 w 47"/>
                <a:gd name="T49" fmla="*/ 2147483647 h 65"/>
                <a:gd name="T50" fmla="*/ 2147483647 w 47"/>
                <a:gd name="T51" fmla="*/ 0 h 65"/>
                <a:gd name="T52" fmla="*/ 2147483647 w 47"/>
                <a:gd name="T53" fmla="*/ 2147483647 h 65"/>
                <a:gd name="T54" fmla="*/ 2147483647 w 47"/>
                <a:gd name="T55" fmla="*/ 2147483647 h 65"/>
                <a:gd name="T56" fmla="*/ 2147483647 w 47"/>
                <a:gd name="T57" fmla="*/ 2147483647 h 65"/>
                <a:gd name="T58" fmla="*/ 2147483647 w 47"/>
                <a:gd name="T59" fmla="*/ 2147483647 h 65"/>
                <a:gd name="T60" fmla="*/ 2147483647 w 47"/>
                <a:gd name="T61" fmla="*/ 2147483647 h 65"/>
                <a:gd name="T62" fmla="*/ 2147483647 w 47"/>
                <a:gd name="T63" fmla="*/ 2147483647 h 65"/>
                <a:gd name="T64" fmla="*/ 2147483647 w 47"/>
                <a:gd name="T65" fmla="*/ 2147483647 h 65"/>
                <a:gd name="T66" fmla="*/ 2147483647 w 47"/>
                <a:gd name="T67" fmla="*/ 2147483647 h 65"/>
                <a:gd name="T68" fmla="*/ 2147483647 w 47"/>
                <a:gd name="T69" fmla="*/ 2147483647 h 65"/>
                <a:gd name="T70" fmla="*/ 2147483647 w 47"/>
                <a:gd name="T71" fmla="*/ 2147483647 h 65"/>
                <a:gd name="T72" fmla="*/ 2147483647 w 47"/>
                <a:gd name="T73" fmla="*/ 2147483647 h 65"/>
                <a:gd name="T74" fmla="*/ 2147483647 w 47"/>
                <a:gd name="T75" fmla="*/ 2147483647 h 65"/>
                <a:gd name="T76" fmla="*/ 2147483647 w 47"/>
                <a:gd name="T77" fmla="*/ 2147483647 h 65"/>
                <a:gd name="T78" fmla="*/ 2147483647 w 47"/>
                <a:gd name="T79" fmla="*/ 2147483647 h 65"/>
                <a:gd name="T80" fmla="*/ 2147483647 w 47"/>
                <a:gd name="T81" fmla="*/ 2147483647 h 65"/>
                <a:gd name="T82" fmla="*/ 2147483647 w 47"/>
                <a:gd name="T83" fmla="*/ 2147483647 h 65"/>
                <a:gd name="T84" fmla="*/ 2147483647 w 47"/>
                <a:gd name="T85" fmla="*/ 2147483647 h 65"/>
                <a:gd name="T86" fmla="*/ 2147483647 w 47"/>
                <a:gd name="T87" fmla="*/ 2147483647 h 65"/>
                <a:gd name="T88" fmla="*/ 2147483647 w 47"/>
                <a:gd name="T89" fmla="*/ 2147483647 h 65"/>
                <a:gd name="T90" fmla="*/ 2147483647 w 47"/>
                <a:gd name="T91" fmla="*/ 2147483647 h 65"/>
                <a:gd name="T92" fmla="*/ 2147483647 w 47"/>
                <a:gd name="T93" fmla="*/ 2147483647 h 65"/>
                <a:gd name="T94" fmla="*/ 2147483647 w 47"/>
                <a:gd name="T95" fmla="*/ 2147483647 h 65"/>
                <a:gd name="T96" fmla="*/ 2147483647 w 47"/>
                <a:gd name="T97" fmla="*/ 2147483647 h 65"/>
                <a:gd name="T98" fmla="*/ 2147483647 w 47"/>
                <a:gd name="T99" fmla="*/ 2147483647 h 65"/>
                <a:gd name="T100" fmla="*/ 2147483647 w 47"/>
                <a:gd name="T101" fmla="*/ 2147483647 h 65"/>
                <a:gd name="T102" fmla="*/ 2147483647 w 47"/>
                <a:gd name="T103" fmla="*/ 2147483647 h 65"/>
                <a:gd name="T104" fmla="*/ 2147483647 w 47"/>
                <a:gd name="T105" fmla="*/ 2147483647 h 65"/>
                <a:gd name="T106" fmla="*/ 2147483647 w 47"/>
                <a:gd name="T107" fmla="*/ 2147483647 h 65"/>
                <a:gd name="T108" fmla="*/ 2147483647 w 47"/>
                <a:gd name="T109" fmla="*/ 2147483647 h 65"/>
                <a:gd name="T110" fmla="*/ 2147483647 w 47"/>
                <a:gd name="T111" fmla="*/ 2147483647 h 65"/>
                <a:gd name="T112" fmla="*/ 2147483647 w 47"/>
                <a:gd name="T113" fmla="*/ 2147483647 h 65"/>
                <a:gd name="T114" fmla="*/ 2147483647 w 47"/>
                <a:gd name="T115" fmla="*/ 2147483647 h 65"/>
                <a:gd name="T116" fmla="*/ 2147483647 w 47"/>
                <a:gd name="T117" fmla="*/ 2147483647 h 65"/>
                <a:gd name="T118" fmla="*/ 2147483647 w 47"/>
                <a:gd name="T119" fmla="*/ 2147483647 h 65"/>
                <a:gd name="T120" fmla="*/ 2147483647 w 47"/>
                <a:gd name="T121" fmla="*/ 2147483647 h 65"/>
                <a:gd name="T122" fmla="*/ 2147483647 w 47"/>
                <a:gd name="T123" fmla="*/ 2147483647 h 6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7" h="65">
                  <a:moveTo>
                    <a:pt x="0" y="55"/>
                  </a:moveTo>
                  <a:lnTo>
                    <a:pt x="0" y="55"/>
                  </a:lnTo>
                  <a:lnTo>
                    <a:pt x="0" y="54"/>
                  </a:lnTo>
                  <a:lnTo>
                    <a:pt x="1" y="54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7" y="53"/>
                  </a:lnTo>
                  <a:lnTo>
                    <a:pt x="7" y="52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9"/>
                  </a:lnTo>
                  <a:lnTo>
                    <a:pt x="8" y="48"/>
                  </a:lnTo>
                  <a:lnTo>
                    <a:pt x="8" y="49"/>
                  </a:lnTo>
                  <a:lnTo>
                    <a:pt x="9" y="49"/>
                  </a:lnTo>
                  <a:lnTo>
                    <a:pt x="9" y="48"/>
                  </a:lnTo>
                  <a:lnTo>
                    <a:pt x="8" y="47"/>
                  </a:lnTo>
                  <a:lnTo>
                    <a:pt x="8" y="46"/>
                  </a:lnTo>
                  <a:lnTo>
                    <a:pt x="8" y="45"/>
                  </a:lnTo>
                  <a:lnTo>
                    <a:pt x="9" y="44"/>
                  </a:lnTo>
                  <a:lnTo>
                    <a:pt x="9" y="43"/>
                  </a:lnTo>
                  <a:lnTo>
                    <a:pt x="9" y="42"/>
                  </a:lnTo>
                  <a:lnTo>
                    <a:pt x="9" y="41"/>
                  </a:lnTo>
                  <a:lnTo>
                    <a:pt x="9" y="40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9" y="36"/>
                  </a:lnTo>
                  <a:lnTo>
                    <a:pt x="10" y="36"/>
                  </a:lnTo>
                  <a:lnTo>
                    <a:pt x="10" y="35"/>
                  </a:lnTo>
                  <a:lnTo>
                    <a:pt x="10" y="34"/>
                  </a:lnTo>
                  <a:lnTo>
                    <a:pt x="10" y="33"/>
                  </a:lnTo>
                  <a:lnTo>
                    <a:pt x="10" y="31"/>
                  </a:lnTo>
                  <a:lnTo>
                    <a:pt x="10" y="30"/>
                  </a:lnTo>
                  <a:lnTo>
                    <a:pt x="11" y="30"/>
                  </a:lnTo>
                  <a:lnTo>
                    <a:pt x="12" y="30"/>
                  </a:lnTo>
                  <a:lnTo>
                    <a:pt x="13" y="30"/>
                  </a:lnTo>
                  <a:lnTo>
                    <a:pt x="13" y="31"/>
                  </a:lnTo>
                  <a:lnTo>
                    <a:pt x="14" y="32"/>
                  </a:lnTo>
                  <a:lnTo>
                    <a:pt x="14" y="33"/>
                  </a:lnTo>
                  <a:lnTo>
                    <a:pt x="15" y="33"/>
                  </a:lnTo>
                  <a:lnTo>
                    <a:pt x="15" y="34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20" y="37"/>
                  </a:lnTo>
                  <a:lnTo>
                    <a:pt x="21" y="36"/>
                  </a:lnTo>
                  <a:lnTo>
                    <a:pt x="22" y="36"/>
                  </a:lnTo>
                  <a:lnTo>
                    <a:pt x="23" y="35"/>
                  </a:lnTo>
                  <a:lnTo>
                    <a:pt x="23" y="36"/>
                  </a:lnTo>
                  <a:lnTo>
                    <a:pt x="24" y="36"/>
                  </a:lnTo>
                  <a:lnTo>
                    <a:pt x="25" y="36"/>
                  </a:lnTo>
                  <a:lnTo>
                    <a:pt x="25" y="35"/>
                  </a:lnTo>
                  <a:lnTo>
                    <a:pt x="26" y="35"/>
                  </a:lnTo>
                  <a:lnTo>
                    <a:pt x="26" y="34"/>
                  </a:lnTo>
                  <a:lnTo>
                    <a:pt x="27" y="34"/>
                  </a:lnTo>
                  <a:lnTo>
                    <a:pt x="28" y="34"/>
                  </a:lnTo>
                  <a:lnTo>
                    <a:pt x="29" y="34"/>
                  </a:lnTo>
                  <a:lnTo>
                    <a:pt x="30" y="34"/>
                  </a:lnTo>
                  <a:lnTo>
                    <a:pt x="30" y="33"/>
                  </a:lnTo>
                  <a:lnTo>
                    <a:pt x="30" y="32"/>
                  </a:lnTo>
                  <a:lnTo>
                    <a:pt x="29" y="32"/>
                  </a:lnTo>
                  <a:lnTo>
                    <a:pt x="28" y="31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6" y="30"/>
                  </a:lnTo>
                  <a:lnTo>
                    <a:pt x="25" y="30"/>
                  </a:lnTo>
                  <a:lnTo>
                    <a:pt x="25" y="29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4" y="27"/>
                  </a:lnTo>
                  <a:lnTo>
                    <a:pt x="23" y="27"/>
                  </a:lnTo>
                  <a:lnTo>
                    <a:pt x="22" y="26"/>
                  </a:lnTo>
                  <a:lnTo>
                    <a:pt x="21" y="26"/>
                  </a:lnTo>
                  <a:lnTo>
                    <a:pt x="20" y="26"/>
                  </a:lnTo>
                  <a:lnTo>
                    <a:pt x="19" y="25"/>
                  </a:lnTo>
                  <a:lnTo>
                    <a:pt x="19" y="24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21" y="19"/>
                  </a:lnTo>
                  <a:lnTo>
                    <a:pt x="21" y="18"/>
                  </a:lnTo>
                  <a:lnTo>
                    <a:pt x="21" y="17"/>
                  </a:lnTo>
                  <a:lnTo>
                    <a:pt x="21" y="16"/>
                  </a:lnTo>
                  <a:lnTo>
                    <a:pt x="22" y="16"/>
                  </a:lnTo>
                  <a:lnTo>
                    <a:pt x="22" y="14"/>
                  </a:lnTo>
                  <a:lnTo>
                    <a:pt x="20" y="13"/>
                  </a:lnTo>
                  <a:lnTo>
                    <a:pt x="19" y="12"/>
                  </a:lnTo>
                  <a:lnTo>
                    <a:pt x="19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2" y="11"/>
                  </a:lnTo>
                  <a:lnTo>
                    <a:pt x="23" y="9"/>
                  </a:lnTo>
                  <a:lnTo>
                    <a:pt x="25" y="8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7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28" y="1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1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2" y="5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7"/>
                  </a:lnTo>
                  <a:lnTo>
                    <a:pt x="34" y="8"/>
                  </a:lnTo>
                  <a:lnTo>
                    <a:pt x="33" y="8"/>
                  </a:lnTo>
                  <a:lnTo>
                    <a:pt x="32" y="9"/>
                  </a:lnTo>
                  <a:lnTo>
                    <a:pt x="32" y="8"/>
                  </a:lnTo>
                  <a:lnTo>
                    <a:pt x="31" y="8"/>
                  </a:lnTo>
                  <a:lnTo>
                    <a:pt x="30" y="9"/>
                  </a:lnTo>
                  <a:lnTo>
                    <a:pt x="30" y="15"/>
                  </a:lnTo>
                  <a:lnTo>
                    <a:pt x="31" y="15"/>
                  </a:lnTo>
                  <a:lnTo>
                    <a:pt x="31" y="16"/>
                  </a:lnTo>
                  <a:lnTo>
                    <a:pt x="32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4" y="17"/>
                  </a:lnTo>
                  <a:lnTo>
                    <a:pt x="35" y="16"/>
                  </a:lnTo>
                  <a:lnTo>
                    <a:pt x="36" y="16"/>
                  </a:lnTo>
                  <a:lnTo>
                    <a:pt x="36" y="15"/>
                  </a:lnTo>
                  <a:lnTo>
                    <a:pt x="37" y="14"/>
                  </a:lnTo>
                  <a:lnTo>
                    <a:pt x="38" y="14"/>
                  </a:lnTo>
                  <a:lnTo>
                    <a:pt x="38" y="15"/>
                  </a:lnTo>
                  <a:lnTo>
                    <a:pt x="39" y="15"/>
                  </a:lnTo>
                  <a:lnTo>
                    <a:pt x="39" y="16"/>
                  </a:lnTo>
                  <a:lnTo>
                    <a:pt x="42" y="17"/>
                  </a:lnTo>
                  <a:lnTo>
                    <a:pt x="43" y="17"/>
                  </a:lnTo>
                  <a:lnTo>
                    <a:pt x="43" y="18"/>
                  </a:lnTo>
                  <a:lnTo>
                    <a:pt x="42" y="18"/>
                  </a:lnTo>
                  <a:lnTo>
                    <a:pt x="42" y="19"/>
                  </a:lnTo>
                  <a:lnTo>
                    <a:pt x="41" y="19"/>
                  </a:lnTo>
                  <a:lnTo>
                    <a:pt x="41" y="20"/>
                  </a:lnTo>
                  <a:lnTo>
                    <a:pt x="40" y="20"/>
                  </a:lnTo>
                  <a:lnTo>
                    <a:pt x="39" y="21"/>
                  </a:lnTo>
                  <a:lnTo>
                    <a:pt x="39" y="23"/>
                  </a:lnTo>
                  <a:lnTo>
                    <a:pt x="38" y="25"/>
                  </a:lnTo>
                  <a:lnTo>
                    <a:pt x="38" y="26"/>
                  </a:lnTo>
                  <a:lnTo>
                    <a:pt x="37" y="27"/>
                  </a:lnTo>
                  <a:lnTo>
                    <a:pt x="37" y="28"/>
                  </a:lnTo>
                  <a:lnTo>
                    <a:pt x="36" y="28"/>
                  </a:lnTo>
                  <a:lnTo>
                    <a:pt x="36" y="29"/>
                  </a:lnTo>
                  <a:lnTo>
                    <a:pt x="36" y="30"/>
                  </a:lnTo>
                  <a:lnTo>
                    <a:pt x="37" y="31"/>
                  </a:lnTo>
                  <a:lnTo>
                    <a:pt x="36" y="32"/>
                  </a:lnTo>
                  <a:lnTo>
                    <a:pt x="36" y="33"/>
                  </a:lnTo>
                  <a:lnTo>
                    <a:pt x="37" y="33"/>
                  </a:lnTo>
                  <a:lnTo>
                    <a:pt x="38" y="33"/>
                  </a:lnTo>
                  <a:lnTo>
                    <a:pt x="38" y="34"/>
                  </a:lnTo>
                  <a:lnTo>
                    <a:pt x="39" y="34"/>
                  </a:lnTo>
                  <a:lnTo>
                    <a:pt x="40" y="34"/>
                  </a:lnTo>
                  <a:lnTo>
                    <a:pt x="41" y="35"/>
                  </a:lnTo>
                  <a:lnTo>
                    <a:pt x="42" y="35"/>
                  </a:lnTo>
                  <a:lnTo>
                    <a:pt x="43" y="35"/>
                  </a:lnTo>
                  <a:lnTo>
                    <a:pt x="44" y="35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3" y="38"/>
                  </a:lnTo>
                  <a:lnTo>
                    <a:pt x="41" y="38"/>
                  </a:lnTo>
                  <a:lnTo>
                    <a:pt x="40" y="38"/>
                  </a:lnTo>
                  <a:lnTo>
                    <a:pt x="39" y="38"/>
                  </a:lnTo>
                  <a:lnTo>
                    <a:pt x="38" y="38"/>
                  </a:lnTo>
                  <a:lnTo>
                    <a:pt x="38" y="39"/>
                  </a:lnTo>
                  <a:lnTo>
                    <a:pt x="38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8"/>
                  </a:lnTo>
                  <a:lnTo>
                    <a:pt x="36" y="48"/>
                  </a:lnTo>
                  <a:lnTo>
                    <a:pt x="37" y="48"/>
                  </a:lnTo>
                  <a:lnTo>
                    <a:pt x="37" y="49"/>
                  </a:lnTo>
                  <a:lnTo>
                    <a:pt x="38" y="49"/>
                  </a:lnTo>
                  <a:lnTo>
                    <a:pt x="39" y="49"/>
                  </a:lnTo>
                  <a:lnTo>
                    <a:pt x="40" y="50"/>
                  </a:lnTo>
                  <a:lnTo>
                    <a:pt x="40" y="51"/>
                  </a:lnTo>
                  <a:lnTo>
                    <a:pt x="40" y="52"/>
                  </a:lnTo>
                  <a:lnTo>
                    <a:pt x="41" y="53"/>
                  </a:lnTo>
                  <a:lnTo>
                    <a:pt x="42" y="53"/>
                  </a:lnTo>
                  <a:lnTo>
                    <a:pt x="43" y="53"/>
                  </a:lnTo>
                  <a:lnTo>
                    <a:pt x="44" y="53"/>
                  </a:lnTo>
                  <a:lnTo>
                    <a:pt x="45" y="52"/>
                  </a:lnTo>
                  <a:lnTo>
                    <a:pt x="46" y="52"/>
                  </a:lnTo>
                  <a:lnTo>
                    <a:pt x="46" y="53"/>
                  </a:lnTo>
                  <a:lnTo>
                    <a:pt x="47" y="54"/>
                  </a:lnTo>
                  <a:lnTo>
                    <a:pt x="47" y="56"/>
                  </a:lnTo>
                  <a:lnTo>
                    <a:pt x="46" y="56"/>
                  </a:lnTo>
                  <a:lnTo>
                    <a:pt x="46" y="57"/>
                  </a:lnTo>
                  <a:lnTo>
                    <a:pt x="45" y="57"/>
                  </a:lnTo>
                  <a:lnTo>
                    <a:pt x="44" y="57"/>
                  </a:lnTo>
                  <a:lnTo>
                    <a:pt x="43" y="58"/>
                  </a:lnTo>
                  <a:lnTo>
                    <a:pt x="42" y="58"/>
                  </a:lnTo>
                  <a:lnTo>
                    <a:pt x="41" y="59"/>
                  </a:lnTo>
                  <a:lnTo>
                    <a:pt x="40" y="59"/>
                  </a:lnTo>
                  <a:lnTo>
                    <a:pt x="39" y="58"/>
                  </a:lnTo>
                  <a:lnTo>
                    <a:pt x="38" y="58"/>
                  </a:lnTo>
                  <a:lnTo>
                    <a:pt x="37" y="59"/>
                  </a:lnTo>
                  <a:lnTo>
                    <a:pt x="36" y="59"/>
                  </a:lnTo>
                  <a:lnTo>
                    <a:pt x="35" y="59"/>
                  </a:lnTo>
                  <a:lnTo>
                    <a:pt x="35" y="60"/>
                  </a:lnTo>
                  <a:lnTo>
                    <a:pt x="34" y="60"/>
                  </a:lnTo>
                  <a:lnTo>
                    <a:pt x="33" y="61"/>
                  </a:lnTo>
                  <a:lnTo>
                    <a:pt x="33" y="62"/>
                  </a:lnTo>
                  <a:lnTo>
                    <a:pt x="33" y="63"/>
                  </a:lnTo>
                  <a:lnTo>
                    <a:pt x="32" y="63"/>
                  </a:lnTo>
                  <a:lnTo>
                    <a:pt x="32" y="62"/>
                  </a:lnTo>
                  <a:lnTo>
                    <a:pt x="32" y="61"/>
                  </a:lnTo>
                  <a:lnTo>
                    <a:pt x="32" y="62"/>
                  </a:lnTo>
                  <a:lnTo>
                    <a:pt x="31" y="62"/>
                  </a:lnTo>
                  <a:lnTo>
                    <a:pt x="30" y="60"/>
                  </a:lnTo>
                  <a:lnTo>
                    <a:pt x="29" y="58"/>
                  </a:lnTo>
                  <a:lnTo>
                    <a:pt x="29" y="56"/>
                  </a:lnTo>
                  <a:lnTo>
                    <a:pt x="28" y="55"/>
                  </a:lnTo>
                  <a:lnTo>
                    <a:pt x="27" y="56"/>
                  </a:lnTo>
                  <a:lnTo>
                    <a:pt x="26" y="56"/>
                  </a:lnTo>
                  <a:lnTo>
                    <a:pt x="26" y="57"/>
                  </a:lnTo>
                  <a:lnTo>
                    <a:pt x="25" y="57"/>
                  </a:lnTo>
                  <a:lnTo>
                    <a:pt x="24" y="60"/>
                  </a:lnTo>
                  <a:lnTo>
                    <a:pt x="24" y="61"/>
                  </a:lnTo>
                  <a:lnTo>
                    <a:pt x="25" y="62"/>
                  </a:lnTo>
                  <a:lnTo>
                    <a:pt x="25" y="63"/>
                  </a:lnTo>
                  <a:lnTo>
                    <a:pt x="24" y="64"/>
                  </a:lnTo>
                  <a:lnTo>
                    <a:pt x="23" y="64"/>
                  </a:lnTo>
                  <a:lnTo>
                    <a:pt x="22" y="63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2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3"/>
                  </a:lnTo>
                  <a:lnTo>
                    <a:pt x="16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4" y="64"/>
                  </a:lnTo>
                  <a:lnTo>
                    <a:pt x="13" y="64"/>
                  </a:lnTo>
                  <a:lnTo>
                    <a:pt x="12" y="64"/>
                  </a:lnTo>
                  <a:lnTo>
                    <a:pt x="11" y="63"/>
                  </a:lnTo>
                  <a:lnTo>
                    <a:pt x="10" y="62"/>
                  </a:lnTo>
                  <a:lnTo>
                    <a:pt x="9" y="62"/>
                  </a:lnTo>
                  <a:lnTo>
                    <a:pt x="8" y="62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3" y="59"/>
                  </a:lnTo>
                  <a:lnTo>
                    <a:pt x="3" y="58"/>
                  </a:lnTo>
                  <a:lnTo>
                    <a:pt x="2" y="57"/>
                  </a:lnTo>
                  <a:lnTo>
                    <a:pt x="1" y="5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Freeform 20"/>
            <p:cNvSpPr>
              <a:spLocks/>
            </p:cNvSpPr>
            <p:nvPr/>
          </p:nvSpPr>
          <p:spPr bwMode="auto">
            <a:xfrm>
              <a:off x="1846256" y="1440472"/>
              <a:ext cx="543918" cy="712491"/>
            </a:xfrm>
            <a:custGeom>
              <a:avLst/>
              <a:gdLst>
                <a:gd name="T0" fmla="*/ 2147483647 w 71"/>
                <a:gd name="T1" fmla="*/ 2147483647 h 92"/>
                <a:gd name="T2" fmla="*/ 2147483647 w 71"/>
                <a:gd name="T3" fmla="*/ 2147483647 h 92"/>
                <a:gd name="T4" fmla="*/ 2147483647 w 71"/>
                <a:gd name="T5" fmla="*/ 2147483647 h 92"/>
                <a:gd name="T6" fmla="*/ 2147483647 w 71"/>
                <a:gd name="T7" fmla="*/ 2147483647 h 92"/>
                <a:gd name="T8" fmla="*/ 2147483647 w 71"/>
                <a:gd name="T9" fmla="*/ 2147483647 h 92"/>
                <a:gd name="T10" fmla="*/ 2147483647 w 71"/>
                <a:gd name="T11" fmla="*/ 2147483647 h 92"/>
                <a:gd name="T12" fmla="*/ 2147483647 w 71"/>
                <a:gd name="T13" fmla="*/ 2147483647 h 92"/>
                <a:gd name="T14" fmla="*/ 2147483647 w 71"/>
                <a:gd name="T15" fmla="*/ 2147483647 h 92"/>
                <a:gd name="T16" fmla="*/ 2147483647 w 71"/>
                <a:gd name="T17" fmla="*/ 2147483647 h 92"/>
                <a:gd name="T18" fmla="*/ 2147483647 w 71"/>
                <a:gd name="T19" fmla="*/ 2147483647 h 92"/>
                <a:gd name="T20" fmla="*/ 2147483647 w 71"/>
                <a:gd name="T21" fmla="*/ 2147483647 h 92"/>
                <a:gd name="T22" fmla="*/ 2147483647 w 71"/>
                <a:gd name="T23" fmla="*/ 2147483647 h 92"/>
                <a:gd name="T24" fmla="*/ 2147483647 w 71"/>
                <a:gd name="T25" fmla="*/ 2147483647 h 92"/>
                <a:gd name="T26" fmla="*/ 2147483647 w 71"/>
                <a:gd name="T27" fmla="*/ 2147483647 h 92"/>
                <a:gd name="T28" fmla="*/ 2147483647 w 71"/>
                <a:gd name="T29" fmla="*/ 2147483647 h 92"/>
                <a:gd name="T30" fmla="*/ 2147483647 w 71"/>
                <a:gd name="T31" fmla="*/ 2147483647 h 92"/>
                <a:gd name="T32" fmla="*/ 2147483647 w 71"/>
                <a:gd name="T33" fmla="*/ 2147483647 h 92"/>
                <a:gd name="T34" fmla="*/ 2147483647 w 71"/>
                <a:gd name="T35" fmla="*/ 2147483647 h 92"/>
                <a:gd name="T36" fmla="*/ 2147483647 w 71"/>
                <a:gd name="T37" fmla="*/ 2147483647 h 92"/>
                <a:gd name="T38" fmla="*/ 2147483647 w 71"/>
                <a:gd name="T39" fmla="*/ 2147483647 h 92"/>
                <a:gd name="T40" fmla="*/ 2147483647 w 71"/>
                <a:gd name="T41" fmla="*/ 2147483647 h 92"/>
                <a:gd name="T42" fmla="*/ 2147483647 w 71"/>
                <a:gd name="T43" fmla="*/ 2147483647 h 92"/>
                <a:gd name="T44" fmla="*/ 2147483647 w 71"/>
                <a:gd name="T45" fmla="*/ 2147483647 h 92"/>
                <a:gd name="T46" fmla="*/ 2147483647 w 71"/>
                <a:gd name="T47" fmla="*/ 2147483647 h 92"/>
                <a:gd name="T48" fmla="*/ 2147483647 w 71"/>
                <a:gd name="T49" fmla="*/ 2147483647 h 92"/>
                <a:gd name="T50" fmla="*/ 2147483647 w 71"/>
                <a:gd name="T51" fmla="*/ 2147483647 h 92"/>
                <a:gd name="T52" fmla="*/ 2147483647 w 71"/>
                <a:gd name="T53" fmla="*/ 2147483647 h 92"/>
                <a:gd name="T54" fmla="*/ 2147483647 w 71"/>
                <a:gd name="T55" fmla="*/ 2147483647 h 92"/>
                <a:gd name="T56" fmla="*/ 2147483647 w 71"/>
                <a:gd name="T57" fmla="*/ 2147483647 h 92"/>
                <a:gd name="T58" fmla="*/ 2147483647 w 71"/>
                <a:gd name="T59" fmla="*/ 2147483647 h 92"/>
                <a:gd name="T60" fmla="*/ 2147483647 w 71"/>
                <a:gd name="T61" fmla="*/ 2147483647 h 92"/>
                <a:gd name="T62" fmla="*/ 2147483647 w 71"/>
                <a:gd name="T63" fmla="*/ 2147483647 h 92"/>
                <a:gd name="T64" fmla="*/ 2147483647 w 71"/>
                <a:gd name="T65" fmla="*/ 2147483647 h 92"/>
                <a:gd name="T66" fmla="*/ 2147483647 w 71"/>
                <a:gd name="T67" fmla="*/ 2147483647 h 92"/>
                <a:gd name="T68" fmla="*/ 2147483647 w 71"/>
                <a:gd name="T69" fmla="*/ 2147483647 h 92"/>
                <a:gd name="T70" fmla="*/ 2147483647 w 71"/>
                <a:gd name="T71" fmla="*/ 2147483647 h 92"/>
                <a:gd name="T72" fmla="*/ 2147483647 w 71"/>
                <a:gd name="T73" fmla="*/ 2147483647 h 92"/>
                <a:gd name="T74" fmla="*/ 2147483647 w 71"/>
                <a:gd name="T75" fmla="*/ 2147483647 h 92"/>
                <a:gd name="T76" fmla="*/ 2147483647 w 71"/>
                <a:gd name="T77" fmla="*/ 2147483647 h 92"/>
                <a:gd name="T78" fmla="*/ 2147483647 w 71"/>
                <a:gd name="T79" fmla="*/ 2147483647 h 92"/>
                <a:gd name="T80" fmla="*/ 2147483647 w 71"/>
                <a:gd name="T81" fmla="*/ 2147483647 h 92"/>
                <a:gd name="T82" fmla="*/ 2147483647 w 71"/>
                <a:gd name="T83" fmla="*/ 2147483647 h 92"/>
                <a:gd name="T84" fmla="*/ 2147483647 w 71"/>
                <a:gd name="T85" fmla="*/ 2147483647 h 92"/>
                <a:gd name="T86" fmla="*/ 2147483647 w 71"/>
                <a:gd name="T87" fmla="*/ 2147483647 h 92"/>
                <a:gd name="T88" fmla="*/ 2147483647 w 71"/>
                <a:gd name="T89" fmla="*/ 2147483647 h 92"/>
                <a:gd name="T90" fmla="*/ 2147483647 w 71"/>
                <a:gd name="T91" fmla="*/ 2147483647 h 92"/>
                <a:gd name="T92" fmla="*/ 2147483647 w 71"/>
                <a:gd name="T93" fmla="*/ 2147483647 h 92"/>
                <a:gd name="T94" fmla="*/ 2147483647 w 71"/>
                <a:gd name="T95" fmla="*/ 2147483647 h 92"/>
                <a:gd name="T96" fmla="*/ 2147483647 w 71"/>
                <a:gd name="T97" fmla="*/ 2147483647 h 92"/>
                <a:gd name="T98" fmla="*/ 2147483647 w 71"/>
                <a:gd name="T99" fmla="*/ 2147483647 h 92"/>
                <a:gd name="T100" fmla="*/ 2147483647 w 71"/>
                <a:gd name="T101" fmla="*/ 2147483647 h 92"/>
                <a:gd name="T102" fmla="*/ 2147483647 w 71"/>
                <a:gd name="T103" fmla="*/ 2147483647 h 92"/>
                <a:gd name="T104" fmla="*/ 2147483647 w 71"/>
                <a:gd name="T105" fmla="*/ 2147483647 h 92"/>
                <a:gd name="T106" fmla="*/ 2147483647 w 71"/>
                <a:gd name="T107" fmla="*/ 2147483647 h 92"/>
                <a:gd name="T108" fmla="*/ 2147483647 w 71"/>
                <a:gd name="T109" fmla="*/ 2147483647 h 92"/>
                <a:gd name="T110" fmla="*/ 2147483647 w 71"/>
                <a:gd name="T111" fmla="*/ 2147483647 h 92"/>
                <a:gd name="T112" fmla="*/ 2147483647 w 71"/>
                <a:gd name="T113" fmla="*/ 2147483647 h 92"/>
                <a:gd name="T114" fmla="*/ 2147483647 w 71"/>
                <a:gd name="T115" fmla="*/ 2147483647 h 92"/>
                <a:gd name="T116" fmla="*/ 2147483647 w 71"/>
                <a:gd name="T117" fmla="*/ 2147483647 h 92"/>
                <a:gd name="T118" fmla="*/ 2147483647 w 71"/>
                <a:gd name="T119" fmla="*/ 2147483647 h 92"/>
                <a:gd name="T120" fmla="*/ 2147483647 w 71"/>
                <a:gd name="T121" fmla="*/ 2147483647 h 9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" h="92">
                  <a:moveTo>
                    <a:pt x="0" y="57"/>
                  </a:moveTo>
                  <a:lnTo>
                    <a:pt x="0" y="59"/>
                  </a:lnTo>
                  <a:lnTo>
                    <a:pt x="1" y="61"/>
                  </a:lnTo>
                  <a:lnTo>
                    <a:pt x="6" y="61"/>
                  </a:lnTo>
                  <a:lnTo>
                    <a:pt x="7" y="62"/>
                  </a:lnTo>
                  <a:lnTo>
                    <a:pt x="7" y="60"/>
                  </a:lnTo>
                  <a:lnTo>
                    <a:pt x="5" y="59"/>
                  </a:lnTo>
                  <a:lnTo>
                    <a:pt x="5" y="54"/>
                  </a:lnTo>
                  <a:lnTo>
                    <a:pt x="11" y="55"/>
                  </a:lnTo>
                  <a:lnTo>
                    <a:pt x="10" y="58"/>
                  </a:lnTo>
                  <a:lnTo>
                    <a:pt x="9" y="59"/>
                  </a:lnTo>
                  <a:lnTo>
                    <a:pt x="9" y="61"/>
                  </a:lnTo>
                  <a:lnTo>
                    <a:pt x="8" y="61"/>
                  </a:lnTo>
                  <a:lnTo>
                    <a:pt x="9" y="62"/>
                  </a:lnTo>
                  <a:lnTo>
                    <a:pt x="8" y="67"/>
                  </a:lnTo>
                  <a:lnTo>
                    <a:pt x="9" y="66"/>
                  </a:lnTo>
                  <a:lnTo>
                    <a:pt x="10" y="64"/>
                  </a:lnTo>
                  <a:lnTo>
                    <a:pt x="10" y="63"/>
                  </a:lnTo>
                  <a:lnTo>
                    <a:pt x="10" y="62"/>
                  </a:lnTo>
                  <a:lnTo>
                    <a:pt x="11" y="58"/>
                  </a:lnTo>
                  <a:lnTo>
                    <a:pt x="12" y="59"/>
                  </a:lnTo>
                  <a:lnTo>
                    <a:pt x="14" y="59"/>
                  </a:lnTo>
                  <a:lnTo>
                    <a:pt x="14" y="60"/>
                  </a:lnTo>
                  <a:lnTo>
                    <a:pt x="14" y="62"/>
                  </a:lnTo>
                  <a:lnTo>
                    <a:pt x="12" y="66"/>
                  </a:lnTo>
                  <a:lnTo>
                    <a:pt x="12" y="69"/>
                  </a:lnTo>
                  <a:lnTo>
                    <a:pt x="15" y="69"/>
                  </a:lnTo>
                  <a:lnTo>
                    <a:pt x="16" y="69"/>
                  </a:lnTo>
                  <a:lnTo>
                    <a:pt x="16" y="68"/>
                  </a:lnTo>
                  <a:lnTo>
                    <a:pt x="17" y="67"/>
                  </a:lnTo>
                  <a:lnTo>
                    <a:pt x="17" y="66"/>
                  </a:lnTo>
                  <a:lnTo>
                    <a:pt x="17" y="65"/>
                  </a:lnTo>
                  <a:lnTo>
                    <a:pt x="17" y="64"/>
                  </a:lnTo>
                  <a:lnTo>
                    <a:pt x="18" y="62"/>
                  </a:lnTo>
                  <a:lnTo>
                    <a:pt x="19" y="62"/>
                  </a:lnTo>
                  <a:lnTo>
                    <a:pt x="21" y="62"/>
                  </a:lnTo>
                  <a:lnTo>
                    <a:pt x="22" y="62"/>
                  </a:lnTo>
                  <a:lnTo>
                    <a:pt x="23" y="62"/>
                  </a:lnTo>
                  <a:lnTo>
                    <a:pt x="24" y="63"/>
                  </a:lnTo>
                  <a:lnTo>
                    <a:pt x="24" y="64"/>
                  </a:lnTo>
                  <a:lnTo>
                    <a:pt x="24" y="66"/>
                  </a:lnTo>
                  <a:lnTo>
                    <a:pt x="22" y="68"/>
                  </a:lnTo>
                  <a:lnTo>
                    <a:pt x="22" y="70"/>
                  </a:lnTo>
                  <a:lnTo>
                    <a:pt x="22" y="71"/>
                  </a:lnTo>
                  <a:lnTo>
                    <a:pt x="22" y="72"/>
                  </a:lnTo>
                  <a:lnTo>
                    <a:pt x="21" y="73"/>
                  </a:lnTo>
                  <a:lnTo>
                    <a:pt x="20" y="73"/>
                  </a:lnTo>
                  <a:lnTo>
                    <a:pt x="18" y="74"/>
                  </a:lnTo>
                  <a:lnTo>
                    <a:pt x="16" y="76"/>
                  </a:lnTo>
                  <a:lnTo>
                    <a:pt x="15" y="76"/>
                  </a:lnTo>
                  <a:lnTo>
                    <a:pt x="14" y="75"/>
                  </a:lnTo>
                  <a:lnTo>
                    <a:pt x="13" y="76"/>
                  </a:lnTo>
                  <a:lnTo>
                    <a:pt x="14" y="78"/>
                  </a:lnTo>
                  <a:lnTo>
                    <a:pt x="13" y="78"/>
                  </a:lnTo>
                  <a:lnTo>
                    <a:pt x="13" y="79"/>
                  </a:lnTo>
                  <a:lnTo>
                    <a:pt x="13" y="80"/>
                  </a:lnTo>
                  <a:lnTo>
                    <a:pt x="13" y="81"/>
                  </a:lnTo>
                  <a:lnTo>
                    <a:pt x="14" y="81"/>
                  </a:lnTo>
                  <a:lnTo>
                    <a:pt x="12" y="82"/>
                  </a:lnTo>
                  <a:lnTo>
                    <a:pt x="12" y="83"/>
                  </a:lnTo>
                  <a:lnTo>
                    <a:pt x="11" y="83"/>
                  </a:lnTo>
                  <a:lnTo>
                    <a:pt x="10" y="83"/>
                  </a:lnTo>
                  <a:lnTo>
                    <a:pt x="10" y="84"/>
                  </a:lnTo>
                  <a:lnTo>
                    <a:pt x="10" y="85"/>
                  </a:lnTo>
                  <a:lnTo>
                    <a:pt x="9" y="88"/>
                  </a:lnTo>
                  <a:lnTo>
                    <a:pt x="10" y="89"/>
                  </a:lnTo>
                  <a:lnTo>
                    <a:pt x="13" y="89"/>
                  </a:lnTo>
                  <a:lnTo>
                    <a:pt x="13" y="90"/>
                  </a:lnTo>
                  <a:lnTo>
                    <a:pt x="14" y="90"/>
                  </a:lnTo>
                  <a:lnTo>
                    <a:pt x="19" y="91"/>
                  </a:lnTo>
                  <a:lnTo>
                    <a:pt x="19" y="92"/>
                  </a:lnTo>
                  <a:lnTo>
                    <a:pt x="22" y="92"/>
                  </a:lnTo>
                  <a:lnTo>
                    <a:pt x="23" y="91"/>
                  </a:lnTo>
                  <a:lnTo>
                    <a:pt x="25" y="92"/>
                  </a:lnTo>
                  <a:lnTo>
                    <a:pt x="26" y="92"/>
                  </a:lnTo>
                  <a:lnTo>
                    <a:pt x="26" y="91"/>
                  </a:lnTo>
                  <a:lnTo>
                    <a:pt x="26" y="89"/>
                  </a:lnTo>
                  <a:lnTo>
                    <a:pt x="26" y="88"/>
                  </a:lnTo>
                  <a:lnTo>
                    <a:pt x="28" y="88"/>
                  </a:lnTo>
                  <a:lnTo>
                    <a:pt x="30" y="88"/>
                  </a:lnTo>
                  <a:lnTo>
                    <a:pt x="31" y="88"/>
                  </a:lnTo>
                  <a:lnTo>
                    <a:pt x="31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4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5" y="87"/>
                  </a:lnTo>
                  <a:lnTo>
                    <a:pt x="35" y="85"/>
                  </a:lnTo>
                  <a:lnTo>
                    <a:pt x="35" y="83"/>
                  </a:lnTo>
                  <a:lnTo>
                    <a:pt x="34" y="82"/>
                  </a:lnTo>
                  <a:lnTo>
                    <a:pt x="33" y="81"/>
                  </a:lnTo>
                  <a:lnTo>
                    <a:pt x="32" y="80"/>
                  </a:lnTo>
                  <a:lnTo>
                    <a:pt x="31" y="80"/>
                  </a:lnTo>
                  <a:lnTo>
                    <a:pt x="29" y="78"/>
                  </a:lnTo>
                  <a:lnTo>
                    <a:pt x="29" y="77"/>
                  </a:lnTo>
                  <a:lnTo>
                    <a:pt x="29" y="74"/>
                  </a:lnTo>
                  <a:lnTo>
                    <a:pt x="29" y="72"/>
                  </a:lnTo>
                  <a:lnTo>
                    <a:pt x="30" y="71"/>
                  </a:lnTo>
                  <a:lnTo>
                    <a:pt x="31" y="70"/>
                  </a:lnTo>
                  <a:lnTo>
                    <a:pt x="33" y="68"/>
                  </a:lnTo>
                  <a:lnTo>
                    <a:pt x="35" y="68"/>
                  </a:lnTo>
                  <a:lnTo>
                    <a:pt x="35" y="67"/>
                  </a:lnTo>
                  <a:lnTo>
                    <a:pt x="36" y="65"/>
                  </a:lnTo>
                  <a:lnTo>
                    <a:pt x="37" y="66"/>
                  </a:lnTo>
                  <a:lnTo>
                    <a:pt x="38" y="65"/>
                  </a:lnTo>
                  <a:lnTo>
                    <a:pt x="39" y="64"/>
                  </a:lnTo>
                  <a:lnTo>
                    <a:pt x="40" y="64"/>
                  </a:lnTo>
                  <a:lnTo>
                    <a:pt x="41" y="64"/>
                  </a:lnTo>
                  <a:lnTo>
                    <a:pt x="41" y="63"/>
                  </a:lnTo>
                  <a:lnTo>
                    <a:pt x="42" y="63"/>
                  </a:lnTo>
                  <a:lnTo>
                    <a:pt x="43" y="62"/>
                  </a:lnTo>
                  <a:lnTo>
                    <a:pt x="43" y="61"/>
                  </a:lnTo>
                  <a:lnTo>
                    <a:pt x="44" y="61"/>
                  </a:lnTo>
                  <a:lnTo>
                    <a:pt x="45" y="63"/>
                  </a:lnTo>
                  <a:lnTo>
                    <a:pt x="47" y="64"/>
                  </a:lnTo>
                  <a:lnTo>
                    <a:pt x="47" y="65"/>
                  </a:lnTo>
                  <a:lnTo>
                    <a:pt x="48" y="66"/>
                  </a:lnTo>
                  <a:lnTo>
                    <a:pt x="49" y="67"/>
                  </a:lnTo>
                  <a:lnTo>
                    <a:pt x="49" y="68"/>
                  </a:lnTo>
                  <a:lnTo>
                    <a:pt x="49" y="69"/>
                  </a:lnTo>
                  <a:lnTo>
                    <a:pt x="49" y="70"/>
                  </a:lnTo>
                  <a:lnTo>
                    <a:pt x="50" y="70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2"/>
                  </a:lnTo>
                  <a:lnTo>
                    <a:pt x="54" y="71"/>
                  </a:lnTo>
                  <a:lnTo>
                    <a:pt x="55" y="71"/>
                  </a:lnTo>
                  <a:lnTo>
                    <a:pt x="56" y="72"/>
                  </a:lnTo>
                  <a:lnTo>
                    <a:pt x="58" y="73"/>
                  </a:lnTo>
                  <a:lnTo>
                    <a:pt x="59" y="74"/>
                  </a:lnTo>
                  <a:lnTo>
                    <a:pt x="61" y="74"/>
                  </a:lnTo>
                  <a:lnTo>
                    <a:pt x="62" y="73"/>
                  </a:lnTo>
                  <a:lnTo>
                    <a:pt x="63" y="70"/>
                  </a:lnTo>
                  <a:lnTo>
                    <a:pt x="64" y="67"/>
                  </a:lnTo>
                  <a:lnTo>
                    <a:pt x="64" y="66"/>
                  </a:lnTo>
                  <a:lnTo>
                    <a:pt x="64" y="64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2" y="62"/>
                  </a:lnTo>
                  <a:lnTo>
                    <a:pt x="62" y="61"/>
                  </a:lnTo>
                  <a:lnTo>
                    <a:pt x="62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3" y="57"/>
                  </a:lnTo>
                  <a:lnTo>
                    <a:pt x="63" y="56"/>
                  </a:lnTo>
                  <a:lnTo>
                    <a:pt x="63" y="55"/>
                  </a:lnTo>
                  <a:lnTo>
                    <a:pt x="62" y="55"/>
                  </a:lnTo>
                  <a:lnTo>
                    <a:pt x="61" y="53"/>
                  </a:lnTo>
                  <a:lnTo>
                    <a:pt x="60" y="53"/>
                  </a:lnTo>
                  <a:lnTo>
                    <a:pt x="60" y="55"/>
                  </a:lnTo>
                  <a:lnTo>
                    <a:pt x="59" y="57"/>
                  </a:lnTo>
                  <a:lnTo>
                    <a:pt x="57" y="58"/>
                  </a:lnTo>
                  <a:lnTo>
                    <a:pt x="57" y="59"/>
                  </a:lnTo>
                  <a:lnTo>
                    <a:pt x="56" y="59"/>
                  </a:lnTo>
                  <a:lnTo>
                    <a:pt x="54" y="58"/>
                  </a:lnTo>
                  <a:lnTo>
                    <a:pt x="54" y="60"/>
                  </a:lnTo>
                  <a:lnTo>
                    <a:pt x="53" y="60"/>
                  </a:lnTo>
                  <a:lnTo>
                    <a:pt x="53" y="59"/>
                  </a:lnTo>
                  <a:lnTo>
                    <a:pt x="52" y="58"/>
                  </a:lnTo>
                  <a:lnTo>
                    <a:pt x="50" y="55"/>
                  </a:lnTo>
                  <a:lnTo>
                    <a:pt x="48" y="55"/>
                  </a:lnTo>
                  <a:lnTo>
                    <a:pt x="48" y="54"/>
                  </a:lnTo>
                  <a:lnTo>
                    <a:pt x="47" y="54"/>
                  </a:lnTo>
                  <a:lnTo>
                    <a:pt x="46" y="54"/>
                  </a:lnTo>
                  <a:lnTo>
                    <a:pt x="46" y="53"/>
                  </a:lnTo>
                  <a:lnTo>
                    <a:pt x="45" y="53"/>
                  </a:lnTo>
                  <a:lnTo>
                    <a:pt x="44" y="52"/>
                  </a:lnTo>
                  <a:lnTo>
                    <a:pt x="43" y="51"/>
                  </a:lnTo>
                  <a:lnTo>
                    <a:pt x="43" y="50"/>
                  </a:lnTo>
                  <a:lnTo>
                    <a:pt x="43" y="45"/>
                  </a:lnTo>
                  <a:lnTo>
                    <a:pt x="42" y="44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2" y="42"/>
                  </a:lnTo>
                  <a:lnTo>
                    <a:pt x="43" y="41"/>
                  </a:lnTo>
                  <a:lnTo>
                    <a:pt x="44" y="40"/>
                  </a:lnTo>
                  <a:lnTo>
                    <a:pt x="46" y="39"/>
                  </a:lnTo>
                  <a:lnTo>
                    <a:pt x="48" y="39"/>
                  </a:lnTo>
                  <a:lnTo>
                    <a:pt x="50" y="39"/>
                  </a:lnTo>
                  <a:lnTo>
                    <a:pt x="53" y="38"/>
                  </a:lnTo>
                  <a:lnTo>
                    <a:pt x="54" y="37"/>
                  </a:lnTo>
                  <a:lnTo>
                    <a:pt x="59" y="32"/>
                  </a:lnTo>
                  <a:lnTo>
                    <a:pt x="60" y="30"/>
                  </a:lnTo>
                  <a:lnTo>
                    <a:pt x="64" y="26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7" y="19"/>
                  </a:lnTo>
                  <a:lnTo>
                    <a:pt x="67" y="18"/>
                  </a:lnTo>
                  <a:lnTo>
                    <a:pt x="67" y="16"/>
                  </a:lnTo>
                  <a:lnTo>
                    <a:pt x="68" y="16"/>
                  </a:lnTo>
                  <a:lnTo>
                    <a:pt x="70" y="15"/>
                  </a:lnTo>
                  <a:lnTo>
                    <a:pt x="71" y="14"/>
                  </a:lnTo>
                  <a:lnTo>
                    <a:pt x="71" y="13"/>
                  </a:lnTo>
                  <a:lnTo>
                    <a:pt x="70" y="13"/>
                  </a:lnTo>
                  <a:lnTo>
                    <a:pt x="70" y="12"/>
                  </a:lnTo>
                  <a:lnTo>
                    <a:pt x="70" y="11"/>
                  </a:lnTo>
                  <a:lnTo>
                    <a:pt x="69" y="12"/>
                  </a:lnTo>
                  <a:lnTo>
                    <a:pt x="67" y="12"/>
                  </a:lnTo>
                  <a:lnTo>
                    <a:pt x="66" y="11"/>
                  </a:lnTo>
                  <a:lnTo>
                    <a:pt x="64" y="8"/>
                  </a:lnTo>
                  <a:lnTo>
                    <a:pt x="62" y="6"/>
                  </a:lnTo>
                  <a:lnTo>
                    <a:pt x="61" y="6"/>
                  </a:lnTo>
                  <a:lnTo>
                    <a:pt x="59" y="7"/>
                  </a:lnTo>
                  <a:lnTo>
                    <a:pt x="58" y="7"/>
                  </a:lnTo>
                  <a:lnTo>
                    <a:pt x="58" y="8"/>
                  </a:lnTo>
                  <a:lnTo>
                    <a:pt x="57" y="7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6" y="5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4"/>
                  </a:lnTo>
                  <a:lnTo>
                    <a:pt x="53" y="3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8" y="1"/>
                  </a:lnTo>
                  <a:lnTo>
                    <a:pt x="47" y="1"/>
                  </a:lnTo>
                  <a:lnTo>
                    <a:pt x="46" y="1"/>
                  </a:lnTo>
                  <a:lnTo>
                    <a:pt x="45" y="1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5" y="1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4" y="2"/>
                  </a:lnTo>
                  <a:lnTo>
                    <a:pt x="35" y="5"/>
                  </a:lnTo>
                  <a:lnTo>
                    <a:pt x="37" y="7"/>
                  </a:lnTo>
                  <a:lnTo>
                    <a:pt x="38" y="10"/>
                  </a:lnTo>
                  <a:lnTo>
                    <a:pt x="38" y="14"/>
                  </a:lnTo>
                  <a:lnTo>
                    <a:pt x="38" y="17"/>
                  </a:lnTo>
                  <a:lnTo>
                    <a:pt x="37" y="17"/>
                  </a:lnTo>
                  <a:lnTo>
                    <a:pt x="36" y="17"/>
                  </a:lnTo>
                  <a:lnTo>
                    <a:pt x="35" y="17"/>
                  </a:lnTo>
                  <a:lnTo>
                    <a:pt x="33" y="17"/>
                  </a:lnTo>
                  <a:lnTo>
                    <a:pt x="32" y="18"/>
                  </a:lnTo>
                  <a:lnTo>
                    <a:pt x="31" y="18"/>
                  </a:lnTo>
                  <a:lnTo>
                    <a:pt x="29" y="18"/>
                  </a:lnTo>
                  <a:lnTo>
                    <a:pt x="26" y="17"/>
                  </a:lnTo>
                  <a:lnTo>
                    <a:pt x="24" y="17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7" y="17"/>
                  </a:lnTo>
                  <a:lnTo>
                    <a:pt x="17" y="19"/>
                  </a:lnTo>
                  <a:lnTo>
                    <a:pt x="16" y="19"/>
                  </a:lnTo>
                  <a:lnTo>
                    <a:pt x="14" y="21"/>
                  </a:lnTo>
                  <a:lnTo>
                    <a:pt x="14" y="22"/>
                  </a:lnTo>
                  <a:lnTo>
                    <a:pt x="12" y="24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8" y="29"/>
                  </a:lnTo>
                  <a:lnTo>
                    <a:pt x="8" y="31"/>
                  </a:lnTo>
                  <a:lnTo>
                    <a:pt x="8" y="32"/>
                  </a:lnTo>
                  <a:lnTo>
                    <a:pt x="8" y="34"/>
                  </a:lnTo>
                  <a:lnTo>
                    <a:pt x="6" y="34"/>
                  </a:lnTo>
                  <a:lnTo>
                    <a:pt x="5" y="35"/>
                  </a:lnTo>
                  <a:lnTo>
                    <a:pt x="5" y="36"/>
                  </a:lnTo>
                  <a:lnTo>
                    <a:pt x="3" y="37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2" y="44"/>
                  </a:lnTo>
                  <a:lnTo>
                    <a:pt x="1" y="4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Freeform 21"/>
            <p:cNvSpPr>
              <a:spLocks/>
            </p:cNvSpPr>
            <p:nvPr/>
          </p:nvSpPr>
          <p:spPr bwMode="auto">
            <a:xfrm>
              <a:off x="2750231" y="2571165"/>
              <a:ext cx="781403" cy="526624"/>
            </a:xfrm>
            <a:custGeom>
              <a:avLst/>
              <a:gdLst>
                <a:gd name="T0" fmla="*/ 2147483647 w 102"/>
                <a:gd name="T1" fmla="*/ 2147483647 h 68"/>
                <a:gd name="T2" fmla="*/ 2147483647 w 102"/>
                <a:gd name="T3" fmla="*/ 2147483647 h 68"/>
                <a:gd name="T4" fmla="*/ 2147483647 w 102"/>
                <a:gd name="T5" fmla="*/ 2147483647 h 68"/>
                <a:gd name="T6" fmla="*/ 2147483647 w 102"/>
                <a:gd name="T7" fmla="*/ 2147483647 h 68"/>
                <a:gd name="T8" fmla="*/ 2147483647 w 102"/>
                <a:gd name="T9" fmla="*/ 2147483647 h 68"/>
                <a:gd name="T10" fmla="*/ 2147483647 w 102"/>
                <a:gd name="T11" fmla="*/ 2147483647 h 68"/>
                <a:gd name="T12" fmla="*/ 2147483647 w 102"/>
                <a:gd name="T13" fmla="*/ 2147483647 h 68"/>
                <a:gd name="T14" fmla="*/ 2147483647 w 102"/>
                <a:gd name="T15" fmla="*/ 2147483647 h 68"/>
                <a:gd name="T16" fmla="*/ 2147483647 w 102"/>
                <a:gd name="T17" fmla="*/ 2147483647 h 68"/>
                <a:gd name="T18" fmla="*/ 2147483647 w 102"/>
                <a:gd name="T19" fmla="*/ 2147483647 h 68"/>
                <a:gd name="T20" fmla="*/ 2147483647 w 102"/>
                <a:gd name="T21" fmla="*/ 2147483647 h 68"/>
                <a:gd name="T22" fmla="*/ 2147483647 w 102"/>
                <a:gd name="T23" fmla="*/ 2147483647 h 68"/>
                <a:gd name="T24" fmla="*/ 2147483647 w 102"/>
                <a:gd name="T25" fmla="*/ 2147483647 h 68"/>
                <a:gd name="T26" fmla="*/ 2147483647 w 102"/>
                <a:gd name="T27" fmla="*/ 2147483647 h 68"/>
                <a:gd name="T28" fmla="*/ 2147483647 w 102"/>
                <a:gd name="T29" fmla="*/ 2147483647 h 68"/>
                <a:gd name="T30" fmla="*/ 2147483647 w 102"/>
                <a:gd name="T31" fmla="*/ 2147483647 h 68"/>
                <a:gd name="T32" fmla="*/ 2147483647 w 102"/>
                <a:gd name="T33" fmla="*/ 2147483647 h 68"/>
                <a:gd name="T34" fmla="*/ 2147483647 w 102"/>
                <a:gd name="T35" fmla="*/ 2147483647 h 68"/>
                <a:gd name="T36" fmla="*/ 2147483647 w 102"/>
                <a:gd name="T37" fmla="*/ 2147483647 h 68"/>
                <a:gd name="T38" fmla="*/ 2147483647 w 102"/>
                <a:gd name="T39" fmla="*/ 2147483647 h 68"/>
                <a:gd name="T40" fmla="*/ 2147483647 w 102"/>
                <a:gd name="T41" fmla="*/ 2147483647 h 68"/>
                <a:gd name="T42" fmla="*/ 2147483647 w 102"/>
                <a:gd name="T43" fmla="*/ 2147483647 h 68"/>
                <a:gd name="T44" fmla="*/ 2147483647 w 102"/>
                <a:gd name="T45" fmla="*/ 2147483647 h 68"/>
                <a:gd name="T46" fmla="*/ 2147483647 w 102"/>
                <a:gd name="T47" fmla="*/ 2147483647 h 68"/>
                <a:gd name="T48" fmla="*/ 2147483647 w 102"/>
                <a:gd name="T49" fmla="*/ 2147483647 h 68"/>
                <a:gd name="T50" fmla="*/ 2147483647 w 102"/>
                <a:gd name="T51" fmla="*/ 2147483647 h 68"/>
                <a:gd name="T52" fmla="*/ 2147483647 w 102"/>
                <a:gd name="T53" fmla="*/ 2147483647 h 68"/>
                <a:gd name="T54" fmla="*/ 2147483647 w 102"/>
                <a:gd name="T55" fmla="*/ 2147483647 h 68"/>
                <a:gd name="T56" fmla="*/ 2147483647 w 102"/>
                <a:gd name="T57" fmla="*/ 2147483647 h 68"/>
                <a:gd name="T58" fmla="*/ 2147483647 w 102"/>
                <a:gd name="T59" fmla="*/ 2147483647 h 68"/>
                <a:gd name="T60" fmla="*/ 2147483647 w 102"/>
                <a:gd name="T61" fmla="*/ 2147483647 h 68"/>
                <a:gd name="T62" fmla="*/ 2147483647 w 102"/>
                <a:gd name="T63" fmla="*/ 2147483647 h 68"/>
                <a:gd name="T64" fmla="*/ 2147483647 w 102"/>
                <a:gd name="T65" fmla="*/ 2147483647 h 68"/>
                <a:gd name="T66" fmla="*/ 2147483647 w 102"/>
                <a:gd name="T67" fmla="*/ 2147483647 h 68"/>
                <a:gd name="T68" fmla="*/ 2147483647 w 102"/>
                <a:gd name="T69" fmla="*/ 2147483647 h 68"/>
                <a:gd name="T70" fmla="*/ 2147483647 w 102"/>
                <a:gd name="T71" fmla="*/ 2147483647 h 68"/>
                <a:gd name="T72" fmla="*/ 2147483647 w 102"/>
                <a:gd name="T73" fmla="*/ 2147483647 h 68"/>
                <a:gd name="T74" fmla="*/ 2147483647 w 102"/>
                <a:gd name="T75" fmla="*/ 2147483647 h 68"/>
                <a:gd name="T76" fmla="*/ 2147483647 w 102"/>
                <a:gd name="T77" fmla="*/ 2147483647 h 68"/>
                <a:gd name="T78" fmla="*/ 2147483647 w 102"/>
                <a:gd name="T79" fmla="*/ 2147483647 h 68"/>
                <a:gd name="T80" fmla="*/ 2147483647 w 102"/>
                <a:gd name="T81" fmla="*/ 2147483647 h 68"/>
                <a:gd name="T82" fmla="*/ 2147483647 w 102"/>
                <a:gd name="T83" fmla="*/ 2147483647 h 68"/>
                <a:gd name="T84" fmla="*/ 2147483647 w 102"/>
                <a:gd name="T85" fmla="*/ 2147483647 h 68"/>
                <a:gd name="T86" fmla="*/ 2147483647 w 102"/>
                <a:gd name="T87" fmla="*/ 2147483647 h 68"/>
                <a:gd name="T88" fmla="*/ 2147483647 w 102"/>
                <a:gd name="T89" fmla="*/ 2147483647 h 68"/>
                <a:gd name="T90" fmla="*/ 2147483647 w 102"/>
                <a:gd name="T91" fmla="*/ 2147483647 h 68"/>
                <a:gd name="T92" fmla="*/ 2147483647 w 102"/>
                <a:gd name="T93" fmla="*/ 2147483647 h 68"/>
                <a:gd name="T94" fmla="*/ 2147483647 w 102"/>
                <a:gd name="T95" fmla="*/ 2147483647 h 68"/>
                <a:gd name="T96" fmla="*/ 2147483647 w 102"/>
                <a:gd name="T97" fmla="*/ 2147483647 h 68"/>
                <a:gd name="T98" fmla="*/ 2147483647 w 102"/>
                <a:gd name="T99" fmla="*/ 2147483647 h 68"/>
                <a:gd name="T100" fmla="*/ 2147483647 w 102"/>
                <a:gd name="T101" fmla="*/ 2147483647 h 68"/>
                <a:gd name="T102" fmla="*/ 2147483647 w 102"/>
                <a:gd name="T103" fmla="*/ 2147483647 h 68"/>
                <a:gd name="T104" fmla="*/ 2147483647 w 102"/>
                <a:gd name="T105" fmla="*/ 2147483647 h 68"/>
                <a:gd name="T106" fmla="*/ 2147483647 w 102"/>
                <a:gd name="T107" fmla="*/ 2147483647 h 68"/>
                <a:gd name="T108" fmla="*/ 2147483647 w 102"/>
                <a:gd name="T109" fmla="*/ 2147483647 h 68"/>
                <a:gd name="T110" fmla="*/ 2147483647 w 102"/>
                <a:gd name="T111" fmla="*/ 2147483647 h 68"/>
                <a:gd name="T112" fmla="*/ 2147483647 w 102"/>
                <a:gd name="T113" fmla="*/ 2147483647 h 68"/>
                <a:gd name="T114" fmla="*/ 2147483647 w 102"/>
                <a:gd name="T115" fmla="*/ 2147483647 h 6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02" h="68">
                  <a:moveTo>
                    <a:pt x="0" y="52"/>
                  </a:moveTo>
                  <a:lnTo>
                    <a:pt x="1" y="52"/>
                  </a:lnTo>
                  <a:lnTo>
                    <a:pt x="1" y="51"/>
                  </a:lnTo>
                  <a:lnTo>
                    <a:pt x="0" y="49"/>
                  </a:lnTo>
                  <a:lnTo>
                    <a:pt x="1" y="49"/>
                  </a:lnTo>
                  <a:lnTo>
                    <a:pt x="2" y="48"/>
                  </a:lnTo>
                  <a:lnTo>
                    <a:pt x="3" y="48"/>
                  </a:lnTo>
                  <a:lnTo>
                    <a:pt x="4" y="47"/>
                  </a:lnTo>
                  <a:lnTo>
                    <a:pt x="5" y="47"/>
                  </a:lnTo>
                  <a:lnTo>
                    <a:pt x="4" y="45"/>
                  </a:lnTo>
                  <a:lnTo>
                    <a:pt x="5" y="45"/>
                  </a:lnTo>
                  <a:lnTo>
                    <a:pt x="6" y="44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8" y="41"/>
                  </a:lnTo>
                  <a:lnTo>
                    <a:pt x="8" y="40"/>
                  </a:lnTo>
                  <a:lnTo>
                    <a:pt x="8" y="39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7" y="37"/>
                  </a:lnTo>
                  <a:lnTo>
                    <a:pt x="6" y="37"/>
                  </a:lnTo>
                  <a:lnTo>
                    <a:pt x="6" y="36"/>
                  </a:lnTo>
                  <a:lnTo>
                    <a:pt x="5" y="35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3" y="33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4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7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9" y="15"/>
                  </a:lnTo>
                  <a:lnTo>
                    <a:pt x="10" y="16"/>
                  </a:lnTo>
                  <a:lnTo>
                    <a:pt x="11" y="16"/>
                  </a:lnTo>
                  <a:lnTo>
                    <a:pt x="12" y="16"/>
                  </a:lnTo>
                  <a:lnTo>
                    <a:pt x="13" y="17"/>
                  </a:lnTo>
                  <a:lnTo>
                    <a:pt x="14" y="17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5" y="10"/>
                  </a:lnTo>
                  <a:lnTo>
                    <a:pt x="16" y="10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8" y="8"/>
                  </a:lnTo>
                  <a:lnTo>
                    <a:pt x="19" y="9"/>
                  </a:lnTo>
                  <a:lnTo>
                    <a:pt x="19" y="11"/>
                  </a:lnTo>
                  <a:lnTo>
                    <a:pt x="20" y="13"/>
                  </a:lnTo>
                  <a:lnTo>
                    <a:pt x="21" y="15"/>
                  </a:lnTo>
                  <a:lnTo>
                    <a:pt x="22" y="15"/>
                  </a:lnTo>
                  <a:lnTo>
                    <a:pt x="22" y="14"/>
                  </a:lnTo>
                  <a:lnTo>
                    <a:pt x="22" y="15"/>
                  </a:lnTo>
                  <a:lnTo>
                    <a:pt x="22" y="16"/>
                  </a:lnTo>
                  <a:lnTo>
                    <a:pt x="23" y="16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5" y="12"/>
                  </a:lnTo>
                  <a:lnTo>
                    <a:pt x="26" y="12"/>
                  </a:lnTo>
                  <a:lnTo>
                    <a:pt x="27" y="12"/>
                  </a:lnTo>
                  <a:lnTo>
                    <a:pt x="28" y="11"/>
                  </a:lnTo>
                  <a:lnTo>
                    <a:pt x="29" y="11"/>
                  </a:lnTo>
                  <a:lnTo>
                    <a:pt x="30" y="12"/>
                  </a:lnTo>
                  <a:lnTo>
                    <a:pt x="31" y="12"/>
                  </a:lnTo>
                  <a:lnTo>
                    <a:pt x="32" y="11"/>
                  </a:lnTo>
                  <a:lnTo>
                    <a:pt x="33" y="11"/>
                  </a:lnTo>
                  <a:lnTo>
                    <a:pt x="34" y="10"/>
                  </a:lnTo>
                  <a:lnTo>
                    <a:pt x="35" y="10"/>
                  </a:lnTo>
                  <a:lnTo>
                    <a:pt x="36" y="10"/>
                  </a:lnTo>
                  <a:lnTo>
                    <a:pt x="36" y="9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8" y="7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0" y="5"/>
                  </a:lnTo>
                  <a:lnTo>
                    <a:pt x="41" y="3"/>
                  </a:lnTo>
                  <a:lnTo>
                    <a:pt x="41" y="2"/>
                  </a:lnTo>
                  <a:lnTo>
                    <a:pt x="41" y="1"/>
                  </a:lnTo>
                  <a:lnTo>
                    <a:pt x="41" y="0"/>
                  </a:lnTo>
                  <a:lnTo>
                    <a:pt x="42" y="0"/>
                  </a:lnTo>
                  <a:lnTo>
                    <a:pt x="43" y="1"/>
                  </a:lnTo>
                  <a:lnTo>
                    <a:pt x="45" y="2"/>
                  </a:lnTo>
                  <a:lnTo>
                    <a:pt x="46" y="3"/>
                  </a:lnTo>
                  <a:lnTo>
                    <a:pt x="47" y="3"/>
                  </a:lnTo>
                  <a:lnTo>
                    <a:pt x="48" y="3"/>
                  </a:lnTo>
                  <a:lnTo>
                    <a:pt x="48" y="4"/>
                  </a:lnTo>
                  <a:lnTo>
                    <a:pt x="49" y="5"/>
                  </a:lnTo>
                  <a:lnTo>
                    <a:pt x="49" y="6"/>
                  </a:lnTo>
                  <a:lnTo>
                    <a:pt x="49" y="7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9"/>
                  </a:lnTo>
                  <a:lnTo>
                    <a:pt x="51" y="10"/>
                  </a:lnTo>
                  <a:lnTo>
                    <a:pt x="52" y="11"/>
                  </a:lnTo>
                  <a:lnTo>
                    <a:pt x="53" y="11"/>
                  </a:lnTo>
                  <a:lnTo>
                    <a:pt x="54" y="11"/>
                  </a:lnTo>
                  <a:lnTo>
                    <a:pt x="55" y="11"/>
                  </a:lnTo>
                  <a:lnTo>
                    <a:pt x="57" y="11"/>
                  </a:lnTo>
                  <a:lnTo>
                    <a:pt x="59" y="12"/>
                  </a:lnTo>
                  <a:lnTo>
                    <a:pt x="59" y="14"/>
                  </a:lnTo>
                  <a:lnTo>
                    <a:pt x="60" y="15"/>
                  </a:lnTo>
                  <a:lnTo>
                    <a:pt x="60" y="17"/>
                  </a:lnTo>
                  <a:lnTo>
                    <a:pt x="59" y="18"/>
                  </a:lnTo>
                  <a:lnTo>
                    <a:pt x="58" y="20"/>
                  </a:lnTo>
                  <a:lnTo>
                    <a:pt x="59" y="24"/>
                  </a:lnTo>
                  <a:lnTo>
                    <a:pt x="59" y="25"/>
                  </a:lnTo>
                  <a:lnTo>
                    <a:pt x="60" y="26"/>
                  </a:lnTo>
                  <a:lnTo>
                    <a:pt x="62" y="26"/>
                  </a:lnTo>
                  <a:lnTo>
                    <a:pt x="63" y="26"/>
                  </a:lnTo>
                  <a:lnTo>
                    <a:pt x="64" y="26"/>
                  </a:lnTo>
                  <a:lnTo>
                    <a:pt x="66" y="24"/>
                  </a:lnTo>
                  <a:lnTo>
                    <a:pt x="67" y="23"/>
                  </a:lnTo>
                  <a:lnTo>
                    <a:pt x="69" y="23"/>
                  </a:lnTo>
                  <a:lnTo>
                    <a:pt x="71" y="22"/>
                  </a:lnTo>
                  <a:lnTo>
                    <a:pt x="72" y="21"/>
                  </a:lnTo>
                  <a:lnTo>
                    <a:pt x="73" y="22"/>
                  </a:lnTo>
                  <a:lnTo>
                    <a:pt x="74" y="22"/>
                  </a:lnTo>
                  <a:lnTo>
                    <a:pt x="74" y="23"/>
                  </a:lnTo>
                  <a:lnTo>
                    <a:pt x="73" y="24"/>
                  </a:lnTo>
                  <a:lnTo>
                    <a:pt x="72" y="24"/>
                  </a:lnTo>
                  <a:lnTo>
                    <a:pt x="73" y="25"/>
                  </a:lnTo>
                  <a:lnTo>
                    <a:pt x="73" y="26"/>
                  </a:lnTo>
                  <a:lnTo>
                    <a:pt x="74" y="27"/>
                  </a:lnTo>
                  <a:lnTo>
                    <a:pt x="76" y="29"/>
                  </a:lnTo>
                  <a:lnTo>
                    <a:pt x="79" y="30"/>
                  </a:lnTo>
                  <a:lnTo>
                    <a:pt x="79" y="31"/>
                  </a:lnTo>
                  <a:lnTo>
                    <a:pt x="80" y="31"/>
                  </a:lnTo>
                  <a:lnTo>
                    <a:pt x="80" y="33"/>
                  </a:lnTo>
                  <a:lnTo>
                    <a:pt x="82" y="33"/>
                  </a:lnTo>
                  <a:lnTo>
                    <a:pt x="83" y="33"/>
                  </a:lnTo>
                  <a:lnTo>
                    <a:pt x="85" y="33"/>
                  </a:lnTo>
                  <a:lnTo>
                    <a:pt x="87" y="33"/>
                  </a:lnTo>
                  <a:lnTo>
                    <a:pt x="88" y="33"/>
                  </a:lnTo>
                  <a:lnTo>
                    <a:pt x="91" y="33"/>
                  </a:lnTo>
                  <a:lnTo>
                    <a:pt x="97" y="34"/>
                  </a:lnTo>
                  <a:lnTo>
                    <a:pt x="101" y="33"/>
                  </a:lnTo>
                  <a:lnTo>
                    <a:pt x="102" y="34"/>
                  </a:lnTo>
                  <a:lnTo>
                    <a:pt x="98" y="44"/>
                  </a:lnTo>
                  <a:lnTo>
                    <a:pt x="96" y="50"/>
                  </a:lnTo>
                  <a:lnTo>
                    <a:pt x="98" y="53"/>
                  </a:lnTo>
                  <a:lnTo>
                    <a:pt x="98" y="57"/>
                  </a:lnTo>
                  <a:lnTo>
                    <a:pt x="97" y="57"/>
                  </a:lnTo>
                  <a:lnTo>
                    <a:pt x="96" y="57"/>
                  </a:lnTo>
                  <a:lnTo>
                    <a:pt x="94" y="56"/>
                  </a:lnTo>
                  <a:lnTo>
                    <a:pt x="92" y="55"/>
                  </a:lnTo>
                  <a:lnTo>
                    <a:pt x="91" y="55"/>
                  </a:lnTo>
                  <a:lnTo>
                    <a:pt x="89" y="55"/>
                  </a:lnTo>
                  <a:lnTo>
                    <a:pt x="87" y="54"/>
                  </a:lnTo>
                  <a:lnTo>
                    <a:pt x="85" y="54"/>
                  </a:lnTo>
                  <a:lnTo>
                    <a:pt x="84" y="54"/>
                  </a:lnTo>
                  <a:lnTo>
                    <a:pt x="85" y="54"/>
                  </a:lnTo>
                  <a:lnTo>
                    <a:pt x="86" y="53"/>
                  </a:lnTo>
                  <a:lnTo>
                    <a:pt x="87" y="53"/>
                  </a:lnTo>
                  <a:lnTo>
                    <a:pt x="87" y="52"/>
                  </a:lnTo>
                  <a:lnTo>
                    <a:pt x="87" y="51"/>
                  </a:lnTo>
                  <a:lnTo>
                    <a:pt x="86" y="51"/>
                  </a:lnTo>
                  <a:lnTo>
                    <a:pt x="85" y="51"/>
                  </a:lnTo>
                  <a:lnTo>
                    <a:pt x="84" y="52"/>
                  </a:lnTo>
                  <a:lnTo>
                    <a:pt x="83" y="52"/>
                  </a:lnTo>
                  <a:lnTo>
                    <a:pt x="83" y="53"/>
                  </a:lnTo>
                  <a:lnTo>
                    <a:pt x="82" y="53"/>
                  </a:lnTo>
                  <a:lnTo>
                    <a:pt x="82" y="52"/>
                  </a:lnTo>
                  <a:lnTo>
                    <a:pt x="83" y="52"/>
                  </a:lnTo>
                  <a:lnTo>
                    <a:pt x="83" y="51"/>
                  </a:lnTo>
                  <a:lnTo>
                    <a:pt x="82" y="51"/>
                  </a:lnTo>
                  <a:lnTo>
                    <a:pt x="82" y="50"/>
                  </a:lnTo>
                  <a:lnTo>
                    <a:pt x="82" y="49"/>
                  </a:lnTo>
                  <a:lnTo>
                    <a:pt x="81" y="49"/>
                  </a:lnTo>
                  <a:lnTo>
                    <a:pt x="80" y="49"/>
                  </a:lnTo>
                  <a:lnTo>
                    <a:pt x="80" y="50"/>
                  </a:lnTo>
                  <a:lnTo>
                    <a:pt x="79" y="50"/>
                  </a:lnTo>
                  <a:lnTo>
                    <a:pt x="79" y="52"/>
                  </a:lnTo>
                  <a:lnTo>
                    <a:pt x="78" y="52"/>
                  </a:lnTo>
                  <a:lnTo>
                    <a:pt x="77" y="52"/>
                  </a:lnTo>
                  <a:lnTo>
                    <a:pt x="77" y="53"/>
                  </a:lnTo>
                  <a:lnTo>
                    <a:pt x="78" y="53"/>
                  </a:lnTo>
                  <a:lnTo>
                    <a:pt x="78" y="54"/>
                  </a:lnTo>
                  <a:lnTo>
                    <a:pt x="78" y="55"/>
                  </a:lnTo>
                  <a:lnTo>
                    <a:pt x="77" y="55"/>
                  </a:lnTo>
                  <a:lnTo>
                    <a:pt x="76" y="55"/>
                  </a:lnTo>
                  <a:lnTo>
                    <a:pt x="75" y="55"/>
                  </a:lnTo>
                  <a:lnTo>
                    <a:pt x="74" y="55"/>
                  </a:lnTo>
                  <a:lnTo>
                    <a:pt x="74" y="56"/>
                  </a:lnTo>
                  <a:lnTo>
                    <a:pt x="73" y="56"/>
                  </a:lnTo>
                  <a:lnTo>
                    <a:pt x="73" y="57"/>
                  </a:lnTo>
                  <a:lnTo>
                    <a:pt x="72" y="57"/>
                  </a:lnTo>
                  <a:lnTo>
                    <a:pt x="71" y="58"/>
                  </a:lnTo>
                  <a:lnTo>
                    <a:pt x="70" y="58"/>
                  </a:lnTo>
                  <a:lnTo>
                    <a:pt x="70" y="59"/>
                  </a:lnTo>
                  <a:lnTo>
                    <a:pt x="69" y="60"/>
                  </a:lnTo>
                  <a:lnTo>
                    <a:pt x="68" y="60"/>
                  </a:lnTo>
                  <a:lnTo>
                    <a:pt x="66" y="60"/>
                  </a:lnTo>
                  <a:lnTo>
                    <a:pt x="66" y="61"/>
                  </a:lnTo>
                  <a:lnTo>
                    <a:pt x="65" y="61"/>
                  </a:lnTo>
                  <a:lnTo>
                    <a:pt x="64" y="61"/>
                  </a:lnTo>
                  <a:lnTo>
                    <a:pt x="63" y="62"/>
                  </a:lnTo>
                  <a:lnTo>
                    <a:pt x="62" y="62"/>
                  </a:lnTo>
                  <a:lnTo>
                    <a:pt x="60" y="63"/>
                  </a:lnTo>
                  <a:lnTo>
                    <a:pt x="58" y="64"/>
                  </a:lnTo>
                  <a:lnTo>
                    <a:pt x="57" y="64"/>
                  </a:lnTo>
                  <a:lnTo>
                    <a:pt x="56" y="65"/>
                  </a:lnTo>
                  <a:lnTo>
                    <a:pt x="55" y="65"/>
                  </a:lnTo>
                  <a:lnTo>
                    <a:pt x="55" y="66"/>
                  </a:lnTo>
                  <a:lnTo>
                    <a:pt x="54" y="66"/>
                  </a:lnTo>
                  <a:lnTo>
                    <a:pt x="53" y="67"/>
                  </a:lnTo>
                  <a:lnTo>
                    <a:pt x="52" y="67"/>
                  </a:lnTo>
                  <a:lnTo>
                    <a:pt x="51" y="67"/>
                  </a:lnTo>
                  <a:lnTo>
                    <a:pt x="50" y="67"/>
                  </a:lnTo>
                  <a:lnTo>
                    <a:pt x="49" y="67"/>
                  </a:lnTo>
                  <a:lnTo>
                    <a:pt x="48" y="67"/>
                  </a:lnTo>
                  <a:lnTo>
                    <a:pt x="47" y="67"/>
                  </a:lnTo>
                  <a:lnTo>
                    <a:pt x="47" y="68"/>
                  </a:lnTo>
                  <a:lnTo>
                    <a:pt x="46" y="68"/>
                  </a:lnTo>
                  <a:lnTo>
                    <a:pt x="45" y="68"/>
                  </a:lnTo>
                  <a:lnTo>
                    <a:pt x="44" y="68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39" y="66"/>
                  </a:lnTo>
                  <a:lnTo>
                    <a:pt x="37" y="65"/>
                  </a:lnTo>
                  <a:lnTo>
                    <a:pt x="36" y="65"/>
                  </a:lnTo>
                  <a:lnTo>
                    <a:pt x="35" y="65"/>
                  </a:lnTo>
                  <a:lnTo>
                    <a:pt x="34" y="64"/>
                  </a:lnTo>
                  <a:lnTo>
                    <a:pt x="33" y="63"/>
                  </a:lnTo>
                  <a:lnTo>
                    <a:pt x="31" y="62"/>
                  </a:lnTo>
                  <a:lnTo>
                    <a:pt x="29" y="62"/>
                  </a:lnTo>
                  <a:lnTo>
                    <a:pt x="28" y="62"/>
                  </a:lnTo>
                  <a:lnTo>
                    <a:pt x="27" y="62"/>
                  </a:lnTo>
                  <a:lnTo>
                    <a:pt x="26" y="62"/>
                  </a:lnTo>
                  <a:lnTo>
                    <a:pt x="25" y="62"/>
                  </a:lnTo>
                  <a:lnTo>
                    <a:pt x="24" y="62"/>
                  </a:lnTo>
                  <a:lnTo>
                    <a:pt x="23" y="62"/>
                  </a:lnTo>
                  <a:lnTo>
                    <a:pt x="21" y="61"/>
                  </a:lnTo>
                  <a:lnTo>
                    <a:pt x="20" y="62"/>
                  </a:lnTo>
                  <a:lnTo>
                    <a:pt x="19" y="61"/>
                  </a:lnTo>
                  <a:lnTo>
                    <a:pt x="18" y="61"/>
                  </a:lnTo>
                  <a:lnTo>
                    <a:pt x="17" y="61"/>
                  </a:lnTo>
                  <a:lnTo>
                    <a:pt x="16" y="60"/>
                  </a:lnTo>
                  <a:lnTo>
                    <a:pt x="16" y="59"/>
                  </a:lnTo>
                  <a:lnTo>
                    <a:pt x="15" y="59"/>
                  </a:lnTo>
                  <a:lnTo>
                    <a:pt x="14" y="58"/>
                  </a:lnTo>
                  <a:lnTo>
                    <a:pt x="13" y="58"/>
                  </a:lnTo>
                  <a:lnTo>
                    <a:pt x="13" y="57"/>
                  </a:lnTo>
                  <a:lnTo>
                    <a:pt x="12" y="57"/>
                  </a:lnTo>
                  <a:lnTo>
                    <a:pt x="11" y="57"/>
                  </a:lnTo>
                  <a:lnTo>
                    <a:pt x="9" y="56"/>
                  </a:lnTo>
                  <a:lnTo>
                    <a:pt x="9" y="55"/>
                  </a:lnTo>
                  <a:lnTo>
                    <a:pt x="8" y="55"/>
                  </a:lnTo>
                  <a:lnTo>
                    <a:pt x="7" y="55"/>
                  </a:lnTo>
                  <a:lnTo>
                    <a:pt x="6" y="55"/>
                  </a:lnTo>
                  <a:lnTo>
                    <a:pt x="5" y="55"/>
                  </a:lnTo>
                  <a:lnTo>
                    <a:pt x="4" y="54"/>
                  </a:lnTo>
                  <a:lnTo>
                    <a:pt x="3" y="54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Freeform 22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3485669" y="2679587"/>
              <a:ext cx="635847" cy="588580"/>
            </a:xfrm>
            <a:custGeom>
              <a:avLst/>
              <a:gdLst>
                <a:gd name="T0" fmla="*/ 2147483647 w 83"/>
                <a:gd name="T1" fmla="*/ 2147483647 h 76"/>
                <a:gd name="T2" fmla="*/ 2147483647 w 83"/>
                <a:gd name="T3" fmla="*/ 2147483647 h 76"/>
                <a:gd name="T4" fmla="*/ 2147483647 w 83"/>
                <a:gd name="T5" fmla="*/ 2147483647 h 76"/>
                <a:gd name="T6" fmla="*/ 2147483647 w 83"/>
                <a:gd name="T7" fmla="*/ 2147483647 h 76"/>
                <a:gd name="T8" fmla="*/ 2147483647 w 83"/>
                <a:gd name="T9" fmla="*/ 2147483647 h 76"/>
                <a:gd name="T10" fmla="*/ 2147483647 w 83"/>
                <a:gd name="T11" fmla="*/ 2147483647 h 76"/>
                <a:gd name="T12" fmla="*/ 2147483647 w 83"/>
                <a:gd name="T13" fmla="*/ 0 h 76"/>
                <a:gd name="T14" fmla="*/ 2147483647 w 83"/>
                <a:gd name="T15" fmla="*/ 2147483647 h 76"/>
                <a:gd name="T16" fmla="*/ 2147483647 w 83"/>
                <a:gd name="T17" fmla="*/ 2147483647 h 76"/>
                <a:gd name="T18" fmla="*/ 2147483647 w 83"/>
                <a:gd name="T19" fmla="*/ 2147483647 h 76"/>
                <a:gd name="T20" fmla="*/ 2147483647 w 83"/>
                <a:gd name="T21" fmla="*/ 2147483647 h 76"/>
                <a:gd name="T22" fmla="*/ 2147483647 w 83"/>
                <a:gd name="T23" fmla="*/ 2147483647 h 76"/>
                <a:gd name="T24" fmla="*/ 2147483647 w 83"/>
                <a:gd name="T25" fmla="*/ 2147483647 h 76"/>
                <a:gd name="T26" fmla="*/ 2147483647 w 83"/>
                <a:gd name="T27" fmla="*/ 2147483647 h 76"/>
                <a:gd name="T28" fmla="*/ 2147483647 w 83"/>
                <a:gd name="T29" fmla="*/ 2147483647 h 76"/>
                <a:gd name="T30" fmla="*/ 2147483647 w 83"/>
                <a:gd name="T31" fmla="*/ 2147483647 h 76"/>
                <a:gd name="T32" fmla="*/ 2147483647 w 83"/>
                <a:gd name="T33" fmla="*/ 0 h 76"/>
                <a:gd name="T34" fmla="*/ 2147483647 w 83"/>
                <a:gd name="T35" fmla="*/ 2147483647 h 76"/>
                <a:gd name="T36" fmla="*/ 2147483647 w 83"/>
                <a:gd name="T37" fmla="*/ 2147483647 h 76"/>
                <a:gd name="T38" fmla="*/ 2147483647 w 83"/>
                <a:gd name="T39" fmla="*/ 2147483647 h 76"/>
                <a:gd name="T40" fmla="*/ 2147483647 w 83"/>
                <a:gd name="T41" fmla="*/ 2147483647 h 76"/>
                <a:gd name="T42" fmla="*/ 2147483647 w 83"/>
                <a:gd name="T43" fmla="*/ 2147483647 h 76"/>
                <a:gd name="T44" fmla="*/ 2147483647 w 83"/>
                <a:gd name="T45" fmla="*/ 2147483647 h 76"/>
                <a:gd name="T46" fmla="*/ 2147483647 w 83"/>
                <a:gd name="T47" fmla="*/ 2147483647 h 76"/>
                <a:gd name="T48" fmla="*/ 2147483647 w 83"/>
                <a:gd name="T49" fmla="*/ 2147483647 h 76"/>
                <a:gd name="T50" fmla="*/ 2147483647 w 83"/>
                <a:gd name="T51" fmla="*/ 2147483647 h 76"/>
                <a:gd name="T52" fmla="*/ 2147483647 w 83"/>
                <a:gd name="T53" fmla="*/ 2147483647 h 76"/>
                <a:gd name="T54" fmla="*/ 2147483647 w 83"/>
                <a:gd name="T55" fmla="*/ 2147483647 h 76"/>
                <a:gd name="T56" fmla="*/ 2147483647 w 83"/>
                <a:gd name="T57" fmla="*/ 2147483647 h 76"/>
                <a:gd name="T58" fmla="*/ 2147483647 w 83"/>
                <a:gd name="T59" fmla="*/ 2147483647 h 76"/>
                <a:gd name="T60" fmla="*/ 2147483647 w 83"/>
                <a:gd name="T61" fmla="*/ 2147483647 h 76"/>
                <a:gd name="T62" fmla="*/ 2147483647 w 83"/>
                <a:gd name="T63" fmla="*/ 2147483647 h 76"/>
                <a:gd name="T64" fmla="*/ 2147483647 w 83"/>
                <a:gd name="T65" fmla="*/ 2147483647 h 76"/>
                <a:gd name="T66" fmla="*/ 2147483647 w 83"/>
                <a:gd name="T67" fmla="*/ 2147483647 h 76"/>
                <a:gd name="T68" fmla="*/ 2147483647 w 83"/>
                <a:gd name="T69" fmla="*/ 2147483647 h 76"/>
                <a:gd name="T70" fmla="*/ 2147483647 w 83"/>
                <a:gd name="T71" fmla="*/ 2147483647 h 76"/>
                <a:gd name="T72" fmla="*/ 2147483647 w 83"/>
                <a:gd name="T73" fmla="*/ 2147483647 h 76"/>
                <a:gd name="T74" fmla="*/ 2147483647 w 83"/>
                <a:gd name="T75" fmla="*/ 2147483647 h 76"/>
                <a:gd name="T76" fmla="*/ 2147483647 w 83"/>
                <a:gd name="T77" fmla="*/ 2147483647 h 76"/>
                <a:gd name="T78" fmla="*/ 2147483647 w 83"/>
                <a:gd name="T79" fmla="*/ 2147483647 h 76"/>
                <a:gd name="T80" fmla="*/ 2147483647 w 83"/>
                <a:gd name="T81" fmla="*/ 2147483647 h 76"/>
                <a:gd name="T82" fmla="*/ 2147483647 w 83"/>
                <a:gd name="T83" fmla="*/ 2147483647 h 76"/>
                <a:gd name="T84" fmla="*/ 2147483647 w 83"/>
                <a:gd name="T85" fmla="*/ 2147483647 h 76"/>
                <a:gd name="T86" fmla="*/ 2147483647 w 83"/>
                <a:gd name="T87" fmla="*/ 2147483647 h 76"/>
                <a:gd name="T88" fmla="*/ 2147483647 w 83"/>
                <a:gd name="T89" fmla="*/ 2147483647 h 76"/>
                <a:gd name="T90" fmla="*/ 2147483647 w 83"/>
                <a:gd name="T91" fmla="*/ 2147483647 h 76"/>
                <a:gd name="T92" fmla="*/ 2147483647 w 83"/>
                <a:gd name="T93" fmla="*/ 2147483647 h 76"/>
                <a:gd name="T94" fmla="*/ 2147483647 w 83"/>
                <a:gd name="T95" fmla="*/ 2147483647 h 76"/>
                <a:gd name="T96" fmla="*/ 2147483647 w 83"/>
                <a:gd name="T97" fmla="*/ 2147483647 h 76"/>
                <a:gd name="T98" fmla="*/ 2147483647 w 83"/>
                <a:gd name="T99" fmla="*/ 2147483647 h 76"/>
                <a:gd name="T100" fmla="*/ 2147483647 w 83"/>
                <a:gd name="T101" fmla="*/ 2147483647 h 76"/>
                <a:gd name="T102" fmla="*/ 2147483647 w 83"/>
                <a:gd name="T103" fmla="*/ 2147483647 h 76"/>
                <a:gd name="T104" fmla="*/ 2147483647 w 83"/>
                <a:gd name="T105" fmla="*/ 2147483647 h 76"/>
                <a:gd name="T106" fmla="*/ 2147483647 w 83"/>
                <a:gd name="T107" fmla="*/ 2147483647 h 76"/>
                <a:gd name="T108" fmla="*/ 2147483647 w 83"/>
                <a:gd name="T109" fmla="*/ 2147483647 h 76"/>
                <a:gd name="T110" fmla="*/ 2147483647 w 83"/>
                <a:gd name="T111" fmla="*/ 2147483647 h 76"/>
                <a:gd name="T112" fmla="*/ 2147483647 w 83"/>
                <a:gd name="T113" fmla="*/ 2147483647 h 7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3" h="76">
                  <a:moveTo>
                    <a:pt x="0" y="36"/>
                  </a:moveTo>
                  <a:lnTo>
                    <a:pt x="2" y="30"/>
                  </a:lnTo>
                  <a:lnTo>
                    <a:pt x="6" y="20"/>
                  </a:lnTo>
                  <a:lnTo>
                    <a:pt x="7" y="19"/>
                  </a:lnTo>
                  <a:lnTo>
                    <a:pt x="9" y="18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5"/>
                  </a:lnTo>
                  <a:lnTo>
                    <a:pt x="13" y="10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4" y="8"/>
                  </a:lnTo>
                  <a:lnTo>
                    <a:pt x="15" y="7"/>
                  </a:lnTo>
                  <a:lnTo>
                    <a:pt x="16" y="2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22" y="2"/>
                  </a:lnTo>
                  <a:lnTo>
                    <a:pt x="23" y="3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3" y="7"/>
                  </a:lnTo>
                  <a:lnTo>
                    <a:pt x="23" y="8"/>
                  </a:lnTo>
                  <a:lnTo>
                    <a:pt x="24" y="10"/>
                  </a:lnTo>
                  <a:lnTo>
                    <a:pt x="24" y="11"/>
                  </a:lnTo>
                  <a:lnTo>
                    <a:pt x="26" y="11"/>
                  </a:lnTo>
                  <a:lnTo>
                    <a:pt x="27" y="11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1" y="13"/>
                  </a:lnTo>
                  <a:lnTo>
                    <a:pt x="33" y="9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3" y="2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49" y="2"/>
                  </a:lnTo>
                  <a:lnTo>
                    <a:pt x="49" y="3"/>
                  </a:lnTo>
                  <a:lnTo>
                    <a:pt x="50" y="4"/>
                  </a:lnTo>
                  <a:lnTo>
                    <a:pt x="50" y="5"/>
                  </a:lnTo>
                  <a:lnTo>
                    <a:pt x="52" y="5"/>
                  </a:lnTo>
                  <a:lnTo>
                    <a:pt x="53" y="7"/>
                  </a:lnTo>
                  <a:lnTo>
                    <a:pt x="52" y="8"/>
                  </a:lnTo>
                  <a:lnTo>
                    <a:pt x="52" y="9"/>
                  </a:lnTo>
                  <a:lnTo>
                    <a:pt x="53" y="10"/>
                  </a:lnTo>
                  <a:lnTo>
                    <a:pt x="55" y="10"/>
                  </a:lnTo>
                  <a:lnTo>
                    <a:pt x="56" y="10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58" y="11"/>
                  </a:lnTo>
                  <a:lnTo>
                    <a:pt x="58" y="12"/>
                  </a:lnTo>
                  <a:lnTo>
                    <a:pt x="59" y="12"/>
                  </a:lnTo>
                  <a:lnTo>
                    <a:pt x="59" y="13"/>
                  </a:lnTo>
                  <a:lnTo>
                    <a:pt x="58" y="13"/>
                  </a:lnTo>
                  <a:lnTo>
                    <a:pt x="58" y="14"/>
                  </a:lnTo>
                  <a:lnTo>
                    <a:pt x="61" y="15"/>
                  </a:lnTo>
                  <a:lnTo>
                    <a:pt x="67" y="20"/>
                  </a:lnTo>
                  <a:lnTo>
                    <a:pt x="70" y="22"/>
                  </a:lnTo>
                  <a:lnTo>
                    <a:pt x="74" y="24"/>
                  </a:lnTo>
                  <a:lnTo>
                    <a:pt x="77" y="26"/>
                  </a:lnTo>
                  <a:lnTo>
                    <a:pt x="79" y="30"/>
                  </a:lnTo>
                  <a:lnTo>
                    <a:pt x="81" y="30"/>
                  </a:lnTo>
                  <a:lnTo>
                    <a:pt x="83" y="31"/>
                  </a:lnTo>
                  <a:lnTo>
                    <a:pt x="83" y="35"/>
                  </a:lnTo>
                  <a:lnTo>
                    <a:pt x="80" y="39"/>
                  </a:lnTo>
                  <a:lnTo>
                    <a:pt x="55" y="41"/>
                  </a:lnTo>
                  <a:lnTo>
                    <a:pt x="53" y="44"/>
                  </a:lnTo>
                  <a:lnTo>
                    <a:pt x="51" y="47"/>
                  </a:lnTo>
                  <a:lnTo>
                    <a:pt x="46" y="55"/>
                  </a:lnTo>
                  <a:lnTo>
                    <a:pt x="45" y="56"/>
                  </a:lnTo>
                  <a:lnTo>
                    <a:pt x="45" y="57"/>
                  </a:lnTo>
                  <a:lnTo>
                    <a:pt x="46" y="57"/>
                  </a:lnTo>
                  <a:lnTo>
                    <a:pt x="46" y="60"/>
                  </a:lnTo>
                  <a:lnTo>
                    <a:pt x="45" y="61"/>
                  </a:lnTo>
                  <a:lnTo>
                    <a:pt x="46" y="62"/>
                  </a:lnTo>
                  <a:lnTo>
                    <a:pt x="48" y="63"/>
                  </a:lnTo>
                  <a:lnTo>
                    <a:pt x="48" y="66"/>
                  </a:lnTo>
                  <a:lnTo>
                    <a:pt x="47" y="67"/>
                  </a:lnTo>
                  <a:lnTo>
                    <a:pt x="46" y="67"/>
                  </a:lnTo>
                  <a:lnTo>
                    <a:pt x="46" y="70"/>
                  </a:lnTo>
                  <a:lnTo>
                    <a:pt x="46" y="71"/>
                  </a:lnTo>
                  <a:lnTo>
                    <a:pt x="47" y="73"/>
                  </a:lnTo>
                  <a:lnTo>
                    <a:pt x="45" y="76"/>
                  </a:lnTo>
                  <a:lnTo>
                    <a:pt x="44" y="75"/>
                  </a:lnTo>
                  <a:lnTo>
                    <a:pt x="38" y="70"/>
                  </a:lnTo>
                  <a:lnTo>
                    <a:pt x="35" y="67"/>
                  </a:lnTo>
                  <a:lnTo>
                    <a:pt x="34" y="66"/>
                  </a:lnTo>
                  <a:lnTo>
                    <a:pt x="33" y="65"/>
                  </a:lnTo>
                  <a:lnTo>
                    <a:pt x="33" y="64"/>
                  </a:lnTo>
                  <a:lnTo>
                    <a:pt x="32" y="64"/>
                  </a:lnTo>
                  <a:lnTo>
                    <a:pt x="29" y="62"/>
                  </a:lnTo>
                  <a:lnTo>
                    <a:pt x="30" y="62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8" y="60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8"/>
                  </a:lnTo>
                  <a:lnTo>
                    <a:pt x="23" y="56"/>
                  </a:lnTo>
                  <a:lnTo>
                    <a:pt x="22" y="56"/>
                  </a:lnTo>
                  <a:lnTo>
                    <a:pt x="22" y="55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4" y="49"/>
                  </a:lnTo>
                  <a:lnTo>
                    <a:pt x="13" y="49"/>
                  </a:lnTo>
                  <a:lnTo>
                    <a:pt x="11" y="47"/>
                  </a:lnTo>
                  <a:lnTo>
                    <a:pt x="9" y="46"/>
                  </a:lnTo>
                  <a:lnTo>
                    <a:pt x="8" y="45"/>
                  </a:lnTo>
                  <a:lnTo>
                    <a:pt x="7" y="45"/>
                  </a:lnTo>
                  <a:lnTo>
                    <a:pt x="6" y="44"/>
                  </a:lnTo>
                  <a:lnTo>
                    <a:pt x="5" y="44"/>
                  </a:lnTo>
                  <a:lnTo>
                    <a:pt x="4" y="44"/>
                  </a:lnTo>
                  <a:lnTo>
                    <a:pt x="3" y="44"/>
                  </a:lnTo>
                  <a:lnTo>
                    <a:pt x="2" y="43"/>
                  </a:lnTo>
                  <a:lnTo>
                    <a:pt x="2" y="39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Freeform 23"/>
            <p:cNvSpPr>
              <a:spLocks/>
            </p:cNvSpPr>
            <p:nvPr/>
          </p:nvSpPr>
          <p:spPr bwMode="auto">
            <a:xfrm>
              <a:off x="2757892" y="1912884"/>
              <a:ext cx="812046" cy="921592"/>
            </a:xfrm>
            <a:custGeom>
              <a:avLst/>
              <a:gdLst>
                <a:gd name="T0" fmla="*/ 2147483647 w 106"/>
                <a:gd name="T1" fmla="*/ 2147483647 h 119"/>
                <a:gd name="T2" fmla="*/ 2147483647 w 106"/>
                <a:gd name="T3" fmla="*/ 2147483647 h 119"/>
                <a:gd name="T4" fmla="*/ 2147483647 w 106"/>
                <a:gd name="T5" fmla="*/ 2147483647 h 119"/>
                <a:gd name="T6" fmla="*/ 2147483647 w 106"/>
                <a:gd name="T7" fmla="*/ 2147483647 h 119"/>
                <a:gd name="T8" fmla="*/ 2147483647 w 106"/>
                <a:gd name="T9" fmla="*/ 2147483647 h 119"/>
                <a:gd name="T10" fmla="*/ 2147483647 w 106"/>
                <a:gd name="T11" fmla="*/ 2147483647 h 119"/>
                <a:gd name="T12" fmla="*/ 2147483647 w 106"/>
                <a:gd name="T13" fmla="*/ 2147483647 h 119"/>
                <a:gd name="T14" fmla="*/ 2147483647 w 106"/>
                <a:gd name="T15" fmla="*/ 2147483647 h 119"/>
                <a:gd name="T16" fmla="*/ 2147483647 w 106"/>
                <a:gd name="T17" fmla="*/ 2147483647 h 119"/>
                <a:gd name="T18" fmla="*/ 2147483647 w 106"/>
                <a:gd name="T19" fmla="*/ 2147483647 h 119"/>
                <a:gd name="T20" fmla="*/ 2147483647 w 106"/>
                <a:gd name="T21" fmla="*/ 2147483647 h 119"/>
                <a:gd name="T22" fmla="*/ 2147483647 w 106"/>
                <a:gd name="T23" fmla="*/ 2147483647 h 119"/>
                <a:gd name="T24" fmla="*/ 2147483647 w 106"/>
                <a:gd name="T25" fmla="*/ 2147483647 h 119"/>
                <a:gd name="T26" fmla="*/ 2147483647 w 106"/>
                <a:gd name="T27" fmla="*/ 2147483647 h 119"/>
                <a:gd name="T28" fmla="*/ 2147483647 w 106"/>
                <a:gd name="T29" fmla="*/ 2147483647 h 119"/>
                <a:gd name="T30" fmla="*/ 2147483647 w 106"/>
                <a:gd name="T31" fmla="*/ 2147483647 h 119"/>
                <a:gd name="T32" fmla="*/ 2147483647 w 106"/>
                <a:gd name="T33" fmla="*/ 2147483647 h 119"/>
                <a:gd name="T34" fmla="*/ 2147483647 w 106"/>
                <a:gd name="T35" fmla="*/ 2147483647 h 119"/>
                <a:gd name="T36" fmla="*/ 2147483647 w 106"/>
                <a:gd name="T37" fmla="*/ 2147483647 h 119"/>
                <a:gd name="T38" fmla="*/ 2147483647 w 106"/>
                <a:gd name="T39" fmla="*/ 2147483647 h 119"/>
                <a:gd name="T40" fmla="*/ 2147483647 w 106"/>
                <a:gd name="T41" fmla="*/ 2147483647 h 119"/>
                <a:gd name="T42" fmla="*/ 2147483647 w 106"/>
                <a:gd name="T43" fmla="*/ 2147483647 h 119"/>
                <a:gd name="T44" fmla="*/ 2147483647 w 106"/>
                <a:gd name="T45" fmla="*/ 2147483647 h 119"/>
                <a:gd name="T46" fmla="*/ 2147483647 w 106"/>
                <a:gd name="T47" fmla="*/ 2147483647 h 119"/>
                <a:gd name="T48" fmla="*/ 2147483647 w 106"/>
                <a:gd name="T49" fmla="*/ 2147483647 h 119"/>
                <a:gd name="T50" fmla="*/ 2147483647 w 106"/>
                <a:gd name="T51" fmla="*/ 2147483647 h 119"/>
                <a:gd name="T52" fmla="*/ 2147483647 w 106"/>
                <a:gd name="T53" fmla="*/ 2147483647 h 119"/>
                <a:gd name="T54" fmla="*/ 2147483647 w 106"/>
                <a:gd name="T55" fmla="*/ 2147483647 h 119"/>
                <a:gd name="T56" fmla="*/ 2147483647 w 106"/>
                <a:gd name="T57" fmla="*/ 2147483647 h 119"/>
                <a:gd name="T58" fmla="*/ 2147483647 w 106"/>
                <a:gd name="T59" fmla="*/ 2147483647 h 119"/>
                <a:gd name="T60" fmla="*/ 2147483647 w 106"/>
                <a:gd name="T61" fmla="*/ 2147483647 h 119"/>
                <a:gd name="T62" fmla="*/ 2147483647 w 106"/>
                <a:gd name="T63" fmla="*/ 2147483647 h 119"/>
                <a:gd name="T64" fmla="*/ 2147483647 w 106"/>
                <a:gd name="T65" fmla="*/ 2147483647 h 119"/>
                <a:gd name="T66" fmla="*/ 2147483647 w 106"/>
                <a:gd name="T67" fmla="*/ 2147483647 h 119"/>
                <a:gd name="T68" fmla="*/ 2147483647 w 106"/>
                <a:gd name="T69" fmla="*/ 2147483647 h 119"/>
                <a:gd name="T70" fmla="*/ 2147483647 w 106"/>
                <a:gd name="T71" fmla="*/ 2147483647 h 119"/>
                <a:gd name="T72" fmla="*/ 2147483647 w 106"/>
                <a:gd name="T73" fmla="*/ 2147483647 h 119"/>
                <a:gd name="T74" fmla="*/ 2147483647 w 106"/>
                <a:gd name="T75" fmla="*/ 2147483647 h 119"/>
                <a:gd name="T76" fmla="*/ 2147483647 w 106"/>
                <a:gd name="T77" fmla="*/ 2147483647 h 119"/>
                <a:gd name="T78" fmla="*/ 2147483647 w 106"/>
                <a:gd name="T79" fmla="*/ 2147483647 h 119"/>
                <a:gd name="T80" fmla="*/ 2147483647 w 106"/>
                <a:gd name="T81" fmla="*/ 2147483647 h 119"/>
                <a:gd name="T82" fmla="*/ 2147483647 w 106"/>
                <a:gd name="T83" fmla="*/ 2147483647 h 119"/>
                <a:gd name="T84" fmla="*/ 2147483647 w 106"/>
                <a:gd name="T85" fmla="*/ 2147483647 h 119"/>
                <a:gd name="T86" fmla="*/ 2147483647 w 106"/>
                <a:gd name="T87" fmla="*/ 2147483647 h 119"/>
                <a:gd name="T88" fmla="*/ 2147483647 w 106"/>
                <a:gd name="T89" fmla="*/ 2147483647 h 119"/>
                <a:gd name="T90" fmla="*/ 2147483647 w 106"/>
                <a:gd name="T91" fmla="*/ 2147483647 h 119"/>
                <a:gd name="T92" fmla="*/ 2147483647 w 106"/>
                <a:gd name="T93" fmla="*/ 2147483647 h 119"/>
                <a:gd name="T94" fmla="*/ 2147483647 w 106"/>
                <a:gd name="T95" fmla="*/ 2147483647 h 119"/>
                <a:gd name="T96" fmla="*/ 2147483647 w 106"/>
                <a:gd name="T97" fmla="*/ 2147483647 h 119"/>
                <a:gd name="T98" fmla="*/ 2147483647 w 106"/>
                <a:gd name="T99" fmla="*/ 2147483647 h 119"/>
                <a:gd name="T100" fmla="*/ 2147483647 w 106"/>
                <a:gd name="T101" fmla="*/ 2147483647 h 119"/>
                <a:gd name="T102" fmla="*/ 2147483647 w 106"/>
                <a:gd name="T103" fmla="*/ 2147483647 h 119"/>
                <a:gd name="T104" fmla="*/ 2147483647 w 106"/>
                <a:gd name="T105" fmla="*/ 2147483647 h 119"/>
                <a:gd name="T106" fmla="*/ 2147483647 w 106"/>
                <a:gd name="T107" fmla="*/ 2147483647 h 119"/>
                <a:gd name="T108" fmla="*/ 2147483647 w 106"/>
                <a:gd name="T109" fmla="*/ 2147483647 h 119"/>
                <a:gd name="T110" fmla="*/ 2147483647 w 106"/>
                <a:gd name="T111" fmla="*/ 2147483647 h 119"/>
                <a:gd name="T112" fmla="*/ 2147483647 w 106"/>
                <a:gd name="T113" fmla="*/ 0 h 119"/>
                <a:gd name="T114" fmla="*/ 2147483647 w 106"/>
                <a:gd name="T115" fmla="*/ 2147483647 h 119"/>
                <a:gd name="T116" fmla="*/ 2147483647 w 106"/>
                <a:gd name="T117" fmla="*/ 2147483647 h 11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06" h="119">
                  <a:moveTo>
                    <a:pt x="0" y="11"/>
                  </a:moveTo>
                  <a:lnTo>
                    <a:pt x="4" y="11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3" y="23"/>
                  </a:lnTo>
                  <a:lnTo>
                    <a:pt x="4" y="23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8"/>
                  </a:lnTo>
                  <a:lnTo>
                    <a:pt x="8" y="29"/>
                  </a:lnTo>
                  <a:lnTo>
                    <a:pt x="8" y="30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0" y="33"/>
                  </a:lnTo>
                  <a:lnTo>
                    <a:pt x="9" y="34"/>
                  </a:lnTo>
                  <a:lnTo>
                    <a:pt x="9" y="35"/>
                  </a:lnTo>
                  <a:lnTo>
                    <a:pt x="9" y="37"/>
                  </a:lnTo>
                  <a:lnTo>
                    <a:pt x="8" y="37"/>
                  </a:lnTo>
                  <a:lnTo>
                    <a:pt x="7" y="37"/>
                  </a:lnTo>
                  <a:lnTo>
                    <a:pt x="7" y="36"/>
                  </a:lnTo>
                  <a:lnTo>
                    <a:pt x="6" y="36"/>
                  </a:lnTo>
                  <a:lnTo>
                    <a:pt x="5" y="36"/>
                  </a:lnTo>
                  <a:lnTo>
                    <a:pt x="5" y="38"/>
                  </a:lnTo>
                  <a:lnTo>
                    <a:pt x="4" y="39"/>
                  </a:lnTo>
                  <a:lnTo>
                    <a:pt x="3" y="39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3" y="40"/>
                  </a:lnTo>
                  <a:lnTo>
                    <a:pt x="4" y="40"/>
                  </a:lnTo>
                  <a:lnTo>
                    <a:pt x="5" y="39"/>
                  </a:lnTo>
                  <a:lnTo>
                    <a:pt x="5" y="40"/>
                  </a:lnTo>
                  <a:lnTo>
                    <a:pt x="4" y="41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8"/>
                  </a:lnTo>
                  <a:lnTo>
                    <a:pt x="4" y="48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7" y="46"/>
                  </a:lnTo>
                  <a:lnTo>
                    <a:pt x="9" y="44"/>
                  </a:lnTo>
                  <a:lnTo>
                    <a:pt x="11" y="42"/>
                  </a:lnTo>
                  <a:lnTo>
                    <a:pt x="12" y="41"/>
                  </a:lnTo>
                  <a:lnTo>
                    <a:pt x="13" y="41"/>
                  </a:lnTo>
                  <a:lnTo>
                    <a:pt x="14" y="42"/>
                  </a:lnTo>
                  <a:lnTo>
                    <a:pt x="15" y="43"/>
                  </a:lnTo>
                  <a:lnTo>
                    <a:pt x="16" y="41"/>
                  </a:lnTo>
                  <a:lnTo>
                    <a:pt x="15" y="40"/>
                  </a:lnTo>
                  <a:lnTo>
                    <a:pt x="17" y="40"/>
                  </a:lnTo>
                  <a:lnTo>
                    <a:pt x="17" y="39"/>
                  </a:lnTo>
                  <a:lnTo>
                    <a:pt x="17" y="38"/>
                  </a:lnTo>
                  <a:lnTo>
                    <a:pt x="18" y="38"/>
                  </a:lnTo>
                  <a:lnTo>
                    <a:pt x="19" y="38"/>
                  </a:lnTo>
                  <a:lnTo>
                    <a:pt x="20" y="38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2"/>
                  </a:lnTo>
                  <a:lnTo>
                    <a:pt x="21" y="42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3" y="43"/>
                  </a:lnTo>
                  <a:lnTo>
                    <a:pt x="24" y="44"/>
                  </a:lnTo>
                  <a:lnTo>
                    <a:pt x="24" y="45"/>
                  </a:lnTo>
                  <a:lnTo>
                    <a:pt x="23" y="46"/>
                  </a:lnTo>
                  <a:lnTo>
                    <a:pt x="22" y="46"/>
                  </a:lnTo>
                  <a:lnTo>
                    <a:pt x="21" y="47"/>
                  </a:lnTo>
                  <a:lnTo>
                    <a:pt x="21" y="46"/>
                  </a:lnTo>
                  <a:lnTo>
                    <a:pt x="20" y="46"/>
                  </a:lnTo>
                  <a:lnTo>
                    <a:pt x="19" y="47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4"/>
                  </a:lnTo>
                  <a:lnTo>
                    <a:pt x="21" y="54"/>
                  </a:lnTo>
                  <a:lnTo>
                    <a:pt x="22" y="54"/>
                  </a:lnTo>
                  <a:lnTo>
                    <a:pt x="22" y="55"/>
                  </a:lnTo>
                  <a:lnTo>
                    <a:pt x="22" y="56"/>
                  </a:lnTo>
                  <a:lnTo>
                    <a:pt x="23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5" y="53"/>
                  </a:lnTo>
                  <a:lnTo>
                    <a:pt x="26" y="52"/>
                  </a:lnTo>
                  <a:lnTo>
                    <a:pt x="27" y="52"/>
                  </a:lnTo>
                  <a:lnTo>
                    <a:pt x="27" y="53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2" y="56"/>
                  </a:lnTo>
                  <a:lnTo>
                    <a:pt x="31" y="56"/>
                  </a:lnTo>
                  <a:lnTo>
                    <a:pt x="31" y="57"/>
                  </a:lnTo>
                  <a:lnTo>
                    <a:pt x="30" y="57"/>
                  </a:lnTo>
                  <a:lnTo>
                    <a:pt x="30" y="58"/>
                  </a:lnTo>
                  <a:lnTo>
                    <a:pt x="29" y="58"/>
                  </a:lnTo>
                  <a:lnTo>
                    <a:pt x="28" y="59"/>
                  </a:lnTo>
                  <a:lnTo>
                    <a:pt x="28" y="61"/>
                  </a:lnTo>
                  <a:lnTo>
                    <a:pt x="27" y="63"/>
                  </a:lnTo>
                  <a:lnTo>
                    <a:pt x="27" y="64"/>
                  </a:lnTo>
                  <a:lnTo>
                    <a:pt x="26" y="65"/>
                  </a:lnTo>
                  <a:lnTo>
                    <a:pt x="26" y="66"/>
                  </a:lnTo>
                  <a:lnTo>
                    <a:pt x="25" y="66"/>
                  </a:lnTo>
                  <a:lnTo>
                    <a:pt x="25" y="67"/>
                  </a:lnTo>
                  <a:lnTo>
                    <a:pt x="25" y="68"/>
                  </a:lnTo>
                  <a:lnTo>
                    <a:pt x="26" y="69"/>
                  </a:lnTo>
                  <a:lnTo>
                    <a:pt x="25" y="70"/>
                  </a:lnTo>
                  <a:lnTo>
                    <a:pt x="25" y="71"/>
                  </a:lnTo>
                  <a:lnTo>
                    <a:pt x="26" y="71"/>
                  </a:lnTo>
                  <a:lnTo>
                    <a:pt x="27" y="71"/>
                  </a:lnTo>
                  <a:lnTo>
                    <a:pt x="27" y="72"/>
                  </a:lnTo>
                  <a:lnTo>
                    <a:pt x="28" y="72"/>
                  </a:lnTo>
                  <a:lnTo>
                    <a:pt x="29" y="72"/>
                  </a:lnTo>
                  <a:lnTo>
                    <a:pt x="30" y="73"/>
                  </a:lnTo>
                  <a:lnTo>
                    <a:pt x="31" y="73"/>
                  </a:lnTo>
                  <a:lnTo>
                    <a:pt x="32" y="73"/>
                  </a:lnTo>
                  <a:lnTo>
                    <a:pt x="33" y="73"/>
                  </a:lnTo>
                  <a:lnTo>
                    <a:pt x="33" y="74"/>
                  </a:lnTo>
                  <a:lnTo>
                    <a:pt x="32" y="75"/>
                  </a:lnTo>
                  <a:lnTo>
                    <a:pt x="32" y="76"/>
                  </a:lnTo>
                  <a:lnTo>
                    <a:pt x="30" y="76"/>
                  </a:lnTo>
                  <a:lnTo>
                    <a:pt x="29" y="76"/>
                  </a:lnTo>
                  <a:lnTo>
                    <a:pt x="28" y="76"/>
                  </a:lnTo>
                  <a:lnTo>
                    <a:pt x="27" y="76"/>
                  </a:lnTo>
                  <a:lnTo>
                    <a:pt x="27" y="77"/>
                  </a:lnTo>
                  <a:lnTo>
                    <a:pt x="27" y="81"/>
                  </a:lnTo>
                  <a:lnTo>
                    <a:pt x="26" y="82"/>
                  </a:lnTo>
                  <a:lnTo>
                    <a:pt x="25" y="83"/>
                  </a:lnTo>
                  <a:lnTo>
                    <a:pt x="25" y="84"/>
                  </a:lnTo>
                  <a:lnTo>
                    <a:pt x="24" y="84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6" y="86"/>
                  </a:lnTo>
                  <a:lnTo>
                    <a:pt x="26" y="87"/>
                  </a:lnTo>
                  <a:lnTo>
                    <a:pt x="27" y="87"/>
                  </a:lnTo>
                  <a:lnTo>
                    <a:pt x="28" y="87"/>
                  </a:lnTo>
                  <a:lnTo>
                    <a:pt x="29" y="88"/>
                  </a:lnTo>
                  <a:lnTo>
                    <a:pt x="29" y="89"/>
                  </a:lnTo>
                  <a:lnTo>
                    <a:pt x="29" y="90"/>
                  </a:lnTo>
                  <a:lnTo>
                    <a:pt x="30" y="91"/>
                  </a:lnTo>
                  <a:lnTo>
                    <a:pt x="31" y="91"/>
                  </a:lnTo>
                  <a:lnTo>
                    <a:pt x="32" y="91"/>
                  </a:lnTo>
                  <a:lnTo>
                    <a:pt x="33" y="91"/>
                  </a:lnTo>
                  <a:lnTo>
                    <a:pt x="34" y="90"/>
                  </a:lnTo>
                  <a:lnTo>
                    <a:pt x="35" y="90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7" y="92"/>
                  </a:lnTo>
                  <a:lnTo>
                    <a:pt x="37" y="91"/>
                  </a:lnTo>
                  <a:lnTo>
                    <a:pt x="38" y="91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88"/>
                  </a:lnTo>
                  <a:lnTo>
                    <a:pt x="40" y="87"/>
                  </a:lnTo>
                  <a:lnTo>
                    <a:pt x="40" y="86"/>
                  </a:lnTo>
                  <a:lnTo>
                    <a:pt x="40" y="85"/>
                  </a:lnTo>
                  <a:lnTo>
                    <a:pt x="41" y="85"/>
                  </a:lnTo>
                  <a:lnTo>
                    <a:pt x="42" y="86"/>
                  </a:lnTo>
                  <a:lnTo>
                    <a:pt x="44" y="87"/>
                  </a:lnTo>
                  <a:lnTo>
                    <a:pt x="45" y="88"/>
                  </a:lnTo>
                  <a:lnTo>
                    <a:pt x="46" y="88"/>
                  </a:lnTo>
                  <a:lnTo>
                    <a:pt x="47" y="88"/>
                  </a:lnTo>
                  <a:lnTo>
                    <a:pt x="47" y="89"/>
                  </a:lnTo>
                  <a:lnTo>
                    <a:pt x="48" y="90"/>
                  </a:lnTo>
                  <a:lnTo>
                    <a:pt x="48" y="91"/>
                  </a:lnTo>
                  <a:lnTo>
                    <a:pt x="48" y="92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0" y="94"/>
                  </a:lnTo>
                  <a:lnTo>
                    <a:pt x="50" y="95"/>
                  </a:lnTo>
                  <a:lnTo>
                    <a:pt x="51" y="96"/>
                  </a:lnTo>
                  <a:lnTo>
                    <a:pt x="52" y="96"/>
                  </a:lnTo>
                  <a:lnTo>
                    <a:pt x="53" y="96"/>
                  </a:lnTo>
                  <a:lnTo>
                    <a:pt x="54" y="96"/>
                  </a:lnTo>
                  <a:lnTo>
                    <a:pt x="56" y="96"/>
                  </a:lnTo>
                  <a:lnTo>
                    <a:pt x="58" y="97"/>
                  </a:lnTo>
                  <a:lnTo>
                    <a:pt x="58" y="99"/>
                  </a:lnTo>
                  <a:lnTo>
                    <a:pt x="59" y="100"/>
                  </a:lnTo>
                  <a:lnTo>
                    <a:pt x="59" y="102"/>
                  </a:lnTo>
                  <a:lnTo>
                    <a:pt x="58" y="103"/>
                  </a:lnTo>
                  <a:lnTo>
                    <a:pt x="57" y="105"/>
                  </a:lnTo>
                  <a:lnTo>
                    <a:pt x="58" y="109"/>
                  </a:lnTo>
                  <a:lnTo>
                    <a:pt x="58" y="110"/>
                  </a:lnTo>
                  <a:lnTo>
                    <a:pt x="59" y="111"/>
                  </a:lnTo>
                  <a:lnTo>
                    <a:pt x="61" y="111"/>
                  </a:lnTo>
                  <a:lnTo>
                    <a:pt x="62" y="111"/>
                  </a:lnTo>
                  <a:lnTo>
                    <a:pt x="63" y="111"/>
                  </a:lnTo>
                  <a:lnTo>
                    <a:pt x="65" y="109"/>
                  </a:lnTo>
                  <a:lnTo>
                    <a:pt x="66" y="108"/>
                  </a:lnTo>
                  <a:lnTo>
                    <a:pt x="68" y="108"/>
                  </a:lnTo>
                  <a:lnTo>
                    <a:pt x="70" y="107"/>
                  </a:lnTo>
                  <a:lnTo>
                    <a:pt x="71" y="106"/>
                  </a:lnTo>
                  <a:lnTo>
                    <a:pt x="72" y="107"/>
                  </a:lnTo>
                  <a:lnTo>
                    <a:pt x="73" y="107"/>
                  </a:lnTo>
                  <a:lnTo>
                    <a:pt x="73" y="108"/>
                  </a:lnTo>
                  <a:lnTo>
                    <a:pt x="72" y="109"/>
                  </a:lnTo>
                  <a:lnTo>
                    <a:pt x="71" y="109"/>
                  </a:lnTo>
                  <a:lnTo>
                    <a:pt x="72" y="110"/>
                  </a:lnTo>
                  <a:lnTo>
                    <a:pt x="72" y="111"/>
                  </a:lnTo>
                  <a:lnTo>
                    <a:pt x="73" y="112"/>
                  </a:lnTo>
                  <a:lnTo>
                    <a:pt x="75" y="114"/>
                  </a:lnTo>
                  <a:lnTo>
                    <a:pt x="78" y="115"/>
                  </a:lnTo>
                  <a:lnTo>
                    <a:pt x="78" y="116"/>
                  </a:lnTo>
                  <a:lnTo>
                    <a:pt x="79" y="116"/>
                  </a:lnTo>
                  <a:lnTo>
                    <a:pt x="79" y="118"/>
                  </a:lnTo>
                  <a:lnTo>
                    <a:pt x="81" y="118"/>
                  </a:lnTo>
                  <a:lnTo>
                    <a:pt x="82" y="118"/>
                  </a:lnTo>
                  <a:lnTo>
                    <a:pt x="84" y="118"/>
                  </a:lnTo>
                  <a:lnTo>
                    <a:pt x="86" y="118"/>
                  </a:lnTo>
                  <a:lnTo>
                    <a:pt x="87" y="118"/>
                  </a:lnTo>
                  <a:lnTo>
                    <a:pt x="90" y="118"/>
                  </a:lnTo>
                  <a:lnTo>
                    <a:pt x="96" y="119"/>
                  </a:lnTo>
                  <a:lnTo>
                    <a:pt x="100" y="118"/>
                  </a:lnTo>
                  <a:lnTo>
                    <a:pt x="101" y="119"/>
                  </a:lnTo>
                  <a:lnTo>
                    <a:pt x="102" y="118"/>
                  </a:lnTo>
                  <a:lnTo>
                    <a:pt x="104" y="117"/>
                  </a:lnTo>
                  <a:lnTo>
                    <a:pt x="105" y="116"/>
                  </a:lnTo>
                  <a:lnTo>
                    <a:pt x="104" y="116"/>
                  </a:lnTo>
                  <a:lnTo>
                    <a:pt x="105" y="116"/>
                  </a:lnTo>
                  <a:lnTo>
                    <a:pt x="106" y="115"/>
                  </a:lnTo>
                  <a:lnTo>
                    <a:pt x="106" y="114"/>
                  </a:lnTo>
                  <a:lnTo>
                    <a:pt x="105" y="114"/>
                  </a:lnTo>
                  <a:lnTo>
                    <a:pt x="105" y="113"/>
                  </a:lnTo>
                  <a:lnTo>
                    <a:pt x="104" y="110"/>
                  </a:lnTo>
                  <a:lnTo>
                    <a:pt x="104" y="109"/>
                  </a:lnTo>
                  <a:lnTo>
                    <a:pt x="103" y="109"/>
                  </a:lnTo>
                  <a:lnTo>
                    <a:pt x="103" y="108"/>
                  </a:lnTo>
                  <a:lnTo>
                    <a:pt x="103" y="107"/>
                  </a:lnTo>
                  <a:lnTo>
                    <a:pt x="102" y="106"/>
                  </a:lnTo>
                  <a:lnTo>
                    <a:pt x="101" y="106"/>
                  </a:lnTo>
                  <a:lnTo>
                    <a:pt x="100" y="105"/>
                  </a:lnTo>
                  <a:lnTo>
                    <a:pt x="99" y="104"/>
                  </a:lnTo>
                  <a:lnTo>
                    <a:pt x="98" y="104"/>
                  </a:lnTo>
                  <a:lnTo>
                    <a:pt x="97" y="102"/>
                  </a:lnTo>
                  <a:lnTo>
                    <a:pt x="96" y="102"/>
                  </a:lnTo>
                  <a:lnTo>
                    <a:pt x="96" y="99"/>
                  </a:lnTo>
                  <a:lnTo>
                    <a:pt x="96" y="98"/>
                  </a:lnTo>
                  <a:lnTo>
                    <a:pt x="95" y="98"/>
                  </a:lnTo>
                  <a:lnTo>
                    <a:pt x="95" y="97"/>
                  </a:lnTo>
                  <a:lnTo>
                    <a:pt x="95" y="96"/>
                  </a:lnTo>
                  <a:lnTo>
                    <a:pt x="95" y="93"/>
                  </a:lnTo>
                  <a:lnTo>
                    <a:pt x="95" y="94"/>
                  </a:lnTo>
                  <a:lnTo>
                    <a:pt x="94" y="94"/>
                  </a:lnTo>
                  <a:lnTo>
                    <a:pt x="93" y="94"/>
                  </a:lnTo>
                  <a:lnTo>
                    <a:pt x="92" y="94"/>
                  </a:lnTo>
                  <a:lnTo>
                    <a:pt x="90" y="95"/>
                  </a:lnTo>
                  <a:lnTo>
                    <a:pt x="88" y="95"/>
                  </a:lnTo>
                  <a:lnTo>
                    <a:pt x="88" y="96"/>
                  </a:lnTo>
                  <a:lnTo>
                    <a:pt x="88" y="95"/>
                  </a:lnTo>
                  <a:lnTo>
                    <a:pt x="86" y="95"/>
                  </a:lnTo>
                  <a:lnTo>
                    <a:pt x="85" y="94"/>
                  </a:lnTo>
                  <a:lnTo>
                    <a:pt x="84" y="93"/>
                  </a:lnTo>
                  <a:lnTo>
                    <a:pt x="82" y="92"/>
                  </a:lnTo>
                  <a:lnTo>
                    <a:pt x="82" y="91"/>
                  </a:lnTo>
                  <a:lnTo>
                    <a:pt x="81" y="91"/>
                  </a:lnTo>
                  <a:lnTo>
                    <a:pt x="81" y="90"/>
                  </a:lnTo>
                  <a:lnTo>
                    <a:pt x="79" y="88"/>
                  </a:lnTo>
                  <a:lnTo>
                    <a:pt x="79" y="87"/>
                  </a:lnTo>
                  <a:lnTo>
                    <a:pt x="78" y="87"/>
                  </a:lnTo>
                  <a:lnTo>
                    <a:pt x="77" y="87"/>
                  </a:lnTo>
                  <a:lnTo>
                    <a:pt x="76" y="87"/>
                  </a:lnTo>
                  <a:lnTo>
                    <a:pt x="75" y="86"/>
                  </a:lnTo>
                  <a:lnTo>
                    <a:pt x="74" y="85"/>
                  </a:lnTo>
                  <a:lnTo>
                    <a:pt x="74" y="84"/>
                  </a:lnTo>
                  <a:lnTo>
                    <a:pt x="73" y="84"/>
                  </a:lnTo>
                  <a:lnTo>
                    <a:pt x="72" y="83"/>
                  </a:lnTo>
                  <a:lnTo>
                    <a:pt x="71" y="83"/>
                  </a:lnTo>
                  <a:lnTo>
                    <a:pt x="70" y="83"/>
                  </a:lnTo>
                  <a:lnTo>
                    <a:pt x="69" y="83"/>
                  </a:lnTo>
                  <a:lnTo>
                    <a:pt x="68" y="83"/>
                  </a:lnTo>
                  <a:lnTo>
                    <a:pt x="67" y="83"/>
                  </a:lnTo>
                  <a:lnTo>
                    <a:pt x="64" y="83"/>
                  </a:lnTo>
                  <a:lnTo>
                    <a:pt x="62" y="82"/>
                  </a:lnTo>
                  <a:lnTo>
                    <a:pt x="59" y="81"/>
                  </a:lnTo>
                  <a:lnTo>
                    <a:pt x="57" y="80"/>
                  </a:lnTo>
                  <a:lnTo>
                    <a:pt x="56" y="79"/>
                  </a:lnTo>
                  <a:lnTo>
                    <a:pt x="55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3" y="76"/>
                  </a:lnTo>
                  <a:lnTo>
                    <a:pt x="54" y="76"/>
                  </a:lnTo>
                  <a:lnTo>
                    <a:pt x="54" y="75"/>
                  </a:lnTo>
                  <a:lnTo>
                    <a:pt x="53" y="74"/>
                  </a:lnTo>
                  <a:lnTo>
                    <a:pt x="52" y="73"/>
                  </a:lnTo>
                  <a:lnTo>
                    <a:pt x="51" y="72"/>
                  </a:lnTo>
                  <a:lnTo>
                    <a:pt x="50" y="72"/>
                  </a:lnTo>
                  <a:lnTo>
                    <a:pt x="49" y="70"/>
                  </a:lnTo>
                  <a:lnTo>
                    <a:pt x="47" y="69"/>
                  </a:lnTo>
                  <a:lnTo>
                    <a:pt x="46" y="67"/>
                  </a:lnTo>
                  <a:lnTo>
                    <a:pt x="47" y="66"/>
                  </a:lnTo>
                  <a:lnTo>
                    <a:pt x="47" y="64"/>
                  </a:lnTo>
                  <a:lnTo>
                    <a:pt x="46" y="62"/>
                  </a:lnTo>
                  <a:lnTo>
                    <a:pt x="46" y="61"/>
                  </a:lnTo>
                  <a:lnTo>
                    <a:pt x="45" y="60"/>
                  </a:lnTo>
                  <a:lnTo>
                    <a:pt x="45" y="59"/>
                  </a:lnTo>
                  <a:lnTo>
                    <a:pt x="44" y="57"/>
                  </a:lnTo>
                  <a:lnTo>
                    <a:pt x="43" y="56"/>
                  </a:lnTo>
                  <a:lnTo>
                    <a:pt x="42" y="55"/>
                  </a:lnTo>
                  <a:lnTo>
                    <a:pt x="37" y="46"/>
                  </a:lnTo>
                  <a:lnTo>
                    <a:pt x="36" y="46"/>
                  </a:lnTo>
                  <a:lnTo>
                    <a:pt x="36" y="45"/>
                  </a:lnTo>
                  <a:lnTo>
                    <a:pt x="32" y="41"/>
                  </a:lnTo>
                  <a:lnTo>
                    <a:pt x="32" y="40"/>
                  </a:lnTo>
                  <a:lnTo>
                    <a:pt x="31" y="40"/>
                  </a:lnTo>
                  <a:lnTo>
                    <a:pt x="31" y="39"/>
                  </a:lnTo>
                  <a:lnTo>
                    <a:pt x="30" y="38"/>
                  </a:lnTo>
                  <a:lnTo>
                    <a:pt x="28" y="31"/>
                  </a:lnTo>
                  <a:lnTo>
                    <a:pt x="27" y="26"/>
                  </a:lnTo>
                  <a:lnTo>
                    <a:pt x="28" y="25"/>
                  </a:lnTo>
                  <a:lnTo>
                    <a:pt x="28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9"/>
                  </a:lnTo>
                  <a:lnTo>
                    <a:pt x="27" y="18"/>
                  </a:lnTo>
                  <a:lnTo>
                    <a:pt x="25" y="17"/>
                  </a:lnTo>
                  <a:lnTo>
                    <a:pt x="24" y="16"/>
                  </a:lnTo>
                  <a:lnTo>
                    <a:pt x="22" y="13"/>
                  </a:lnTo>
                  <a:lnTo>
                    <a:pt x="18" y="5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2" y="7"/>
                  </a:lnTo>
                  <a:lnTo>
                    <a:pt x="3" y="9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Freeform 24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4067891" y="1982585"/>
              <a:ext cx="451988" cy="425946"/>
            </a:xfrm>
            <a:custGeom>
              <a:avLst/>
              <a:gdLst>
                <a:gd name="T0" fmla="*/ 0 w 59"/>
                <a:gd name="T1" fmla="*/ 2147483647 h 55"/>
                <a:gd name="T2" fmla="*/ 2147483647 w 59"/>
                <a:gd name="T3" fmla="*/ 2147483647 h 55"/>
                <a:gd name="T4" fmla="*/ 2147483647 w 59"/>
                <a:gd name="T5" fmla="*/ 2147483647 h 55"/>
                <a:gd name="T6" fmla="*/ 2147483647 w 59"/>
                <a:gd name="T7" fmla="*/ 2147483647 h 55"/>
                <a:gd name="T8" fmla="*/ 2147483647 w 59"/>
                <a:gd name="T9" fmla="*/ 2147483647 h 55"/>
                <a:gd name="T10" fmla="*/ 2147483647 w 59"/>
                <a:gd name="T11" fmla="*/ 2147483647 h 55"/>
                <a:gd name="T12" fmla="*/ 2147483647 w 59"/>
                <a:gd name="T13" fmla="*/ 2147483647 h 55"/>
                <a:gd name="T14" fmla="*/ 2147483647 w 59"/>
                <a:gd name="T15" fmla="*/ 2147483647 h 55"/>
                <a:gd name="T16" fmla="*/ 2147483647 w 59"/>
                <a:gd name="T17" fmla="*/ 2147483647 h 55"/>
                <a:gd name="T18" fmla="*/ 2147483647 w 59"/>
                <a:gd name="T19" fmla="*/ 2147483647 h 55"/>
                <a:gd name="T20" fmla="*/ 2147483647 w 59"/>
                <a:gd name="T21" fmla="*/ 2147483647 h 55"/>
                <a:gd name="T22" fmla="*/ 2147483647 w 59"/>
                <a:gd name="T23" fmla="*/ 2147483647 h 55"/>
                <a:gd name="T24" fmla="*/ 2147483647 w 59"/>
                <a:gd name="T25" fmla="*/ 2147483647 h 55"/>
                <a:gd name="T26" fmla="*/ 2147483647 w 59"/>
                <a:gd name="T27" fmla="*/ 2147483647 h 55"/>
                <a:gd name="T28" fmla="*/ 2147483647 w 59"/>
                <a:gd name="T29" fmla="*/ 2147483647 h 55"/>
                <a:gd name="T30" fmla="*/ 2147483647 w 59"/>
                <a:gd name="T31" fmla="*/ 2147483647 h 55"/>
                <a:gd name="T32" fmla="*/ 2147483647 w 59"/>
                <a:gd name="T33" fmla="*/ 2147483647 h 55"/>
                <a:gd name="T34" fmla="*/ 2147483647 w 59"/>
                <a:gd name="T35" fmla="*/ 2147483647 h 55"/>
                <a:gd name="T36" fmla="*/ 2147483647 w 59"/>
                <a:gd name="T37" fmla="*/ 2147483647 h 55"/>
                <a:gd name="T38" fmla="*/ 2147483647 w 59"/>
                <a:gd name="T39" fmla="*/ 2147483647 h 55"/>
                <a:gd name="T40" fmla="*/ 2147483647 w 59"/>
                <a:gd name="T41" fmla="*/ 2147483647 h 55"/>
                <a:gd name="T42" fmla="*/ 2147483647 w 59"/>
                <a:gd name="T43" fmla="*/ 2147483647 h 55"/>
                <a:gd name="T44" fmla="*/ 2147483647 w 59"/>
                <a:gd name="T45" fmla="*/ 2147483647 h 55"/>
                <a:gd name="T46" fmla="*/ 2147483647 w 59"/>
                <a:gd name="T47" fmla="*/ 2147483647 h 55"/>
                <a:gd name="T48" fmla="*/ 2147483647 w 59"/>
                <a:gd name="T49" fmla="*/ 0 h 55"/>
                <a:gd name="T50" fmla="*/ 2147483647 w 59"/>
                <a:gd name="T51" fmla="*/ 0 h 55"/>
                <a:gd name="T52" fmla="*/ 2147483647 w 59"/>
                <a:gd name="T53" fmla="*/ 2147483647 h 55"/>
                <a:gd name="T54" fmla="*/ 2147483647 w 59"/>
                <a:gd name="T55" fmla="*/ 2147483647 h 55"/>
                <a:gd name="T56" fmla="*/ 2147483647 w 59"/>
                <a:gd name="T57" fmla="*/ 2147483647 h 55"/>
                <a:gd name="T58" fmla="*/ 2147483647 w 59"/>
                <a:gd name="T59" fmla="*/ 2147483647 h 55"/>
                <a:gd name="T60" fmla="*/ 2147483647 w 59"/>
                <a:gd name="T61" fmla="*/ 2147483647 h 55"/>
                <a:gd name="T62" fmla="*/ 2147483647 w 59"/>
                <a:gd name="T63" fmla="*/ 2147483647 h 55"/>
                <a:gd name="T64" fmla="*/ 2147483647 w 59"/>
                <a:gd name="T65" fmla="*/ 2147483647 h 55"/>
                <a:gd name="T66" fmla="*/ 2147483647 w 59"/>
                <a:gd name="T67" fmla="*/ 2147483647 h 55"/>
                <a:gd name="T68" fmla="*/ 2147483647 w 59"/>
                <a:gd name="T69" fmla="*/ 2147483647 h 55"/>
                <a:gd name="T70" fmla="*/ 0 w 59"/>
                <a:gd name="T71" fmla="*/ 2147483647 h 5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9" h="55">
                  <a:moveTo>
                    <a:pt x="0" y="18"/>
                  </a:moveTo>
                  <a:lnTo>
                    <a:pt x="0" y="17"/>
                  </a:lnTo>
                  <a:lnTo>
                    <a:pt x="1" y="17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9" y="11"/>
                  </a:lnTo>
                  <a:lnTo>
                    <a:pt x="11" y="10"/>
                  </a:lnTo>
                  <a:lnTo>
                    <a:pt x="12" y="10"/>
                  </a:lnTo>
                  <a:lnTo>
                    <a:pt x="14" y="10"/>
                  </a:lnTo>
                  <a:lnTo>
                    <a:pt x="15" y="9"/>
                  </a:lnTo>
                  <a:lnTo>
                    <a:pt x="17" y="9"/>
                  </a:lnTo>
                  <a:lnTo>
                    <a:pt x="19" y="9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3" y="8"/>
                  </a:lnTo>
                  <a:lnTo>
                    <a:pt x="26" y="7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0" y="6"/>
                  </a:lnTo>
                  <a:lnTo>
                    <a:pt x="31" y="6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3"/>
                  </a:lnTo>
                  <a:lnTo>
                    <a:pt x="36" y="3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8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5" y="1"/>
                  </a:lnTo>
                  <a:lnTo>
                    <a:pt x="58" y="2"/>
                  </a:lnTo>
                  <a:lnTo>
                    <a:pt x="59" y="2"/>
                  </a:lnTo>
                  <a:lnTo>
                    <a:pt x="59" y="10"/>
                  </a:lnTo>
                  <a:lnTo>
                    <a:pt x="58" y="17"/>
                  </a:lnTo>
                  <a:lnTo>
                    <a:pt x="52" y="25"/>
                  </a:lnTo>
                  <a:lnTo>
                    <a:pt x="28" y="55"/>
                  </a:lnTo>
                  <a:lnTo>
                    <a:pt x="11" y="32"/>
                  </a:lnTo>
                  <a:lnTo>
                    <a:pt x="8" y="28"/>
                  </a:lnTo>
                  <a:lnTo>
                    <a:pt x="7" y="29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1" y="28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Freeform 25"/>
            <p:cNvSpPr>
              <a:spLocks/>
            </p:cNvSpPr>
            <p:nvPr/>
          </p:nvSpPr>
          <p:spPr bwMode="auto">
            <a:xfrm>
              <a:off x="1409589" y="1130693"/>
              <a:ext cx="727777" cy="813170"/>
            </a:xfrm>
            <a:custGeom>
              <a:avLst/>
              <a:gdLst>
                <a:gd name="T0" fmla="*/ 2147483647 w 95"/>
                <a:gd name="T1" fmla="*/ 2147483647 h 105"/>
                <a:gd name="T2" fmla="*/ 2147483647 w 95"/>
                <a:gd name="T3" fmla="*/ 2147483647 h 105"/>
                <a:gd name="T4" fmla="*/ 2147483647 w 95"/>
                <a:gd name="T5" fmla="*/ 2147483647 h 105"/>
                <a:gd name="T6" fmla="*/ 2147483647 w 95"/>
                <a:gd name="T7" fmla="*/ 2147483647 h 105"/>
                <a:gd name="T8" fmla="*/ 2147483647 w 95"/>
                <a:gd name="T9" fmla="*/ 2147483647 h 105"/>
                <a:gd name="T10" fmla="*/ 2147483647 w 95"/>
                <a:gd name="T11" fmla="*/ 2147483647 h 105"/>
                <a:gd name="T12" fmla="*/ 2147483647 w 95"/>
                <a:gd name="T13" fmla="*/ 2147483647 h 105"/>
                <a:gd name="T14" fmla="*/ 2147483647 w 95"/>
                <a:gd name="T15" fmla="*/ 2147483647 h 105"/>
                <a:gd name="T16" fmla="*/ 2147483647 w 95"/>
                <a:gd name="T17" fmla="*/ 2147483647 h 105"/>
                <a:gd name="T18" fmla="*/ 2147483647 w 95"/>
                <a:gd name="T19" fmla="*/ 2147483647 h 105"/>
                <a:gd name="T20" fmla="*/ 2147483647 w 95"/>
                <a:gd name="T21" fmla="*/ 2147483647 h 105"/>
                <a:gd name="T22" fmla="*/ 2147483647 w 95"/>
                <a:gd name="T23" fmla="*/ 2147483647 h 105"/>
                <a:gd name="T24" fmla="*/ 2147483647 w 95"/>
                <a:gd name="T25" fmla="*/ 2147483647 h 105"/>
                <a:gd name="T26" fmla="*/ 2147483647 w 95"/>
                <a:gd name="T27" fmla="*/ 2147483647 h 105"/>
                <a:gd name="T28" fmla="*/ 2147483647 w 95"/>
                <a:gd name="T29" fmla="*/ 2147483647 h 105"/>
                <a:gd name="T30" fmla="*/ 2147483647 w 95"/>
                <a:gd name="T31" fmla="*/ 2147483647 h 105"/>
                <a:gd name="T32" fmla="*/ 2147483647 w 95"/>
                <a:gd name="T33" fmla="*/ 2147483647 h 105"/>
                <a:gd name="T34" fmla="*/ 2147483647 w 95"/>
                <a:gd name="T35" fmla="*/ 2147483647 h 105"/>
                <a:gd name="T36" fmla="*/ 2147483647 w 95"/>
                <a:gd name="T37" fmla="*/ 2147483647 h 105"/>
                <a:gd name="T38" fmla="*/ 2147483647 w 95"/>
                <a:gd name="T39" fmla="*/ 2147483647 h 105"/>
                <a:gd name="T40" fmla="*/ 2147483647 w 95"/>
                <a:gd name="T41" fmla="*/ 2147483647 h 105"/>
                <a:gd name="T42" fmla="*/ 2147483647 w 95"/>
                <a:gd name="T43" fmla="*/ 2147483647 h 105"/>
                <a:gd name="T44" fmla="*/ 2147483647 w 95"/>
                <a:gd name="T45" fmla="*/ 2147483647 h 105"/>
                <a:gd name="T46" fmla="*/ 2147483647 w 95"/>
                <a:gd name="T47" fmla="*/ 2147483647 h 105"/>
                <a:gd name="T48" fmla="*/ 2147483647 w 95"/>
                <a:gd name="T49" fmla="*/ 2147483647 h 105"/>
                <a:gd name="T50" fmla="*/ 2147483647 w 95"/>
                <a:gd name="T51" fmla="*/ 2147483647 h 105"/>
                <a:gd name="T52" fmla="*/ 2147483647 w 95"/>
                <a:gd name="T53" fmla="*/ 2147483647 h 105"/>
                <a:gd name="T54" fmla="*/ 2147483647 w 95"/>
                <a:gd name="T55" fmla="*/ 2147483647 h 105"/>
                <a:gd name="T56" fmla="*/ 2147483647 w 95"/>
                <a:gd name="T57" fmla="*/ 2147483647 h 105"/>
                <a:gd name="T58" fmla="*/ 2147483647 w 95"/>
                <a:gd name="T59" fmla="*/ 2147483647 h 105"/>
                <a:gd name="T60" fmla="*/ 2147483647 w 95"/>
                <a:gd name="T61" fmla="*/ 2147483647 h 105"/>
                <a:gd name="T62" fmla="*/ 2147483647 w 95"/>
                <a:gd name="T63" fmla="*/ 2147483647 h 105"/>
                <a:gd name="T64" fmla="*/ 2147483647 w 95"/>
                <a:gd name="T65" fmla="*/ 2147483647 h 105"/>
                <a:gd name="T66" fmla="*/ 2147483647 w 95"/>
                <a:gd name="T67" fmla="*/ 2147483647 h 105"/>
                <a:gd name="T68" fmla="*/ 2147483647 w 95"/>
                <a:gd name="T69" fmla="*/ 2147483647 h 105"/>
                <a:gd name="T70" fmla="*/ 2147483647 w 95"/>
                <a:gd name="T71" fmla="*/ 2147483647 h 105"/>
                <a:gd name="T72" fmla="*/ 2147483647 w 95"/>
                <a:gd name="T73" fmla="*/ 2147483647 h 105"/>
                <a:gd name="T74" fmla="*/ 2147483647 w 95"/>
                <a:gd name="T75" fmla="*/ 2147483647 h 105"/>
                <a:gd name="T76" fmla="*/ 2147483647 w 95"/>
                <a:gd name="T77" fmla="*/ 2147483647 h 105"/>
                <a:gd name="T78" fmla="*/ 2147483647 w 95"/>
                <a:gd name="T79" fmla="*/ 2147483647 h 105"/>
                <a:gd name="T80" fmla="*/ 2147483647 w 95"/>
                <a:gd name="T81" fmla="*/ 2147483647 h 105"/>
                <a:gd name="T82" fmla="*/ 2147483647 w 95"/>
                <a:gd name="T83" fmla="*/ 2147483647 h 105"/>
                <a:gd name="T84" fmla="*/ 2147483647 w 95"/>
                <a:gd name="T85" fmla="*/ 2147483647 h 105"/>
                <a:gd name="T86" fmla="*/ 2147483647 w 95"/>
                <a:gd name="T87" fmla="*/ 2147483647 h 105"/>
                <a:gd name="T88" fmla="*/ 2147483647 w 95"/>
                <a:gd name="T89" fmla="*/ 2147483647 h 105"/>
                <a:gd name="T90" fmla="*/ 2147483647 w 95"/>
                <a:gd name="T91" fmla="*/ 2147483647 h 105"/>
                <a:gd name="T92" fmla="*/ 2147483647 w 95"/>
                <a:gd name="T93" fmla="*/ 0 h 105"/>
                <a:gd name="T94" fmla="*/ 2147483647 w 95"/>
                <a:gd name="T95" fmla="*/ 2147483647 h 105"/>
                <a:gd name="T96" fmla="*/ 2147483647 w 95"/>
                <a:gd name="T97" fmla="*/ 2147483647 h 105"/>
                <a:gd name="T98" fmla="*/ 2147483647 w 95"/>
                <a:gd name="T99" fmla="*/ 2147483647 h 105"/>
                <a:gd name="T100" fmla="*/ 2147483647 w 95"/>
                <a:gd name="T101" fmla="*/ 2147483647 h 105"/>
                <a:gd name="T102" fmla="*/ 2147483647 w 95"/>
                <a:gd name="T103" fmla="*/ 2147483647 h 105"/>
                <a:gd name="T104" fmla="*/ 2147483647 w 95"/>
                <a:gd name="T105" fmla="*/ 2147483647 h 105"/>
                <a:gd name="T106" fmla="*/ 2147483647 w 95"/>
                <a:gd name="T107" fmla="*/ 2147483647 h 105"/>
                <a:gd name="T108" fmla="*/ 0 w 95"/>
                <a:gd name="T109" fmla="*/ 2147483647 h 10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5" h="105">
                  <a:moveTo>
                    <a:pt x="0" y="34"/>
                  </a:move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2"/>
                  </a:lnTo>
                  <a:lnTo>
                    <a:pt x="3" y="44"/>
                  </a:lnTo>
                  <a:lnTo>
                    <a:pt x="4" y="44"/>
                  </a:lnTo>
                  <a:lnTo>
                    <a:pt x="5" y="45"/>
                  </a:lnTo>
                  <a:lnTo>
                    <a:pt x="6" y="46"/>
                  </a:lnTo>
                  <a:lnTo>
                    <a:pt x="7" y="48"/>
                  </a:lnTo>
                  <a:lnTo>
                    <a:pt x="8" y="49"/>
                  </a:lnTo>
                  <a:lnTo>
                    <a:pt x="8" y="51"/>
                  </a:lnTo>
                  <a:lnTo>
                    <a:pt x="9" y="52"/>
                  </a:lnTo>
                  <a:lnTo>
                    <a:pt x="9" y="53"/>
                  </a:lnTo>
                  <a:lnTo>
                    <a:pt x="10" y="55"/>
                  </a:lnTo>
                  <a:lnTo>
                    <a:pt x="11" y="56"/>
                  </a:lnTo>
                  <a:lnTo>
                    <a:pt x="12" y="56"/>
                  </a:lnTo>
                  <a:lnTo>
                    <a:pt x="13" y="56"/>
                  </a:lnTo>
                  <a:lnTo>
                    <a:pt x="14" y="55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7" y="55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0" y="58"/>
                  </a:lnTo>
                  <a:lnTo>
                    <a:pt x="22" y="62"/>
                  </a:lnTo>
                  <a:lnTo>
                    <a:pt x="22" y="63"/>
                  </a:lnTo>
                  <a:lnTo>
                    <a:pt x="22" y="65"/>
                  </a:lnTo>
                  <a:lnTo>
                    <a:pt x="22" y="66"/>
                  </a:lnTo>
                  <a:lnTo>
                    <a:pt x="23" y="69"/>
                  </a:lnTo>
                  <a:lnTo>
                    <a:pt x="23" y="70"/>
                  </a:lnTo>
                  <a:lnTo>
                    <a:pt x="25" y="72"/>
                  </a:lnTo>
                  <a:lnTo>
                    <a:pt x="25" y="75"/>
                  </a:lnTo>
                  <a:lnTo>
                    <a:pt x="25" y="76"/>
                  </a:lnTo>
                  <a:lnTo>
                    <a:pt x="26" y="77"/>
                  </a:lnTo>
                  <a:lnTo>
                    <a:pt x="27" y="78"/>
                  </a:lnTo>
                  <a:lnTo>
                    <a:pt x="27" y="80"/>
                  </a:lnTo>
                  <a:lnTo>
                    <a:pt x="28" y="81"/>
                  </a:lnTo>
                  <a:lnTo>
                    <a:pt x="29" y="82"/>
                  </a:lnTo>
                  <a:lnTo>
                    <a:pt x="28" y="82"/>
                  </a:lnTo>
                  <a:lnTo>
                    <a:pt x="29" y="82"/>
                  </a:lnTo>
                  <a:lnTo>
                    <a:pt x="30" y="82"/>
                  </a:lnTo>
                  <a:lnTo>
                    <a:pt x="32" y="83"/>
                  </a:lnTo>
                  <a:lnTo>
                    <a:pt x="32" y="84"/>
                  </a:lnTo>
                  <a:lnTo>
                    <a:pt x="32" y="85"/>
                  </a:lnTo>
                  <a:lnTo>
                    <a:pt x="32" y="88"/>
                  </a:lnTo>
                  <a:lnTo>
                    <a:pt x="39" y="89"/>
                  </a:lnTo>
                  <a:lnTo>
                    <a:pt x="39" y="90"/>
                  </a:lnTo>
                  <a:lnTo>
                    <a:pt x="41" y="94"/>
                  </a:lnTo>
                  <a:lnTo>
                    <a:pt x="40" y="95"/>
                  </a:lnTo>
                  <a:lnTo>
                    <a:pt x="39" y="96"/>
                  </a:lnTo>
                  <a:lnTo>
                    <a:pt x="40" y="97"/>
                  </a:lnTo>
                  <a:lnTo>
                    <a:pt x="41" y="97"/>
                  </a:lnTo>
                  <a:lnTo>
                    <a:pt x="42" y="97"/>
                  </a:lnTo>
                  <a:lnTo>
                    <a:pt x="43" y="96"/>
                  </a:lnTo>
                  <a:lnTo>
                    <a:pt x="44" y="95"/>
                  </a:lnTo>
                  <a:lnTo>
                    <a:pt x="46" y="95"/>
                  </a:lnTo>
                  <a:lnTo>
                    <a:pt x="47" y="95"/>
                  </a:lnTo>
                  <a:lnTo>
                    <a:pt x="48" y="96"/>
                  </a:lnTo>
                  <a:lnTo>
                    <a:pt x="49" y="99"/>
                  </a:lnTo>
                  <a:lnTo>
                    <a:pt x="49" y="100"/>
                  </a:lnTo>
                  <a:lnTo>
                    <a:pt x="50" y="100"/>
                  </a:lnTo>
                  <a:lnTo>
                    <a:pt x="52" y="101"/>
                  </a:lnTo>
                  <a:lnTo>
                    <a:pt x="53" y="100"/>
                  </a:lnTo>
                  <a:lnTo>
                    <a:pt x="54" y="100"/>
                  </a:lnTo>
                  <a:lnTo>
                    <a:pt x="55" y="105"/>
                  </a:lnTo>
                  <a:lnTo>
                    <a:pt x="58" y="101"/>
                  </a:lnTo>
                  <a:lnTo>
                    <a:pt x="57" y="99"/>
                  </a:lnTo>
                  <a:lnTo>
                    <a:pt x="57" y="97"/>
                  </a:lnTo>
                  <a:lnTo>
                    <a:pt x="58" y="85"/>
                  </a:lnTo>
                  <a:lnTo>
                    <a:pt x="59" y="84"/>
                  </a:lnTo>
                  <a:lnTo>
                    <a:pt x="59" y="83"/>
                  </a:lnTo>
                  <a:lnTo>
                    <a:pt x="59" y="80"/>
                  </a:lnTo>
                  <a:lnTo>
                    <a:pt x="60" y="77"/>
                  </a:lnTo>
                  <a:lnTo>
                    <a:pt x="62" y="76"/>
                  </a:lnTo>
                  <a:lnTo>
                    <a:pt x="62" y="75"/>
                  </a:lnTo>
                  <a:lnTo>
                    <a:pt x="63" y="74"/>
                  </a:lnTo>
                  <a:lnTo>
                    <a:pt x="65" y="74"/>
                  </a:lnTo>
                  <a:lnTo>
                    <a:pt x="65" y="72"/>
                  </a:lnTo>
                  <a:lnTo>
                    <a:pt x="65" y="71"/>
                  </a:lnTo>
                  <a:lnTo>
                    <a:pt x="65" y="69"/>
                  </a:lnTo>
                  <a:lnTo>
                    <a:pt x="66" y="66"/>
                  </a:lnTo>
                  <a:lnTo>
                    <a:pt x="66" y="65"/>
                  </a:lnTo>
                  <a:lnTo>
                    <a:pt x="69" y="64"/>
                  </a:lnTo>
                  <a:lnTo>
                    <a:pt x="71" y="62"/>
                  </a:lnTo>
                  <a:lnTo>
                    <a:pt x="71" y="61"/>
                  </a:lnTo>
                  <a:lnTo>
                    <a:pt x="73" y="59"/>
                  </a:lnTo>
                  <a:lnTo>
                    <a:pt x="74" y="59"/>
                  </a:lnTo>
                  <a:lnTo>
                    <a:pt x="74" y="57"/>
                  </a:lnTo>
                  <a:lnTo>
                    <a:pt x="77" y="56"/>
                  </a:lnTo>
                  <a:lnTo>
                    <a:pt x="79" y="57"/>
                  </a:lnTo>
                  <a:lnTo>
                    <a:pt x="81" y="57"/>
                  </a:lnTo>
                  <a:lnTo>
                    <a:pt x="83" y="57"/>
                  </a:lnTo>
                  <a:lnTo>
                    <a:pt x="86" y="58"/>
                  </a:lnTo>
                  <a:lnTo>
                    <a:pt x="88" y="58"/>
                  </a:lnTo>
                  <a:lnTo>
                    <a:pt x="89" y="58"/>
                  </a:lnTo>
                  <a:lnTo>
                    <a:pt x="90" y="57"/>
                  </a:lnTo>
                  <a:lnTo>
                    <a:pt x="92" y="57"/>
                  </a:lnTo>
                  <a:lnTo>
                    <a:pt x="93" y="57"/>
                  </a:lnTo>
                  <a:lnTo>
                    <a:pt x="94" y="57"/>
                  </a:lnTo>
                  <a:lnTo>
                    <a:pt x="95" y="57"/>
                  </a:lnTo>
                  <a:lnTo>
                    <a:pt x="95" y="54"/>
                  </a:lnTo>
                  <a:lnTo>
                    <a:pt x="95" y="50"/>
                  </a:lnTo>
                  <a:lnTo>
                    <a:pt x="94" y="47"/>
                  </a:lnTo>
                  <a:lnTo>
                    <a:pt x="92" y="45"/>
                  </a:lnTo>
                  <a:lnTo>
                    <a:pt x="91" y="42"/>
                  </a:lnTo>
                  <a:lnTo>
                    <a:pt x="90" y="41"/>
                  </a:lnTo>
                  <a:lnTo>
                    <a:pt x="89" y="43"/>
                  </a:lnTo>
                  <a:lnTo>
                    <a:pt x="89" y="44"/>
                  </a:lnTo>
                  <a:lnTo>
                    <a:pt x="89" y="45"/>
                  </a:lnTo>
                  <a:lnTo>
                    <a:pt x="88" y="48"/>
                  </a:lnTo>
                  <a:lnTo>
                    <a:pt x="87" y="49"/>
                  </a:lnTo>
                  <a:lnTo>
                    <a:pt x="86" y="48"/>
                  </a:lnTo>
                  <a:lnTo>
                    <a:pt x="85" y="48"/>
                  </a:lnTo>
                  <a:lnTo>
                    <a:pt x="84" y="47"/>
                  </a:lnTo>
                  <a:lnTo>
                    <a:pt x="82" y="48"/>
                  </a:lnTo>
                  <a:lnTo>
                    <a:pt x="80" y="48"/>
                  </a:lnTo>
                  <a:lnTo>
                    <a:pt x="79" y="48"/>
                  </a:lnTo>
                  <a:lnTo>
                    <a:pt x="79" y="47"/>
                  </a:lnTo>
                  <a:lnTo>
                    <a:pt x="78" y="46"/>
                  </a:lnTo>
                  <a:lnTo>
                    <a:pt x="77" y="43"/>
                  </a:lnTo>
                  <a:lnTo>
                    <a:pt x="76" y="43"/>
                  </a:lnTo>
                  <a:lnTo>
                    <a:pt x="76" y="41"/>
                  </a:lnTo>
                  <a:lnTo>
                    <a:pt x="75" y="41"/>
                  </a:lnTo>
                  <a:lnTo>
                    <a:pt x="74" y="39"/>
                  </a:lnTo>
                  <a:lnTo>
                    <a:pt x="73" y="39"/>
                  </a:lnTo>
                  <a:lnTo>
                    <a:pt x="73" y="38"/>
                  </a:lnTo>
                  <a:lnTo>
                    <a:pt x="73" y="37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5" y="36"/>
                  </a:lnTo>
                  <a:lnTo>
                    <a:pt x="75" y="35"/>
                  </a:lnTo>
                  <a:lnTo>
                    <a:pt x="74" y="33"/>
                  </a:lnTo>
                  <a:lnTo>
                    <a:pt x="74" y="32"/>
                  </a:lnTo>
                  <a:lnTo>
                    <a:pt x="74" y="31"/>
                  </a:lnTo>
                  <a:lnTo>
                    <a:pt x="75" y="28"/>
                  </a:lnTo>
                  <a:lnTo>
                    <a:pt x="76" y="27"/>
                  </a:lnTo>
                  <a:lnTo>
                    <a:pt x="77" y="25"/>
                  </a:lnTo>
                  <a:lnTo>
                    <a:pt x="76" y="24"/>
                  </a:lnTo>
                  <a:lnTo>
                    <a:pt x="76" y="22"/>
                  </a:lnTo>
                  <a:lnTo>
                    <a:pt x="76" y="19"/>
                  </a:lnTo>
                  <a:lnTo>
                    <a:pt x="78" y="15"/>
                  </a:lnTo>
                  <a:lnTo>
                    <a:pt x="78" y="14"/>
                  </a:lnTo>
                  <a:lnTo>
                    <a:pt x="75" y="9"/>
                  </a:lnTo>
                  <a:lnTo>
                    <a:pt x="74" y="7"/>
                  </a:lnTo>
                  <a:lnTo>
                    <a:pt x="72" y="6"/>
                  </a:lnTo>
                  <a:lnTo>
                    <a:pt x="66" y="5"/>
                  </a:lnTo>
                  <a:lnTo>
                    <a:pt x="65" y="4"/>
                  </a:lnTo>
                  <a:lnTo>
                    <a:pt x="61" y="4"/>
                  </a:lnTo>
                  <a:lnTo>
                    <a:pt x="58" y="6"/>
                  </a:lnTo>
                  <a:lnTo>
                    <a:pt x="57" y="9"/>
                  </a:lnTo>
                  <a:lnTo>
                    <a:pt x="54" y="12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47" y="9"/>
                  </a:lnTo>
                  <a:lnTo>
                    <a:pt x="46" y="9"/>
                  </a:lnTo>
                  <a:lnTo>
                    <a:pt x="44" y="10"/>
                  </a:lnTo>
                  <a:lnTo>
                    <a:pt x="42" y="9"/>
                  </a:lnTo>
                  <a:lnTo>
                    <a:pt x="40" y="9"/>
                  </a:lnTo>
                  <a:lnTo>
                    <a:pt x="39" y="10"/>
                  </a:lnTo>
                  <a:lnTo>
                    <a:pt x="38" y="10"/>
                  </a:lnTo>
                  <a:lnTo>
                    <a:pt x="36" y="9"/>
                  </a:lnTo>
                  <a:lnTo>
                    <a:pt x="35" y="9"/>
                  </a:lnTo>
                  <a:lnTo>
                    <a:pt x="32" y="5"/>
                  </a:lnTo>
                  <a:lnTo>
                    <a:pt x="31" y="5"/>
                  </a:lnTo>
                  <a:lnTo>
                    <a:pt x="30" y="5"/>
                  </a:lnTo>
                  <a:lnTo>
                    <a:pt x="27" y="3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2" y="2"/>
                  </a:lnTo>
                  <a:lnTo>
                    <a:pt x="21" y="2"/>
                  </a:lnTo>
                  <a:lnTo>
                    <a:pt x="20" y="3"/>
                  </a:lnTo>
                  <a:lnTo>
                    <a:pt x="19" y="5"/>
                  </a:lnTo>
                  <a:lnTo>
                    <a:pt x="19" y="8"/>
                  </a:lnTo>
                  <a:lnTo>
                    <a:pt x="19" y="9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4" y="10"/>
                  </a:lnTo>
                  <a:lnTo>
                    <a:pt x="14" y="11"/>
                  </a:lnTo>
                  <a:lnTo>
                    <a:pt x="15" y="14"/>
                  </a:lnTo>
                  <a:lnTo>
                    <a:pt x="15" y="15"/>
                  </a:lnTo>
                  <a:lnTo>
                    <a:pt x="14" y="16"/>
                  </a:lnTo>
                  <a:lnTo>
                    <a:pt x="13" y="17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0" y="25"/>
                  </a:lnTo>
                  <a:lnTo>
                    <a:pt x="7" y="26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4" y="25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Freeform 26"/>
            <p:cNvSpPr>
              <a:spLocks/>
            </p:cNvSpPr>
            <p:nvPr/>
          </p:nvSpPr>
          <p:spPr bwMode="auto">
            <a:xfrm>
              <a:off x="1057192" y="1060993"/>
              <a:ext cx="597543" cy="828658"/>
            </a:xfrm>
            <a:custGeom>
              <a:avLst/>
              <a:gdLst>
                <a:gd name="T0" fmla="*/ 0 w 78"/>
                <a:gd name="T1" fmla="*/ 2147483647 h 107"/>
                <a:gd name="T2" fmla="*/ 0 w 78"/>
                <a:gd name="T3" fmla="*/ 2147483647 h 107"/>
                <a:gd name="T4" fmla="*/ 2147483647 w 78"/>
                <a:gd name="T5" fmla="*/ 2147483647 h 107"/>
                <a:gd name="T6" fmla="*/ 2147483647 w 78"/>
                <a:gd name="T7" fmla="*/ 2147483647 h 107"/>
                <a:gd name="T8" fmla="*/ 2147483647 w 78"/>
                <a:gd name="T9" fmla="*/ 2147483647 h 107"/>
                <a:gd name="T10" fmla="*/ 2147483647 w 78"/>
                <a:gd name="T11" fmla="*/ 2147483647 h 107"/>
                <a:gd name="T12" fmla="*/ 2147483647 w 78"/>
                <a:gd name="T13" fmla="*/ 2147483647 h 107"/>
                <a:gd name="T14" fmla="*/ 2147483647 w 78"/>
                <a:gd name="T15" fmla="*/ 2147483647 h 107"/>
                <a:gd name="T16" fmla="*/ 2147483647 w 78"/>
                <a:gd name="T17" fmla="*/ 2147483647 h 107"/>
                <a:gd name="T18" fmla="*/ 2147483647 w 78"/>
                <a:gd name="T19" fmla="*/ 2147483647 h 107"/>
                <a:gd name="T20" fmla="*/ 2147483647 w 78"/>
                <a:gd name="T21" fmla="*/ 2147483647 h 107"/>
                <a:gd name="T22" fmla="*/ 2147483647 w 78"/>
                <a:gd name="T23" fmla="*/ 2147483647 h 107"/>
                <a:gd name="T24" fmla="*/ 2147483647 w 78"/>
                <a:gd name="T25" fmla="*/ 2147483647 h 107"/>
                <a:gd name="T26" fmla="*/ 2147483647 w 78"/>
                <a:gd name="T27" fmla="*/ 2147483647 h 107"/>
                <a:gd name="T28" fmla="*/ 2147483647 w 78"/>
                <a:gd name="T29" fmla="*/ 2147483647 h 107"/>
                <a:gd name="T30" fmla="*/ 2147483647 w 78"/>
                <a:gd name="T31" fmla="*/ 2147483647 h 107"/>
                <a:gd name="T32" fmla="*/ 2147483647 w 78"/>
                <a:gd name="T33" fmla="*/ 2147483647 h 107"/>
                <a:gd name="T34" fmla="*/ 2147483647 w 78"/>
                <a:gd name="T35" fmla="*/ 2147483647 h 107"/>
                <a:gd name="T36" fmla="*/ 2147483647 w 78"/>
                <a:gd name="T37" fmla="*/ 2147483647 h 107"/>
                <a:gd name="T38" fmla="*/ 2147483647 w 78"/>
                <a:gd name="T39" fmla="*/ 2147483647 h 107"/>
                <a:gd name="T40" fmla="*/ 2147483647 w 78"/>
                <a:gd name="T41" fmla="*/ 2147483647 h 107"/>
                <a:gd name="T42" fmla="*/ 2147483647 w 78"/>
                <a:gd name="T43" fmla="*/ 2147483647 h 107"/>
                <a:gd name="T44" fmla="*/ 2147483647 w 78"/>
                <a:gd name="T45" fmla="*/ 2147483647 h 107"/>
                <a:gd name="T46" fmla="*/ 2147483647 w 78"/>
                <a:gd name="T47" fmla="*/ 2147483647 h 107"/>
                <a:gd name="T48" fmla="*/ 2147483647 w 78"/>
                <a:gd name="T49" fmla="*/ 2147483647 h 107"/>
                <a:gd name="T50" fmla="*/ 2147483647 w 78"/>
                <a:gd name="T51" fmla="*/ 2147483647 h 107"/>
                <a:gd name="T52" fmla="*/ 2147483647 w 78"/>
                <a:gd name="T53" fmla="*/ 2147483647 h 107"/>
                <a:gd name="T54" fmla="*/ 2147483647 w 78"/>
                <a:gd name="T55" fmla="*/ 2147483647 h 107"/>
                <a:gd name="T56" fmla="*/ 2147483647 w 78"/>
                <a:gd name="T57" fmla="*/ 2147483647 h 107"/>
                <a:gd name="T58" fmla="*/ 2147483647 w 78"/>
                <a:gd name="T59" fmla="*/ 2147483647 h 107"/>
                <a:gd name="T60" fmla="*/ 2147483647 w 78"/>
                <a:gd name="T61" fmla="*/ 2147483647 h 107"/>
                <a:gd name="T62" fmla="*/ 2147483647 w 78"/>
                <a:gd name="T63" fmla="*/ 2147483647 h 107"/>
                <a:gd name="T64" fmla="*/ 2147483647 w 78"/>
                <a:gd name="T65" fmla="*/ 2147483647 h 107"/>
                <a:gd name="T66" fmla="*/ 2147483647 w 78"/>
                <a:gd name="T67" fmla="*/ 2147483647 h 107"/>
                <a:gd name="T68" fmla="*/ 2147483647 w 78"/>
                <a:gd name="T69" fmla="*/ 2147483647 h 107"/>
                <a:gd name="T70" fmla="*/ 2147483647 w 78"/>
                <a:gd name="T71" fmla="*/ 2147483647 h 107"/>
                <a:gd name="T72" fmla="*/ 2147483647 w 78"/>
                <a:gd name="T73" fmla="*/ 2147483647 h 107"/>
                <a:gd name="T74" fmla="*/ 2147483647 w 78"/>
                <a:gd name="T75" fmla="*/ 2147483647 h 107"/>
                <a:gd name="T76" fmla="*/ 2147483647 w 78"/>
                <a:gd name="T77" fmla="*/ 2147483647 h 107"/>
                <a:gd name="T78" fmla="*/ 2147483647 w 78"/>
                <a:gd name="T79" fmla="*/ 2147483647 h 107"/>
                <a:gd name="T80" fmla="*/ 2147483647 w 78"/>
                <a:gd name="T81" fmla="*/ 2147483647 h 107"/>
                <a:gd name="T82" fmla="*/ 2147483647 w 78"/>
                <a:gd name="T83" fmla="*/ 2147483647 h 107"/>
                <a:gd name="T84" fmla="*/ 2147483647 w 78"/>
                <a:gd name="T85" fmla="*/ 2147483647 h 107"/>
                <a:gd name="T86" fmla="*/ 2147483647 w 78"/>
                <a:gd name="T87" fmla="*/ 2147483647 h 107"/>
                <a:gd name="T88" fmla="*/ 2147483647 w 78"/>
                <a:gd name="T89" fmla="*/ 2147483647 h 107"/>
                <a:gd name="T90" fmla="*/ 2147483647 w 78"/>
                <a:gd name="T91" fmla="*/ 2147483647 h 107"/>
                <a:gd name="T92" fmla="*/ 2147483647 w 78"/>
                <a:gd name="T93" fmla="*/ 2147483647 h 107"/>
                <a:gd name="T94" fmla="*/ 2147483647 w 78"/>
                <a:gd name="T95" fmla="*/ 2147483647 h 107"/>
                <a:gd name="T96" fmla="*/ 2147483647 w 78"/>
                <a:gd name="T97" fmla="*/ 2147483647 h 107"/>
                <a:gd name="T98" fmla="*/ 2147483647 w 78"/>
                <a:gd name="T99" fmla="*/ 2147483647 h 107"/>
                <a:gd name="T100" fmla="*/ 2147483647 w 78"/>
                <a:gd name="T101" fmla="*/ 2147483647 h 107"/>
                <a:gd name="T102" fmla="*/ 2147483647 w 78"/>
                <a:gd name="T103" fmla="*/ 2147483647 h 107"/>
                <a:gd name="T104" fmla="*/ 2147483647 w 78"/>
                <a:gd name="T105" fmla="*/ 2147483647 h 107"/>
                <a:gd name="T106" fmla="*/ 2147483647 w 78"/>
                <a:gd name="T107" fmla="*/ 2147483647 h 107"/>
                <a:gd name="T108" fmla="*/ 2147483647 w 78"/>
                <a:gd name="T109" fmla="*/ 0 h 107"/>
                <a:gd name="T110" fmla="*/ 2147483647 w 78"/>
                <a:gd name="T111" fmla="*/ 2147483647 h 107"/>
                <a:gd name="T112" fmla="*/ 2147483647 w 78"/>
                <a:gd name="T113" fmla="*/ 2147483647 h 107"/>
                <a:gd name="T114" fmla="*/ 2147483647 w 78"/>
                <a:gd name="T115" fmla="*/ 2147483647 h 107"/>
                <a:gd name="T116" fmla="*/ 0 w 78"/>
                <a:gd name="T117" fmla="*/ 2147483647 h 10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78" h="107">
                  <a:moveTo>
                    <a:pt x="0" y="24"/>
                  </a:moveTo>
                  <a:lnTo>
                    <a:pt x="0" y="25"/>
                  </a:lnTo>
                  <a:lnTo>
                    <a:pt x="1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3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2" y="31"/>
                  </a:lnTo>
                  <a:lnTo>
                    <a:pt x="3" y="31"/>
                  </a:lnTo>
                  <a:lnTo>
                    <a:pt x="4" y="32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7" y="35"/>
                  </a:lnTo>
                  <a:lnTo>
                    <a:pt x="7" y="36"/>
                  </a:lnTo>
                  <a:lnTo>
                    <a:pt x="8" y="36"/>
                  </a:lnTo>
                  <a:lnTo>
                    <a:pt x="8" y="35"/>
                  </a:lnTo>
                  <a:lnTo>
                    <a:pt x="9" y="35"/>
                  </a:lnTo>
                  <a:lnTo>
                    <a:pt x="10" y="35"/>
                  </a:lnTo>
                  <a:lnTo>
                    <a:pt x="10" y="36"/>
                  </a:lnTo>
                  <a:lnTo>
                    <a:pt x="10" y="35"/>
                  </a:lnTo>
                  <a:lnTo>
                    <a:pt x="11" y="35"/>
                  </a:lnTo>
                  <a:lnTo>
                    <a:pt x="10" y="34"/>
                  </a:lnTo>
                  <a:lnTo>
                    <a:pt x="11" y="34"/>
                  </a:lnTo>
                  <a:lnTo>
                    <a:pt x="12" y="34"/>
                  </a:lnTo>
                  <a:lnTo>
                    <a:pt x="12" y="35"/>
                  </a:lnTo>
                  <a:lnTo>
                    <a:pt x="13" y="35"/>
                  </a:lnTo>
                  <a:lnTo>
                    <a:pt x="13" y="36"/>
                  </a:lnTo>
                  <a:lnTo>
                    <a:pt x="12" y="37"/>
                  </a:lnTo>
                  <a:lnTo>
                    <a:pt x="12" y="38"/>
                  </a:lnTo>
                  <a:lnTo>
                    <a:pt x="13" y="38"/>
                  </a:lnTo>
                  <a:lnTo>
                    <a:pt x="15" y="39"/>
                  </a:lnTo>
                  <a:lnTo>
                    <a:pt x="17" y="40"/>
                  </a:lnTo>
                  <a:lnTo>
                    <a:pt x="18" y="40"/>
                  </a:lnTo>
                  <a:lnTo>
                    <a:pt x="19" y="41"/>
                  </a:lnTo>
                  <a:lnTo>
                    <a:pt x="20" y="43"/>
                  </a:lnTo>
                  <a:lnTo>
                    <a:pt x="22" y="43"/>
                  </a:lnTo>
                  <a:lnTo>
                    <a:pt x="23" y="43"/>
                  </a:lnTo>
                  <a:lnTo>
                    <a:pt x="24" y="43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7" y="46"/>
                  </a:lnTo>
                  <a:lnTo>
                    <a:pt x="27" y="47"/>
                  </a:lnTo>
                  <a:lnTo>
                    <a:pt x="27" y="48"/>
                  </a:lnTo>
                  <a:lnTo>
                    <a:pt x="28" y="48"/>
                  </a:lnTo>
                  <a:lnTo>
                    <a:pt x="28" y="49"/>
                  </a:lnTo>
                  <a:lnTo>
                    <a:pt x="27" y="50"/>
                  </a:lnTo>
                  <a:lnTo>
                    <a:pt x="28" y="50"/>
                  </a:lnTo>
                  <a:lnTo>
                    <a:pt x="28" y="51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6" y="52"/>
                  </a:lnTo>
                  <a:lnTo>
                    <a:pt x="27" y="53"/>
                  </a:lnTo>
                  <a:lnTo>
                    <a:pt x="27" y="54"/>
                  </a:lnTo>
                  <a:lnTo>
                    <a:pt x="27" y="55"/>
                  </a:lnTo>
                  <a:lnTo>
                    <a:pt x="28" y="56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2" y="59"/>
                  </a:lnTo>
                  <a:lnTo>
                    <a:pt x="37" y="63"/>
                  </a:lnTo>
                  <a:lnTo>
                    <a:pt x="39" y="65"/>
                  </a:lnTo>
                  <a:lnTo>
                    <a:pt x="40" y="66"/>
                  </a:lnTo>
                  <a:lnTo>
                    <a:pt x="41" y="66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7" y="73"/>
                  </a:lnTo>
                  <a:lnTo>
                    <a:pt x="49" y="75"/>
                  </a:lnTo>
                  <a:lnTo>
                    <a:pt x="49" y="76"/>
                  </a:lnTo>
                  <a:lnTo>
                    <a:pt x="50" y="77"/>
                  </a:lnTo>
                  <a:lnTo>
                    <a:pt x="51" y="78"/>
                  </a:lnTo>
                  <a:lnTo>
                    <a:pt x="51" y="79"/>
                  </a:lnTo>
                  <a:lnTo>
                    <a:pt x="52" y="80"/>
                  </a:lnTo>
                  <a:lnTo>
                    <a:pt x="53" y="81"/>
                  </a:lnTo>
                  <a:lnTo>
                    <a:pt x="54" y="82"/>
                  </a:lnTo>
                  <a:lnTo>
                    <a:pt x="54" y="83"/>
                  </a:lnTo>
                  <a:lnTo>
                    <a:pt x="55" y="83"/>
                  </a:lnTo>
                  <a:lnTo>
                    <a:pt x="55" y="84"/>
                  </a:lnTo>
                  <a:lnTo>
                    <a:pt x="56" y="85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8"/>
                  </a:lnTo>
                  <a:lnTo>
                    <a:pt x="58" y="89"/>
                  </a:lnTo>
                  <a:lnTo>
                    <a:pt x="58" y="90"/>
                  </a:lnTo>
                  <a:lnTo>
                    <a:pt x="59" y="90"/>
                  </a:lnTo>
                  <a:lnTo>
                    <a:pt x="60" y="91"/>
                  </a:lnTo>
                  <a:lnTo>
                    <a:pt x="61" y="92"/>
                  </a:lnTo>
                  <a:lnTo>
                    <a:pt x="61" y="93"/>
                  </a:lnTo>
                  <a:lnTo>
                    <a:pt x="62" y="93"/>
                  </a:lnTo>
                  <a:lnTo>
                    <a:pt x="62" y="94"/>
                  </a:lnTo>
                  <a:lnTo>
                    <a:pt x="63" y="94"/>
                  </a:lnTo>
                  <a:lnTo>
                    <a:pt x="64" y="95"/>
                  </a:lnTo>
                  <a:lnTo>
                    <a:pt x="65" y="96"/>
                  </a:lnTo>
                  <a:lnTo>
                    <a:pt x="65" y="97"/>
                  </a:lnTo>
                  <a:lnTo>
                    <a:pt x="66" y="98"/>
                  </a:lnTo>
                  <a:lnTo>
                    <a:pt x="66" y="99"/>
                  </a:lnTo>
                  <a:lnTo>
                    <a:pt x="66" y="98"/>
                  </a:lnTo>
                  <a:lnTo>
                    <a:pt x="66" y="99"/>
                  </a:lnTo>
                  <a:lnTo>
                    <a:pt x="68" y="100"/>
                  </a:lnTo>
                  <a:lnTo>
                    <a:pt x="69" y="101"/>
                  </a:lnTo>
                  <a:lnTo>
                    <a:pt x="70" y="102"/>
                  </a:lnTo>
                  <a:lnTo>
                    <a:pt x="71" y="104"/>
                  </a:lnTo>
                  <a:lnTo>
                    <a:pt x="71" y="105"/>
                  </a:lnTo>
                  <a:lnTo>
                    <a:pt x="72" y="105"/>
                  </a:lnTo>
                  <a:lnTo>
                    <a:pt x="73" y="106"/>
                  </a:lnTo>
                  <a:lnTo>
                    <a:pt x="74" y="106"/>
                  </a:lnTo>
                  <a:lnTo>
                    <a:pt x="74" y="107"/>
                  </a:lnTo>
                  <a:lnTo>
                    <a:pt x="76" y="107"/>
                  </a:lnTo>
                  <a:lnTo>
                    <a:pt x="76" y="106"/>
                  </a:lnTo>
                  <a:lnTo>
                    <a:pt x="76" y="105"/>
                  </a:lnTo>
                  <a:lnTo>
                    <a:pt x="75" y="104"/>
                  </a:lnTo>
                  <a:lnTo>
                    <a:pt x="76" y="99"/>
                  </a:lnTo>
                  <a:lnTo>
                    <a:pt x="75" y="99"/>
                  </a:lnTo>
                  <a:lnTo>
                    <a:pt x="75" y="98"/>
                  </a:lnTo>
                  <a:lnTo>
                    <a:pt x="75" y="97"/>
                  </a:lnTo>
                  <a:lnTo>
                    <a:pt x="76" y="97"/>
                  </a:lnTo>
                  <a:lnTo>
                    <a:pt x="77" y="96"/>
                  </a:lnTo>
                  <a:lnTo>
                    <a:pt x="78" y="97"/>
                  </a:lnTo>
                  <a:lnTo>
                    <a:pt x="78" y="94"/>
                  </a:lnTo>
                  <a:lnTo>
                    <a:pt x="78" y="93"/>
                  </a:lnTo>
                  <a:lnTo>
                    <a:pt x="78" y="92"/>
                  </a:lnTo>
                  <a:lnTo>
                    <a:pt x="76" y="91"/>
                  </a:lnTo>
                  <a:lnTo>
                    <a:pt x="75" y="91"/>
                  </a:lnTo>
                  <a:lnTo>
                    <a:pt x="74" y="91"/>
                  </a:lnTo>
                  <a:lnTo>
                    <a:pt x="75" y="91"/>
                  </a:lnTo>
                  <a:lnTo>
                    <a:pt x="74" y="90"/>
                  </a:lnTo>
                  <a:lnTo>
                    <a:pt x="73" y="89"/>
                  </a:lnTo>
                  <a:lnTo>
                    <a:pt x="73" y="87"/>
                  </a:lnTo>
                  <a:lnTo>
                    <a:pt x="72" y="86"/>
                  </a:lnTo>
                  <a:lnTo>
                    <a:pt x="71" y="85"/>
                  </a:lnTo>
                  <a:lnTo>
                    <a:pt x="71" y="84"/>
                  </a:lnTo>
                  <a:lnTo>
                    <a:pt x="71" y="81"/>
                  </a:lnTo>
                  <a:lnTo>
                    <a:pt x="69" y="79"/>
                  </a:lnTo>
                  <a:lnTo>
                    <a:pt x="69" y="78"/>
                  </a:lnTo>
                  <a:lnTo>
                    <a:pt x="68" y="75"/>
                  </a:lnTo>
                  <a:lnTo>
                    <a:pt x="68" y="74"/>
                  </a:lnTo>
                  <a:lnTo>
                    <a:pt x="68" y="72"/>
                  </a:lnTo>
                  <a:lnTo>
                    <a:pt x="68" y="71"/>
                  </a:lnTo>
                  <a:lnTo>
                    <a:pt x="66" y="67"/>
                  </a:lnTo>
                  <a:lnTo>
                    <a:pt x="65" y="67"/>
                  </a:lnTo>
                  <a:lnTo>
                    <a:pt x="64" y="65"/>
                  </a:lnTo>
                  <a:lnTo>
                    <a:pt x="63" y="64"/>
                  </a:lnTo>
                  <a:lnTo>
                    <a:pt x="62" y="64"/>
                  </a:lnTo>
                  <a:lnTo>
                    <a:pt x="61" y="64"/>
                  </a:lnTo>
                  <a:lnTo>
                    <a:pt x="60" y="64"/>
                  </a:lnTo>
                  <a:lnTo>
                    <a:pt x="59" y="65"/>
                  </a:lnTo>
                  <a:lnTo>
                    <a:pt x="58" y="65"/>
                  </a:lnTo>
                  <a:lnTo>
                    <a:pt x="57" y="65"/>
                  </a:lnTo>
                  <a:lnTo>
                    <a:pt x="56" y="64"/>
                  </a:lnTo>
                  <a:lnTo>
                    <a:pt x="55" y="62"/>
                  </a:lnTo>
                  <a:lnTo>
                    <a:pt x="55" y="61"/>
                  </a:lnTo>
                  <a:lnTo>
                    <a:pt x="54" y="60"/>
                  </a:lnTo>
                  <a:lnTo>
                    <a:pt x="54" y="58"/>
                  </a:lnTo>
                  <a:lnTo>
                    <a:pt x="53" y="57"/>
                  </a:lnTo>
                  <a:lnTo>
                    <a:pt x="52" y="55"/>
                  </a:lnTo>
                  <a:lnTo>
                    <a:pt x="51" y="54"/>
                  </a:lnTo>
                  <a:lnTo>
                    <a:pt x="50" y="53"/>
                  </a:lnTo>
                  <a:lnTo>
                    <a:pt x="49" y="53"/>
                  </a:lnTo>
                  <a:lnTo>
                    <a:pt x="48" y="51"/>
                  </a:lnTo>
                  <a:lnTo>
                    <a:pt x="47" y="49"/>
                  </a:lnTo>
                  <a:lnTo>
                    <a:pt x="46" y="47"/>
                  </a:lnTo>
                  <a:lnTo>
                    <a:pt x="46" y="45"/>
                  </a:lnTo>
                  <a:lnTo>
                    <a:pt x="46" y="43"/>
                  </a:lnTo>
                  <a:lnTo>
                    <a:pt x="46" y="41"/>
                  </a:lnTo>
                  <a:lnTo>
                    <a:pt x="46" y="40"/>
                  </a:lnTo>
                  <a:lnTo>
                    <a:pt x="47" y="39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7" y="34"/>
                  </a:lnTo>
                  <a:lnTo>
                    <a:pt x="46" y="32"/>
                  </a:lnTo>
                  <a:lnTo>
                    <a:pt x="46" y="31"/>
                  </a:lnTo>
                  <a:lnTo>
                    <a:pt x="44" y="28"/>
                  </a:lnTo>
                  <a:lnTo>
                    <a:pt x="42" y="28"/>
                  </a:lnTo>
                  <a:lnTo>
                    <a:pt x="42" y="27"/>
                  </a:lnTo>
                  <a:lnTo>
                    <a:pt x="42" y="24"/>
                  </a:lnTo>
                  <a:lnTo>
                    <a:pt x="41" y="23"/>
                  </a:ln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lnTo>
                    <a:pt x="35" y="22"/>
                  </a:lnTo>
                  <a:lnTo>
                    <a:pt x="34" y="22"/>
                  </a:lnTo>
                  <a:lnTo>
                    <a:pt x="34" y="21"/>
                  </a:lnTo>
                  <a:lnTo>
                    <a:pt x="33" y="21"/>
                  </a:lnTo>
                  <a:lnTo>
                    <a:pt x="33" y="20"/>
                  </a:lnTo>
                  <a:lnTo>
                    <a:pt x="32" y="17"/>
                  </a:lnTo>
                  <a:lnTo>
                    <a:pt x="32" y="15"/>
                  </a:lnTo>
                  <a:lnTo>
                    <a:pt x="31" y="11"/>
                  </a:lnTo>
                  <a:lnTo>
                    <a:pt x="30" y="9"/>
                  </a:lnTo>
                  <a:lnTo>
                    <a:pt x="30" y="7"/>
                  </a:lnTo>
                  <a:lnTo>
                    <a:pt x="29" y="5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1" y="5"/>
                  </a:lnTo>
                  <a:lnTo>
                    <a:pt x="20" y="5"/>
                  </a:lnTo>
                  <a:lnTo>
                    <a:pt x="18" y="8"/>
                  </a:lnTo>
                  <a:lnTo>
                    <a:pt x="15" y="11"/>
                  </a:lnTo>
                  <a:lnTo>
                    <a:pt x="9" y="15"/>
                  </a:lnTo>
                  <a:lnTo>
                    <a:pt x="6" y="17"/>
                  </a:lnTo>
                  <a:lnTo>
                    <a:pt x="5" y="15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Freeform 27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24717" y="824786"/>
              <a:ext cx="796724" cy="968059"/>
            </a:xfrm>
            <a:custGeom>
              <a:avLst/>
              <a:gdLst>
                <a:gd name="T0" fmla="*/ 2147483647 w 104"/>
                <a:gd name="T1" fmla="*/ 2147483647 h 125"/>
                <a:gd name="T2" fmla="*/ 2147483647 w 104"/>
                <a:gd name="T3" fmla="*/ 2147483647 h 125"/>
                <a:gd name="T4" fmla="*/ 2147483647 w 104"/>
                <a:gd name="T5" fmla="*/ 2147483647 h 125"/>
                <a:gd name="T6" fmla="*/ 2147483647 w 104"/>
                <a:gd name="T7" fmla="*/ 0 h 125"/>
                <a:gd name="T8" fmla="*/ 2147483647 w 104"/>
                <a:gd name="T9" fmla="*/ 2147483647 h 125"/>
                <a:gd name="T10" fmla="*/ 2147483647 w 104"/>
                <a:gd name="T11" fmla="*/ 2147483647 h 125"/>
                <a:gd name="T12" fmla="*/ 2147483647 w 104"/>
                <a:gd name="T13" fmla="*/ 2147483647 h 125"/>
                <a:gd name="T14" fmla="*/ 2147483647 w 104"/>
                <a:gd name="T15" fmla="*/ 2147483647 h 125"/>
                <a:gd name="T16" fmla="*/ 2147483647 w 104"/>
                <a:gd name="T17" fmla="*/ 2147483647 h 125"/>
                <a:gd name="T18" fmla="*/ 2147483647 w 104"/>
                <a:gd name="T19" fmla="*/ 2147483647 h 125"/>
                <a:gd name="T20" fmla="*/ 2147483647 w 104"/>
                <a:gd name="T21" fmla="*/ 2147483647 h 125"/>
                <a:gd name="T22" fmla="*/ 2147483647 w 104"/>
                <a:gd name="T23" fmla="*/ 2147483647 h 125"/>
                <a:gd name="T24" fmla="*/ 2147483647 w 104"/>
                <a:gd name="T25" fmla="*/ 2147483647 h 125"/>
                <a:gd name="T26" fmla="*/ 2147483647 w 104"/>
                <a:gd name="T27" fmla="*/ 2147483647 h 125"/>
                <a:gd name="T28" fmla="*/ 2147483647 w 104"/>
                <a:gd name="T29" fmla="*/ 2147483647 h 125"/>
                <a:gd name="T30" fmla="*/ 2147483647 w 104"/>
                <a:gd name="T31" fmla="*/ 2147483647 h 125"/>
                <a:gd name="T32" fmla="*/ 2147483647 w 104"/>
                <a:gd name="T33" fmla="*/ 2147483647 h 125"/>
                <a:gd name="T34" fmla="*/ 2147483647 w 104"/>
                <a:gd name="T35" fmla="*/ 2147483647 h 125"/>
                <a:gd name="T36" fmla="*/ 2147483647 w 104"/>
                <a:gd name="T37" fmla="*/ 2147483647 h 125"/>
                <a:gd name="T38" fmla="*/ 2147483647 w 104"/>
                <a:gd name="T39" fmla="*/ 2147483647 h 125"/>
                <a:gd name="T40" fmla="*/ 2147483647 w 104"/>
                <a:gd name="T41" fmla="*/ 2147483647 h 125"/>
                <a:gd name="T42" fmla="*/ 2147483647 w 104"/>
                <a:gd name="T43" fmla="*/ 2147483647 h 125"/>
                <a:gd name="T44" fmla="*/ 2147483647 w 104"/>
                <a:gd name="T45" fmla="*/ 2147483647 h 125"/>
                <a:gd name="T46" fmla="*/ 2147483647 w 104"/>
                <a:gd name="T47" fmla="*/ 2147483647 h 125"/>
                <a:gd name="T48" fmla="*/ 2147483647 w 104"/>
                <a:gd name="T49" fmla="*/ 2147483647 h 125"/>
                <a:gd name="T50" fmla="*/ 2147483647 w 104"/>
                <a:gd name="T51" fmla="*/ 2147483647 h 125"/>
                <a:gd name="T52" fmla="*/ 2147483647 w 104"/>
                <a:gd name="T53" fmla="*/ 2147483647 h 125"/>
                <a:gd name="T54" fmla="*/ 2147483647 w 104"/>
                <a:gd name="T55" fmla="*/ 2147483647 h 125"/>
                <a:gd name="T56" fmla="*/ 2147483647 w 104"/>
                <a:gd name="T57" fmla="*/ 2147483647 h 125"/>
                <a:gd name="T58" fmla="*/ 2147483647 w 104"/>
                <a:gd name="T59" fmla="*/ 2147483647 h 125"/>
                <a:gd name="T60" fmla="*/ 2147483647 w 104"/>
                <a:gd name="T61" fmla="*/ 2147483647 h 125"/>
                <a:gd name="T62" fmla="*/ 2147483647 w 104"/>
                <a:gd name="T63" fmla="*/ 2147483647 h 125"/>
                <a:gd name="T64" fmla="*/ 2147483647 w 104"/>
                <a:gd name="T65" fmla="*/ 2147483647 h 125"/>
                <a:gd name="T66" fmla="*/ 2147483647 w 104"/>
                <a:gd name="T67" fmla="*/ 2147483647 h 125"/>
                <a:gd name="T68" fmla="*/ 2147483647 w 104"/>
                <a:gd name="T69" fmla="*/ 2147483647 h 125"/>
                <a:gd name="T70" fmla="*/ 2147483647 w 104"/>
                <a:gd name="T71" fmla="*/ 2147483647 h 125"/>
                <a:gd name="T72" fmla="*/ 2147483647 w 104"/>
                <a:gd name="T73" fmla="*/ 2147483647 h 125"/>
                <a:gd name="T74" fmla="*/ 2147483647 w 104"/>
                <a:gd name="T75" fmla="*/ 2147483647 h 125"/>
                <a:gd name="T76" fmla="*/ 2147483647 w 104"/>
                <a:gd name="T77" fmla="*/ 2147483647 h 125"/>
                <a:gd name="T78" fmla="*/ 2147483647 w 104"/>
                <a:gd name="T79" fmla="*/ 2147483647 h 125"/>
                <a:gd name="T80" fmla="*/ 2147483647 w 104"/>
                <a:gd name="T81" fmla="*/ 2147483647 h 125"/>
                <a:gd name="T82" fmla="*/ 2147483647 w 104"/>
                <a:gd name="T83" fmla="*/ 2147483647 h 125"/>
                <a:gd name="T84" fmla="*/ 2147483647 w 104"/>
                <a:gd name="T85" fmla="*/ 2147483647 h 125"/>
                <a:gd name="T86" fmla="*/ 2147483647 w 104"/>
                <a:gd name="T87" fmla="*/ 2147483647 h 125"/>
                <a:gd name="T88" fmla="*/ 2147483647 w 104"/>
                <a:gd name="T89" fmla="*/ 2147483647 h 125"/>
                <a:gd name="T90" fmla="*/ 2147483647 w 104"/>
                <a:gd name="T91" fmla="*/ 2147483647 h 125"/>
                <a:gd name="T92" fmla="*/ 2147483647 w 104"/>
                <a:gd name="T93" fmla="*/ 2147483647 h 125"/>
                <a:gd name="T94" fmla="*/ 2147483647 w 104"/>
                <a:gd name="T95" fmla="*/ 2147483647 h 125"/>
                <a:gd name="T96" fmla="*/ 2147483647 w 104"/>
                <a:gd name="T97" fmla="*/ 2147483647 h 125"/>
                <a:gd name="T98" fmla="*/ 2147483647 w 104"/>
                <a:gd name="T99" fmla="*/ 2147483647 h 125"/>
                <a:gd name="T100" fmla="*/ 2147483647 w 104"/>
                <a:gd name="T101" fmla="*/ 2147483647 h 125"/>
                <a:gd name="T102" fmla="*/ 2147483647 w 104"/>
                <a:gd name="T103" fmla="*/ 2147483647 h 125"/>
                <a:gd name="T104" fmla="*/ 2147483647 w 104"/>
                <a:gd name="T105" fmla="*/ 2147483647 h 125"/>
                <a:gd name="T106" fmla="*/ 2147483647 w 104"/>
                <a:gd name="T107" fmla="*/ 2147483647 h 125"/>
                <a:gd name="T108" fmla="*/ 2147483647 w 104"/>
                <a:gd name="T109" fmla="*/ 2147483647 h 12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4" h="125">
                  <a:moveTo>
                    <a:pt x="0" y="3"/>
                  </a:moveTo>
                  <a:lnTo>
                    <a:pt x="1" y="3"/>
                  </a:lnTo>
                  <a:lnTo>
                    <a:pt x="2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1" y="3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5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1"/>
                  </a:lnTo>
                  <a:lnTo>
                    <a:pt x="24" y="2"/>
                  </a:lnTo>
                  <a:lnTo>
                    <a:pt x="39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8"/>
                  </a:lnTo>
                  <a:lnTo>
                    <a:pt x="50" y="12"/>
                  </a:lnTo>
                  <a:lnTo>
                    <a:pt x="52" y="16"/>
                  </a:lnTo>
                  <a:lnTo>
                    <a:pt x="52" y="17"/>
                  </a:lnTo>
                  <a:lnTo>
                    <a:pt x="54" y="21"/>
                  </a:lnTo>
                  <a:lnTo>
                    <a:pt x="54" y="22"/>
                  </a:lnTo>
                  <a:lnTo>
                    <a:pt x="59" y="26"/>
                  </a:lnTo>
                  <a:lnTo>
                    <a:pt x="58" y="27"/>
                  </a:lnTo>
                  <a:lnTo>
                    <a:pt x="59" y="30"/>
                  </a:lnTo>
                  <a:lnTo>
                    <a:pt x="60" y="30"/>
                  </a:lnTo>
                  <a:lnTo>
                    <a:pt x="61" y="30"/>
                  </a:lnTo>
                  <a:lnTo>
                    <a:pt x="66" y="34"/>
                  </a:lnTo>
                  <a:lnTo>
                    <a:pt x="66" y="36"/>
                  </a:lnTo>
                  <a:lnTo>
                    <a:pt x="67" y="40"/>
                  </a:lnTo>
                  <a:lnTo>
                    <a:pt x="68" y="40"/>
                  </a:lnTo>
                  <a:lnTo>
                    <a:pt x="68" y="43"/>
                  </a:lnTo>
                  <a:lnTo>
                    <a:pt x="69" y="44"/>
                  </a:lnTo>
                  <a:lnTo>
                    <a:pt x="69" y="48"/>
                  </a:lnTo>
                  <a:lnTo>
                    <a:pt x="70" y="50"/>
                  </a:lnTo>
                  <a:lnTo>
                    <a:pt x="69" y="53"/>
                  </a:lnTo>
                  <a:lnTo>
                    <a:pt x="70" y="55"/>
                  </a:lnTo>
                  <a:lnTo>
                    <a:pt x="72" y="62"/>
                  </a:lnTo>
                  <a:lnTo>
                    <a:pt x="75" y="64"/>
                  </a:lnTo>
                  <a:lnTo>
                    <a:pt x="75" y="65"/>
                  </a:lnTo>
                  <a:lnTo>
                    <a:pt x="75" y="66"/>
                  </a:lnTo>
                  <a:lnTo>
                    <a:pt x="75" y="70"/>
                  </a:lnTo>
                  <a:lnTo>
                    <a:pt x="76" y="72"/>
                  </a:lnTo>
                  <a:lnTo>
                    <a:pt x="79" y="74"/>
                  </a:lnTo>
                  <a:lnTo>
                    <a:pt x="80" y="79"/>
                  </a:lnTo>
                  <a:lnTo>
                    <a:pt x="80" y="81"/>
                  </a:lnTo>
                  <a:lnTo>
                    <a:pt x="79" y="83"/>
                  </a:lnTo>
                  <a:lnTo>
                    <a:pt x="79" y="87"/>
                  </a:lnTo>
                  <a:lnTo>
                    <a:pt x="80" y="89"/>
                  </a:lnTo>
                  <a:lnTo>
                    <a:pt x="80" y="90"/>
                  </a:lnTo>
                  <a:lnTo>
                    <a:pt x="81" y="93"/>
                  </a:lnTo>
                  <a:lnTo>
                    <a:pt x="84" y="94"/>
                  </a:lnTo>
                  <a:lnTo>
                    <a:pt x="86" y="94"/>
                  </a:lnTo>
                  <a:lnTo>
                    <a:pt x="87" y="92"/>
                  </a:lnTo>
                  <a:lnTo>
                    <a:pt x="88" y="90"/>
                  </a:lnTo>
                  <a:lnTo>
                    <a:pt x="90" y="91"/>
                  </a:lnTo>
                  <a:lnTo>
                    <a:pt x="91" y="92"/>
                  </a:lnTo>
                  <a:lnTo>
                    <a:pt x="92" y="94"/>
                  </a:lnTo>
                  <a:lnTo>
                    <a:pt x="94" y="95"/>
                  </a:lnTo>
                  <a:lnTo>
                    <a:pt x="95" y="98"/>
                  </a:lnTo>
                  <a:lnTo>
                    <a:pt x="97" y="98"/>
                  </a:lnTo>
                  <a:lnTo>
                    <a:pt x="98" y="103"/>
                  </a:lnTo>
                  <a:lnTo>
                    <a:pt x="99" y="104"/>
                  </a:lnTo>
                  <a:lnTo>
                    <a:pt x="99" y="105"/>
                  </a:lnTo>
                  <a:lnTo>
                    <a:pt x="98" y="106"/>
                  </a:lnTo>
                  <a:lnTo>
                    <a:pt x="99" y="107"/>
                  </a:lnTo>
                  <a:lnTo>
                    <a:pt x="101" y="109"/>
                  </a:lnTo>
                  <a:lnTo>
                    <a:pt x="102" y="109"/>
                  </a:lnTo>
                  <a:lnTo>
                    <a:pt x="103" y="110"/>
                  </a:lnTo>
                  <a:lnTo>
                    <a:pt x="104" y="110"/>
                  </a:lnTo>
                  <a:lnTo>
                    <a:pt x="104" y="112"/>
                  </a:lnTo>
                  <a:lnTo>
                    <a:pt x="104" y="114"/>
                  </a:lnTo>
                  <a:lnTo>
                    <a:pt x="104" y="116"/>
                  </a:lnTo>
                  <a:lnTo>
                    <a:pt x="103" y="118"/>
                  </a:lnTo>
                  <a:lnTo>
                    <a:pt x="102" y="120"/>
                  </a:lnTo>
                  <a:lnTo>
                    <a:pt x="101" y="121"/>
                  </a:lnTo>
                  <a:lnTo>
                    <a:pt x="98" y="121"/>
                  </a:lnTo>
                  <a:lnTo>
                    <a:pt x="95" y="124"/>
                  </a:lnTo>
                  <a:lnTo>
                    <a:pt x="94" y="124"/>
                  </a:lnTo>
                  <a:lnTo>
                    <a:pt x="93" y="125"/>
                  </a:lnTo>
                  <a:lnTo>
                    <a:pt x="91" y="124"/>
                  </a:lnTo>
                  <a:lnTo>
                    <a:pt x="89" y="121"/>
                  </a:lnTo>
                  <a:lnTo>
                    <a:pt x="89" y="120"/>
                  </a:lnTo>
                  <a:lnTo>
                    <a:pt x="89" y="118"/>
                  </a:lnTo>
                  <a:lnTo>
                    <a:pt x="89" y="117"/>
                  </a:lnTo>
                  <a:lnTo>
                    <a:pt x="89" y="116"/>
                  </a:lnTo>
                  <a:lnTo>
                    <a:pt x="88" y="115"/>
                  </a:lnTo>
                  <a:lnTo>
                    <a:pt x="88" y="114"/>
                  </a:lnTo>
                  <a:lnTo>
                    <a:pt x="86" y="110"/>
                  </a:lnTo>
                  <a:lnTo>
                    <a:pt x="85" y="107"/>
                  </a:lnTo>
                  <a:lnTo>
                    <a:pt x="82" y="106"/>
                  </a:lnTo>
                  <a:lnTo>
                    <a:pt x="80" y="106"/>
                  </a:lnTo>
                  <a:lnTo>
                    <a:pt x="77" y="101"/>
                  </a:lnTo>
                  <a:lnTo>
                    <a:pt x="77" y="100"/>
                  </a:lnTo>
                  <a:lnTo>
                    <a:pt x="75" y="98"/>
                  </a:lnTo>
                  <a:lnTo>
                    <a:pt x="69" y="93"/>
                  </a:lnTo>
                  <a:lnTo>
                    <a:pt x="69" y="92"/>
                  </a:lnTo>
                  <a:lnTo>
                    <a:pt x="68" y="92"/>
                  </a:lnTo>
                  <a:lnTo>
                    <a:pt x="60" y="89"/>
                  </a:lnTo>
                  <a:lnTo>
                    <a:pt x="58" y="85"/>
                  </a:lnTo>
                  <a:lnTo>
                    <a:pt x="56" y="85"/>
                  </a:lnTo>
                  <a:lnTo>
                    <a:pt x="56" y="82"/>
                  </a:lnTo>
                  <a:lnTo>
                    <a:pt x="53" y="79"/>
                  </a:lnTo>
                  <a:lnTo>
                    <a:pt x="51" y="80"/>
                  </a:lnTo>
                  <a:lnTo>
                    <a:pt x="51" y="78"/>
                  </a:lnTo>
                  <a:lnTo>
                    <a:pt x="50" y="75"/>
                  </a:lnTo>
                  <a:lnTo>
                    <a:pt x="51" y="72"/>
                  </a:lnTo>
                  <a:lnTo>
                    <a:pt x="53" y="67"/>
                  </a:lnTo>
                  <a:lnTo>
                    <a:pt x="53" y="64"/>
                  </a:lnTo>
                  <a:lnTo>
                    <a:pt x="54" y="63"/>
                  </a:lnTo>
                  <a:lnTo>
                    <a:pt x="54" y="62"/>
                  </a:lnTo>
                  <a:lnTo>
                    <a:pt x="53" y="60"/>
                  </a:lnTo>
                  <a:lnTo>
                    <a:pt x="53" y="52"/>
                  </a:lnTo>
                  <a:lnTo>
                    <a:pt x="52" y="49"/>
                  </a:lnTo>
                  <a:lnTo>
                    <a:pt x="51" y="48"/>
                  </a:lnTo>
                  <a:lnTo>
                    <a:pt x="48" y="44"/>
                  </a:lnTo>
                  <a:lnTo>
                    <a:pt x="47" y="43"/>
                  </a:lnTo>
                  <a:lnTo>
                    <a:pt x="46" y="44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3" y="42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40" y="39"/>
                  </a:lnTo>
                  <a:lnTo>
                    <a:pt x="41" y="38"/>
                  </a:lnTo>
                  <a:lnTo>
                    <a:pt x="40" y="38"/>
                  </a:lnTo>
                  <a:lnTo>
                    <a:pt x="38" y="37"/>
                  </a:lnTo>
                  <a:lnTo>
                    <a:pt x="37" y="36"/>
                  </a:lnTo>
                  <a:lnTo>
                    <a:pt x="37" y="35"/>
                  </a:lnTo>
                  <a:lnTo>
                    <a:pt x="36" y="30"/>
                  </a:lnTo>
                  <a:lnTo>
                    <a:pt x="34" y="29"/>
                  </a:lnTo>
                  <a:lnTo>
                    <a:pt x="31" y="29"/>
                  </a:lnTo>
                  <a:lnTo>
                    <a:pt x="27" y="29"/>
                  </a:lnTo>
                  <a:lnTo>
                    <a:pt x="25" y="30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22" y="25"/>
                  </a:lnTo>
                  <a:lnTo>
                    <a:pt x="20" y="24"/>
                  </a:lnTo>
                  <a:lnTo>
                    <a:pt x="17" y="23"/>
                  </a:lnTo>
                  <a:lnTo>
                    <a:pt x="15" y="19"/>
                  </a:lnTo>
                  <a:lnTo>
                    <a:pt x="12" y="18"/>
                  </a:lnTo>
                  <a:lnTo>
                    <a:pt x="12" y="19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9" y="16"/>
                  </a:lnTo>
                  <a:lnTo>
                    <a:pt x="9" y="11"/>
                  </a:lnTo>
                  <a:lnTo>
                    <a:pt x="6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4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Freeform 28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1601110" y="1858673"/>
              <a:ext cx="712456" cy="658280"/>
            </a:xfrm>
            <a:custGeom>
              <a:avLst/>
              <a:gdLst>
                <a:gd name="T0" fmla="*/ 2147483647 w 93"/>
                <a:gd name="T1" fmla="*/ 2147483647 h 85"/>
                <a:gd name="T2" fmla="*/ 2147483647 w 93"/>
                <a:gd name="T3" fmla="*/ 2147483647 h 85"/>
                <a:gd name="T4" fmla="*/ 2147483647 w 93"/>
                <a:gd name="T5" fmla="*/ 2147483647 h 85"/>
                <a:gd name="T6" fmla="*/ 2147483647 w 93"/>
                <a:gd name="T7" fmla="*/ 2147483647 h 85"/>
                <a:gd name="T8" fmla="*/ 2147483647 w 93"/>
                <a:gd name="T9" fmla="*/ 2147483647 h 85"/>
                <a:gd name="T10" fmla="*/ 2147483647 w 93"/>
                <a:gd name="T11" fmla="*/ 2147483647 h 85"/>
                <a:gd name="T12" fmla="*/ 2147483647 w 93"/>
                <a:gd name="T13" fmla="*/ 2147483647 h 85"/>
                <a:gd name="T14" fmla="*/ 2147483647 w 93"/>
                <a:gd name="T15" fmla="*/ 2147483647 h 85"/>
                <a:gd name="T16" fmla="*/ 2147483647 w 93"/>
                <a:gd name="T17" fmla="*/ 2147483647 h 85"/>
                <a:gd name="T18" fmla="*/ 2147483647 w 93"/>
                <a:gd name="T19" fmla="*/ 2147483647 h 85"/>
                <a:gd name="T20" fmla="*/ 2147483647 w 93"/>
                <a:gd name="T21" fmla="*/ 2147483647 h 85"/>
                <a:gd name="T22" fmla="*/ 2147483647 w 93"/>
                <a:gd name="T23" fmla="*/ 2147483647 h 85"/>
                <a:gd name="T24" fmla="*/ 2147483647 w 93"/>
                <a:gd name="T25" fmla="*/ 2147483647 h 85"/>
                <a:gd name="T26" fmla="*/ 2147483647 w 93"/>
                <a:gd name="T27" fmla="*/ 2147483647 h 85"/>
                <a:gd name="T28" fmla="*/ 2147483647 w 93"/>
                <a:gd name="T29" fmla="*/ 2147483647 h 85"/>
                <a:gd name="T30" fmla="*/ 2147483647 w 93"/>
                <a:gd name="T31" fmla="*/ 2147483647 h 85"/>
                <a:gd name="T32" fmla="*/ 2147483647 w 93"/>
                <a:gd name="T33" fmla="*/ 2147483647 h 85"/>
                <a:gd name="T34" fmla="*/ 2147483647 w 93"/>
                <a:gd name="T35" fmla="*/ 2147483647 h 85"/>
                <a:gd name="T36" fmla="*/ 2147483647 w 93"/>
                <a:gd name="T37" fmla="*/ 2147483647 h 85"/>
                <a:gd name="T38" fmla="*/ 2147483647 w 93"/>
                <a:gd name="T39" fmla="*/ 2147483647 h 85"/>
                <a:gd name="T40" fmla="*/ 2147483647 w 93"/>
                <a:gd name="T41" fmla="*/ 2147483647 h 85"/>
                <a:gd name="T42" fmla="*/ 2147483647 w 93"/>
                <a:gd name="T43" fmla="*/ 2147483647 h 85"/>
                <a:gd name="T44" fmla="*/ 2147483647 w 93"/>
                <a:gd name="T45" fmla="*/ 2147483647 h 85"/>
                <a:gd name="T46" fmla="*/ 2147483647 w 93"/>
                <a:gd name="T47" fmla="*/ 2147483647 h 85"/>
                <a:gd name="T48" fmla="*/ 2147483647 w 93"/>
                <a:gd name="T49" fmla="*/ 2147483647 h 85"/>
                <a:gd name="T50" fmla="*/ 2147483647 w 93"/>
                <a:gd name="T51" fmla="*/ 2147483647 h 85"/>
                <a:gd name="T52" fmla="*/ 2147483647 w 93"/>
                <a:gd name="T53" fmla="*/ 2147483647 h 85"/>
                <a:gd name="T54" fmla="*/ 2147483647 w 93"/>
                <a:gd name="T55" fmla="*/ 2147483647 h 85"/>
                <a:gd name="T56" fmla="*/ 2147483647 w 93"/>
                <a:gd name="T57" fmla="*/ 2147483647 h 85"/>
                <a:gd name="T58" fmla="*/ 2147483647 w 93"/>
                <a:gd name="T59" fmla="*/ 2147483647 h 85"/>
                <a:gd name="T60" fmla="*/ 2147483647 w 93"/>
                <a:gd name="T61" fmla="*/ 2147483647 h 85"/>
                <a:gd name="T62" fmla="*/ 2147483647 w 93"/>
                <a:gd name="T63" fmla="*/ 2147483647 h 85"/>
                <a:gd name="T64" fmla="*/ 2147483647 w 93"/>
                <a:gd name="T65" fmla="*/ 2147483647 h 85"/>
                <a:gd name="T66" fmla="*/ 2147483647 w 93"/>
                <a:gd name="T67" fmla="*/ 2147483647 h 85"/>
                <a:gd name="T68" fmla="*/ 2147483647 w 93"/>
                <a:gd name="T69" fmla="*/ 2147483647 h 85"/>
                <a:gd name="T70" fmla="*/ 2147483647 w 93"/>
                <a:gd name="T71" fmla="*/ 2147483647 h 85"/>
                <a:gd name="T72" fmla="*/ 2147483647 w 93"/>
                <a:gd name="T73" fmla="*/ 2147483647 h 85"/>
                <a:gd name="T74" fmla="*/ 2147483647 w 93"/>
                <a:gd name="T75" fmla="*/ 2147483647 h 85"/>
                <a:gd name="T76" fmla="*/ 2147483647 w 93"/>
                <a:gd name="T77" fmla="*/ 2147483647 h 85"/>
                <a:gd name="T78" fmla="*/ 2147483647 w 93"/>
                <a:gd name="T79" fmla="*/ 2147483647 h 85"/>
                <a:gd name="T80" fmla="*/ 2147483647 w 93"/>
                <a:gd name="T81" fmla="*/ 2147483647 h 85"/>
                <a:gd name="T82" fmla="*/ 2147483647 w 93"/>
                <a:gd name="T83" fmla="*/ 2147483647 h 85"/>
                <a:gd name="T84" fmla="*/ 2147483647 w 93"/>
                <a:gd name="T85" fmla="*/ 2147483647 h 85"/>
                <a:gd name="T86" fmla="*/ 2147483647 w 93"/>
                <a:gd name="T87" fmla="*/ 2147483647 h 85"/>
                <a:gd name="T88" fmla="*/ 2147483647 w 93"/>
                <a:gd name="T89" fmla="*/ 2147483647 h 85"/>
                <a:gd name="T90" fmla="*/ 2147483647 w 93"/>
                <a:gd name="T91" fmla="*/ 2147483647 h 85"/>
                <a:gd name="T92" fmla="*/ 2147483647 w 93"/>
                <a:gd name="T93" fmla="*/ 2147483647 h 85"/>
                <a:gd name="T94" fmla="*/ 2147483647 w 93"/>
                <a:gd name="T95" fmla="*/ 2147483647 h 85"/>
                <a:gd name="T96" fmla="*/ 2147483647 w 93"/>
                <a:gd name="T97" fmla="*/ 2147483647 h 85"/>
                <a:gd name="T98" fmla="*/ 2147483647 w 93"/>
                <a:gd name="T99" fmla="*/ 2147483647 h 85"/>
                <a:gd name="T100" fmla="*/ 2147483647 w 93"/>
                <a:gd name="T101" fmla="*/ 2147483647 h 85"/>
                <a:gd name="T102" fmla="*/ 2147483647 w 93"/>
                <a:gd name="T103" fmla="*/ 2147483647 h 85"/>
                <a:gd name="T104" fmla="*/ 2147483647 w 93"/>
                <a:gd name="T105" fmla="*/ 2147483647 h 85"/>
                <a:gd name="T106" fmla="*/ 2147483647 w 93"/>
                <a:gd name="T107" fmla="*/ 2147483647 h 85"/>
                <a:gd name="T108" fmla="*/ 2147483647 w 93"/>
                <a:gd name="T109" fmla="*/ 2147483647 h 85"/>
                <a:gd name="T110" fmla="*/ 2147483647 w 93"/>
                <a:gd name="T111" fmla="*/ 2147483647 h 85"/>
                <a:gd name="T112" fmla="*/ 2147483647 w 93"/>
                <a:gd name="T113" fmla="*/ 2147483647 h 85"/>
                <a:gd name="T114" fmla="*/ 2147483647 w 93"/>
                <a:gd name="T115" fmla="*/ 2147483647 h 85"/>
                <a:gd name="T116" fmla="*/ 2147483647 w 93"/>
                <a:gd name="T117" fmla="*/ 2147483647 h 85"/>
                <a:gd name="T118" fmla="*/ 2147483647 w 93"/>
                <a:gd name="T119" fmla="*/ 2147483647 h 8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3" h="85">
                  <a:moveTo>
                    <a:pt x="0" y="51"/>
                  </a:moveTo>
                  <a:lnTo>
                    <a:pt x="0" y="52"/>
                  </a:lnTo>
                  <a:lnTo>
                    <a:pt x="1" y="53"/>
                  </a:lnTo>
                  <a:lnTo>
                    <a:pt x="2" y="54"/>
                  </a:lnTo>
                  <a:lnTo>
                    <a:pt x="2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5" y="62"/>
                  </a:lnTo>
                  <a:lnTo>
                    <a:pt x="6" y="64"/>
                  </a:lnTo>
                  <a:lnTo>
                    <a:pt x="7" y="65"/>
                  </a:lnTo>
                  <a:lnTo>
                    <a:pt x="7" y="66"/>
                  </a:lnTo>
                  <a:lnTo>
                    <a:pt x="8" y="67"/>
                  </a:lnTo>
                  <a:lnTo>
                    <a:pt x="8" y="68"/>
                  </a:lnTo>
                  <a:lnTo>
                    <a:pt x="9" y="68"/>
                  </a:lnTo>
                  <a:lnTo>
                    <a:pt x="10" y="69"/>
                  </a:lnTo>
                  <a:lnTo>
                    <a:pt x="11" y="70"/>
                  </a:lnTo>
                  <a:lnTo>
                    <a:pt x="12" y="70"/>
                  </a:lnTo>
                  <a:lnTo>
                    <a:pt x="12" y="71"/>
                  </a:lnTo>
                  <a:lnTo>
                    <a:pt x="12" y="72"/>
                  </a:lnTo>
                  <a:lnTo>
                    <a:pt x="12" y="73"/>
                  </a:lnTo>
                  <a:lnTo>
                    <a:pt x="13" y="73"/>
                  </a:lnTo>
                  <a:lnTo>
                    <a:pt x="13" y="74"/>
                  </a:lnTo>
                  <a:lnTo>
                    <a:pt x="13" y="75"/>
                  </a:lnTo>
                  <a:lnTo>
                    <a:pt x="15" y="76"/>
                  </a:lnTo>
                  <a:lnTo>
                    <a:pt x="15" y="77"/>
                  </a:lnTo>
                  <a:lnTo>
                    <a:pt x="16" y="77"/>
                  </a:lnTo>
                  <a:lnTo>
                    <a:pt x="17" y="77"/>
                  </a:lnTo>
                  <a:lnTo>
                    <a:pt x="18" y="77"/>
                  </a:lnTo>
                  <a:lnTo>
                    <a:pt x="18" y="78"/>
                  </a:lnTo>
                  <a:lnTo>
                    <a:pt x="18" y="79"/>
                  </a:lnTo>
                  <a:lnTo>
                    <a:pt x="18" y="78"/>
                  </a:lnTo>
                  <a:lnTo>
                    <a:pt x="19" y="78"/>
                  </a:lnTo>
                  <a:lnTo>
                    <a:pt x="19" y="79"/>
                  </a:lnTo>
                  <a:lnTo>
                    <a:pt x="20" y="79"/>
                  </a:lnTo>
                  <a:lnTo>
                    <a:pt x="20" y="80"/>
                  </a:lnTo>
                  <a:lnTo>
                    <a:pt x="20" y="79"/>
                  </a:lnTo>
                  <a:lnTo>
                    <a:pt x="21" y="79"/>
                  </a:lnTo>
                  <a:lnTo>
                    <a:pt x="21" y="80"/>
                  </a:lnTo>
                  <a:lnTo>
                    <a:pt x="22" y="80"/>
                  </a:lnTo>
                  <a:lnTo>
                    <a:pt x="23" y="80"/>
                  </a:lnTo>
                  <a:lnTo>
                    <a:pt x="25" y="79"/>
                  </a:lnTo>
                  <a:lnTo>
                    <a:pt x="26" y="78"/>
                  </a:lnTo>
                  <a:lnTo>
                    <a:pt x="27" y="78"/>
                  </a:lnTo>
                  <a:lnTo>
                    <a:pt x="28" y="78"/>
                  </a:lnTo>
                  <a:lnTo>
                    <a:pt x="29" y="78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1" y="78"/>
                  </a:lnTo>
                  <a:lnTo>
                    <a:pt x="32" y="78"/>
                  </a:lnTo>
                  <a:lnTo>
                    <a:pt x="33" y="77"/>
                  </a:lnTo>
                  <a:lnTo>
                    <a:pt x="34" y="77"/>
                  </a:lnTo>
                  <a:lnTo>
                    <a:pt x="35" y="76"/>
                  </a:lnTo>
                  <a:lnTo>
                    <a:pt x="36" y="75"/>
                  </a:lnTo>
                  <a:lnTo>
                    <a:pt x="37" y="74"/>
                  </a:lnTo>
                  <a:lnTo>
                    <a:pt x="38" y="74"/>
                  </a:lnTo>
                  <a:lnTo>
                    <a:pt x="40" y="74"/>
                  </a:lnTo>
                  <a:lnTo>
                    <a:pt x="42" y="74"/>
                  </a:lnTo>
                  <a:lnTo>
                    <a:pt x="42" y="75"/>
                  </a:lnTo>
                  <a:lnTo>
                    <a:pt x="43" y="75"/>
                  </a:lnTo>
                  <a:lnTo>
                    <a:pt x="43" y="74"/>
                  </a:lnTo>
                  <a:lnTo>
                    <a:pt x="44" y="74"/>
                  </a:lnTo>
                  <a:lnTo>
                    <a:pt x="45" y="73"/>
                  </a:lnTo>
                  <a:lnTo>
                    <a:pt x="46" y="73"/>
                  </a:lnTo>
                  <a:lnTo>
                    <a:pt x="46" y="72"/>
                  </a:lnTo>
                  <a:lnTo>
                    <a:pt x="47" y="72"/>
                  </a:lnTo>
                  <a:lnTo>
                    <a:pt x="47" y="73"/>
                  </a:lnTo>
                  <a:lnTo>
                    <a:pt x="47" y="74"/>
                  </a:lnTo>
                  <a:lnTo>
                    <a:pt x="50" y="77"/>
                  </a:lnTo>
                  <a:lnTo>
                    <a:pt x="49" y="77"/>
                  </a:lnTo>
                  <a:lnTo>
                    <a:pt x="49" y="78"/>
                  </a:lnTo>
                  <a:lnTo>
                    <a:pt x="49" y="79"/>
                  </a:lnTo>
                  <a:lnTo>
                    <a:pt x="49" y="80"/>
                  </a:lnTo>
                  <a:lnTo>
                    <a:pt x="49" y="81"/>
                  </a:lnTo>
                  <a:lnTo>
                    <a:pt x="49" y="82"/>
                  </a:lnTo>
                  <a:lnTo>
                    <a:pt x="50" y="83"/>
                  </a:lnTo>
                  <a:lnTo>
                    <a:pt x="50" y="84"/>
                  </a:lnTo>
                  <a:lnTo>
                    <a:pt x="51" y="84"/>
                  </a:lnTo>
                  <a:lnTo>
                    <a:pt x="52" y="84"/>
                  </a:lnTo>
                  <a:lnTo>
                    <a:pt x="53" y="83"/>
                  </a:lnTo>
                  <a:lnTo>
                    <a:pt x="54" y="83"/>
                  </a:lnTo>
                  <a:lnTo>
                    <a:pt x="55" y="84"/>
                  </a:lnTo>
                  <a:lnTo>
                    <a:pt x="56" y="85"/>
                  </a:lnTo>
                  <a:lnTo>
                    <a:pt x="57" y="84"/>
                  </a:lnTo>
                  <a:lnTo>
                    <a:pt x="57" y="83"/>
                  </a:lnTo>
                  <a:lnTo>
                    <a:pt x="58" y="83"/>
                  </a:lnTo>
                  <a:lnTo>
                    <a:pt x="60" y="83"/>
                  </a:lnTo>
                  <a:lnTo>
                    <a:pt x="60" y="82"/>
                  </a:lnTo>
                  <a:lnTo>
                    <a:pt x="61" y="82"/>
                  </a:lnTo>
                  <a:lnTo>
                    <a:pt x="62" y="81"/>
                  </a:lnTo>
                  <a:lnTo>
                    <a:pt x="62" y="80"/>
                  </a:lnTo>
                  <a:lnTo>
                    <a:pt x="64" y="79"/>
                  </a:lnTo>
                  <a:lnTo>
                    <a:pt x="65" y="78"/>
                  </a:lnTo>
                  <a:lnTo>
                    <a:pt x="66" y="78"/>
                  </a:lnTo>
                  <a:lnTo>
                    <a:pt x="67" y="78"/>
                  </a:lnTo>
                  <a:lnTo>
                    <a:pt x="68" y="79"/>
                  </a:lnTo>
                  <a:lnTo>
                    <a:pt x="68" y="78"/>
                  </a:lnTo>
                  <a:lnTo>
                    <a:pt x="68" y="77"/>
                  </a:lnTo>
                  <a:lnTo>
                    <a:pt x="69" y="76"/>
                  </a:lnTo>
                  <a:lnTo>
                    <a:pt x="70" y="75"/>
                  </a:lnTo>
                  <a:lnTo>
                    <a:pt x="70" y="74"/>
                  </a:lnTo>
                  <a:lnTo>
                    <a:pt x="70" y="73"/>
                  </a:lnTo>
                  <a:lnTo>
                    <a:pt x="71" y="73"/>
                  </a:lnTo>
                  <a:lnTo>
                    <a:pt x="70" y="72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8" y="73"/>
                  </a:lnTo>
                  <a:lnTo>
                    <a:pt x="67" y="73"/>
                  </a:lnTo>
                  <a:lnTo>
                    <a:pt x="67" y="72"/>
                  </a:lnTo>
                  <a:lnTo>
                    <a:pt x="67" y="71"/>
                  </a:lnTo>
                  <a:lnTo>
                    <a:pt x="67" y="70"/>
                  </a:lnTo>
                  <a:lnTo>
                    <a:pt x="66" y="69"/>
                  </a:lnTo>
                  <a:lnTo>
                    <a:pt x="65" y="68"/>
                  </a:lnTo>
                  <a:lnTo>
                    <a:pt x="64" y="68"/>
                  </a:lnTo>
                  <a:lnTo>
                    <a:pt x="64" y="67"/>
                  </a:lnTo>
                  <a:lnTo>
                    <a:pt x="65" y="66"/>
                  </a:lnTo>
                  <a:lnTo>
                    <a:pt x="66" y="66"/>
                  </a:lnTo>
                  <a:lnTo>
                    <a:pt x="66" y="65"/>
                  </a:lnTo>
                  <a:lnTo>
                    <a:pt x="66" y="64"/>
                  </a:lnTo>
                  <a:lnTo>
                    <a:pt x="65" y="63"/>
                  </a:lnTo>
                  <a:lnTo>
                    <a:pt x="64" y="63"/>
                  </a:lnTo>
                  <a:lnTo>
                    <a:pt x="64" y="62"/>
                  </a:lnTo>
                  <a:lnTo>
                    <a:pt x="63" y="61"/>
                  </a:lnTo>
                  <a:lnTo>
                    <a:pt x="62" y="62"/>
                  </a:lnTo>
                  <a:lnTo>
                    <a:pt x="61" y="62"/>
                  </a:lnTo>
                  <a:lnTo>
                    <a:pt x="60" y="62"/>
                  </a:lnTo>
                  <a:lnTo>
                    <a:pt x="59" y="62"/>
                  </a:lnTo>
                  <a:lnTo>
                    <a:pt x="60" y="61"/>
                  </a:lnTo>
                  <a:lnTo>
                    <a:pt x="60" y="60"/>
                  </a:lnTo>
                  <a:lnTo>
                    <a:pt x="60" y="59"/>
                  </a:lnTo>
                  <a:lnTo>
                    <a:pt x="60" y="57"/>
                  </a:lnTo>
                  <a:lnTo>
                    <a:pt x="61" y="57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3" y="58"/>
                  </a:lnTo>
                  <a:lnTo>
                    <a:pt x="63" y="57"/>
                  </a:lnTo>
                  <a:lnTo>
                    <a:pt x="62" y="57"/>
                  </a:lnTo>
                  <a:lnTo>
                    <a:pt x="63" y="57"/>
                  </a:lnTo>
                  <a:lnTo>
                    <a:pt x="64" y="57"/>
                  </a:lnTo>
                  <a:lnTo>
                    <a:pt x="64" y="58"/>
                  </a:lnTo>
                  <a:lnTo>
                    <a:pt x="65" y="58"/>
                  </a:lnTo>
                  <a:lnTo>
                    <a:pt x="66" y="58"/>
                  </a:lnTo>
                  <a:lnTo>
                    <a:pt x="67" y="57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9" y="56"/>
                  </a:lnTo>
                  <a:lnTo>
                    <a:pt x="69" y="55"/>
                  </a:lnTo>
                  <a:lnTo>
                    <a:pt x="70" y="55"/>
                  </a:lnTo>
                  <a:lnTo>
                    <a:pt x="71" y="55"/>
                  </a:lnTo>
                  <a:lnTo>
                    <a:pt x="73" y="55"/>
                  </a:lnTo>
                  <a:lnTo>
                    <a:pt x="74" y="55"/>
                  </a:lnTo>
                  <a:lnTo>
                    <a:pt x="74" y="54"/>
                  </a:lnTo>
                  <a:lnTo>
                    <a:pt x="75" y="54"/>
                  </a:lnTo>
                  <a:lnTo>
                    <a:pt x="76" y="55"/>
                  </a:lnTo>
                  <a:lnTo>
                    <a:pt x="77" y="54"/>
                  </a:lnTo>
                  <a:lnTo>
                    <a:pt x="80" y="53"/>
                  </a:lnTo>
                  <a:lnTo>
                    <a:pt x="81" y="53"/>
                  </a:lnTo>
                  <a:lnTo>
                    <a:pt x="83" y="50"/>
                  </a:lnTo>
                  <a:lnTo>
                    <a:pt x="83" y="49"/>
                  </a:lnTo>
                  <a:lnTo>
                    <a:pt x="83" y="47"/>
                  </a:lnTo>
                  <a:lnTo>
                    <a:pt x="82" y="47"/>
                  </a:lnTo>
                  <a:lnTo>
                    <a:pt x="82" y="46"/>
                  </a:lnTo>
                  <a:lnTo>
                    <a:pt x="80" y="44"/>
                  </a:lnTo>
                  <a:lnTo>
                    <a:pt x="81" y="44"/>
                  </a:lnTo>
                  <a:lnTo>
                    <a:pt x="82" y="43"/>
                  </a:lnTo>
                  <a:lnTo>
                    <a:pt x="84" y="40"/>
                  </a:lnTo>
                  <a:lnTo>
                    <a:pt x="84" y="39"/>
                  </a:lnTo>
                  <a:lnTo>
                    <a:pt x="85" y="38"/>
                  </a:lnTo>
                  <a:lnTo>
                    <a:pt x="86" y="36"/>
                  </a:lnTo>
                  <a:lnTo>
                    <a:pt x="87" y="35"/>
                  </a:lnTo>
                  <a:lnTo>
                    <a:pt x="87" y="34"/>
                  </a:lnTo>
                  <a:lnTo>
                    <a:pt x="88" y="33"/>
                  </a:lnTo>
                  <a:lnTo>
                    <a:pt x="89" y="34"/>
                  </a:lnTo>
                  <a:lnTo>
                    <a:pt x="89" y="33"/>
                  </a:lnTo>
                  <a:lnTo>
                    <a:pt x="90" y="33"/>
                  </a:lnTo>
                  <a:lnTo>
                    <a:pt x="91" y="31"/>
                  </a:lnTo>
                  <a:lnTo>
                    <a:pt x="90" y="29"/>
                  </a:lnTo>
                  <a:lnTo>
                    <a:pt x="89" y="28"/>
                  </a:lnTo>
                  <a:lnTo>
                    <a:pt x="90" y="27"/>
                  </a:lnTo>
                  <a:lnTo>
                    <a:pt x="90" y="26"/>
                  </a:lnTo>
                  <a:lnTo>
                    <a:pt x="91" y="25"/>
                  </a:lnTo>
                  <a:lnTo>
                    <a:pt x="91" y="24"/>
                  </a:lnTo>
                  <a:lnTo>
                    <a:pt x="92" y="24"/>
                  </a:lnTo>
                  <a:lnTo>
                    <a:pt x="90" y="23"/>
                  </a:lnTo>
                  <a:lnTo>
                    <a:pt x="91" y="23"/>
                  </a:lnTo>
                  <a:lnTo>
                    <a:pt x="93" y="21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0" y="19"/>
                  </a:lnTo>
                  <a:lnTo>
                    <a:pt x="88" y="18"/>
                  </a:lnTo>
                  <a:lnTo>
                    <a:pt x="87" y="17"/>
                  </a:lnTo>
                  <a:lnTo>
                    <a:pt x="86" y="17"/>
                  </a:lnTo>
                  <a:lnTo>
                    <a:pt x="85" y="18"/>
                  </a:lnTo>
                  <a:lnTo>
                    <a:pt x="84" y="18"/>
                  </a:lnTo>
                  <a:lnTo>
                    <a:pt x="84" y="19"/>
                  </a:lnTo>
                  <a:lnTo>
                    <a:pt x="82" y="20"/>
                  </a:lnTo>
                  <a:lnTo>
                    <a:pt x="80" y="21"/>
                  </a:lnTo>
                  <a:lnTo>
                    <a:pt x="80" y="22"/>
                  </a:lnTo>
                  <a:lnTo>
                    <a:pt x="76" y="26"/>
                  </a:lnTo>
                  <a:lnTo>
                    <a:pt x="73" y="25"/>
                  </a:lnTo>
                  <a:lnTo>
                    <a:pt x="72" y="25"/>
                  </a:lnTo>
                  <a:lnTo>
                    <a:pt x="69" y="24"/>
                  </a:lnTo>
                  <a:lnTo>
                    <a:pt x="67" y="23"/>
                  </a:lnTo>
                  <a:lnTo>
                    <a:pt x="66" y="23"/>
                  </a:lnTo>
                  <a:lnTo>
                    <a:pt x="65" y="24"/>
                  </a:lnTo>
                  <a:lnTo>
                    <a:pt x="64" y="25"/>
                  </a:lnTo>
                  <a:lnTo>
                    <a:pt x="64" y="26"/>
                  </a:lnTo>
                  <a:lnTo>
                    <a:pt x="65" y="27"/>
                  </a:lnTo>
                  <a:lnTo>
                    <a:pt x="66" y="28"/>
                  </a:lnTo>
                  <a:lnTo>
                    <a:pt x="67" y="29"/>
                  </a:lnTo>
                  <a:lnTo>
                    <a:pt x="67" y="31"/>
                  </a:lnTo>
                  <a:lnTo>
                    <a:pt x="67" y="33"/>
                  </a:lnTo>
                  <a:lnTo>
                    <a:pt x="66" y="33"/>
                  </a:lnTo>
                  <a:lnTo>
                    <a:pt x="66" y="32"/>
                  </a:lnTo>
                  <a:lnTo>
                    <a:pt x="66" y="31"/>
                  </a:lnTo>
                  <a:lnTo>
                    <a:pt x="65" y="31"/>
                  </a:lnTo>
                  <a:lnTo>
                    <a:pt x="65" y="33"/>
                  </a:lnTo>
                  <a:lnTo>
                    <a:pt x="63" y="33"/>
                  </a:lnTo>
                  <a:lnTo>
                    <a:pt x="63" y="34"/>
                  </a:lnTo>
                  <a:lnTo>
                    <a:pt x="62" y="34"/>
                  </a:lnTo>
                  <a:lnTo>
                    <a:pt x="60" y="34"/>
                  </a:lnTo>
                  <a:lnTo>
                    <a:pt x="58" y="34"/>
                  </a:lnTo>
                  <a:lnTo>
                    <a:pt x="58" y="35"/>
                  </a:lnTo>
                  <a:lnTo>
                    <a:pt x="58" y="37"/>
                  </a:lnTo>
                  <a:lnTo>
                    <a:pt x="58" y="38"/>
                  </a:lnTo>
                  <a:lnTo>
                    <a:pt x="57" y="38"/>
                  </a:lnTo>
                  <a:lnTo>
                    <a:pt x="55" y="37"/>
                  </a:lnTo>
                  <a:lnTo>
                    <a:pt x="54" y="38"/>
                  </a:lnTo>
                  <a:lnTo>
                    <a:pt x="51" y="38"/>
                  </a:lnTo>
                  <a:lnTo>
                    <a:pt x="51" y="37"/>
                  </a:lnTo>
                  <a:lnTo>
                    <a:pt x="46" y="36"/>
                  </a:lnTo>
                  <a:lnTo>
                    <a:pt x="45" y="36"/>
                  </a:lnTo>
                  <a:lnTo>
                    <a:pt x="45" y="35"/>
                  </a:lnTo>
                  <a:lnTo>
                    <a:pt x="42" y="35"/>
                  </a:lnTo>
                  <a:lnTo>
                    <a:pt x="41" y="34"/>
                  </a:lnTo>
                  <a:lnTo>
                    <a:pt x="42" y="31"/>
                  </a:lnTo>
                  <a:lnTo>
                    <a:pt x="42" y="30"/>
                  </a:lnTo>
                  <a:lnTo>
                    <a:pt x="42" y="29"/>
                  </a:lnTo>
                  <a:lnTo>
                    <a:pt x="43" y="29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6" y="27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4"/>
                  </a:lnTo>
                  <a:lnTo>
                    <a:pt x="46" y="24"/>
                  </a:lnTo>
                  <a:lnTo>
                    <a:pt x="45" y="22"/>
                  </a:lnTo>
                  <a:lnTo>
                    <a:pt x="46" y="21"/>
                  </a:lnTo>
                  <a:lnTo>
                    <a:pt x="47" y="22"/>
                  </a:lnTo>
                  <a:lnTo>
                    <a:pt x="48" y="22"/>
                  </a:lnTo>
                  <a:lnTo>
                    <a:pt x="50" y="20"/>
                  </a:lnTo>
                  <a:lnTo>
                    <a:pt x="52" y="19"/>
                  </a:lnTo>
                  <a:lnTo>
                    <a:pt x="53" y="19"/>
                  </a:lnTo>
                  <a:lnTo>
                    <a:pt x="54" y="18"/>
                  </a:lnTo>
                  <a:lnTo>
                    <a:pt x="54" y="17"/>
                  </a:lnTo>
                  <a:lnTo>
                    <a:pt x="54" y="16"/>
                  </a:lnTo>
                  <a:lnTo>
                    <a:pt x="54" y="14"/>
                  </a:lnTo>
                  <a:lnTo>
                    <a:pt x="56" y="12"/>
                  </a:lnTo>
                  <a:lnTo>
                    <a:pt x="56" y="10"/>
                  </a:lnTo>
                  <a:lnTo>
                    <a:pt x="56" y="9"/>
                  </a:lnTo>
                  <a:lnTo>
                    <a:pt x="55" y="8"/>
                  </a:lnTo>
                  <a:lnTo>
                    <a:pt x="54" y="8"/>
                  </a:lnTo>
                  <a:lnTo>
                    <a:pt x="53" y="8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9" y="10"/>
                  </a:lnTo>
                  <a:lnTo>
                    <a:pt x="49" y="11"/>
                  </a:lnTo>
                  <a:lnTo>
                    <a:pt x="49" y="12"/>
                  </a:lnTo>
                  <a:lnTo>
                    <a:pt x="49" y="13"/>
                  </a:lnTo>
                  <a:lnTo>
                    <a:pt x="48" y="14"/>
                  </a:lnTo>
                  <a:lnTo>
                    <a:pt x="48" y="15"/>
                  </a:lnTo>
                  <a:lnTo>
                    <a:pt x="47" y="15"/>
                  </a:lnTo>
                  <a:lnTo>
                    <a:pt x="44" y="15"/>
                  </a:lnTo>
                  <a:lnTo>
                    <a:pt x="44" y="12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2" y="10"/>
                  </a:lnTo>
                  <a:lnTo>
                    <a:pt x="41" y="12"/>
                  </a:lnTo>
                  <a:lnTo>
                    <a:pt x="40" y="13"/>
                  </a:lnTo>
                  <a:lnTo>
                    <a:pt x="41" y="8"/>
                  </a:lnTo>
                  <a:lnTo>
                    <a:pt x="40" y="7"/>
                  </a:lnTo>
                  <a:lnTo>
                    <a:pt x="41" y="7"/>
                  </a:lnTo>
                  <a:lnTo>
                    <a:pt x="41" y="5"/>
                  </a:lnTo>
                  <a:lnTo>
                    <a:pt x="42" y="4"/>
                  </a:lnTo>
                  <a:lnTo>
                    <a:pt x="43" y="1"/>
                  </a:lnTo>
                  <a:lnTo>
                    <a:pt x="37" y="0"/>
                  </a:lnTo>
                  <a:lnTo>
                    <a:pt x="37" y="5"/>
                  </a:lnTo>
                  <a:lnTo>
                    <a:pt x="39" y="6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3" y="7"/>
                  </a:lnTo>
                  <a:lnTo>
                    <a:pt x="30" y="11"/>
                  </a:lnTo>
                  <a:lnTo>
                    <a:pt x="29" y="15"/>
                  </a:lnTo>
                  <a:lnTo>
                    <a:pt x="31" y="19"/>
                  </a:lnTo>
                  <a:lnTo>
                    <a:pt x="33" y="20"/>
                  </a:lnTo>
                  <a:lnTo>
                    <a:pt x="34" y="25"/>
                  </a:lnTo>
                  <a:lnTo>
                    <a:pt x="33" y="27"/>
                  </a:lnTo>
                  <a:lnTo>
                    <a:pt x="38" y="31"/>
                  </a:lnTo>
                  <a:lnTo>
                    <a:pt x="38" y="33"/>
                  </a:lnTo>
                  <a:lnTo>
                    <a:pt x="36" y="34"/>
                  </a:lnTo>
                  <a:lnTo>
                    <a:pt x="33" y="35"/>
                  </a:lnTo>
                  <a:lnTo>
                    <a:pt x="32" y="35"/>
                  </a:lnTo>
                  <a:lnTo>
                    <a:pt x="32" y="36"/>
                  </a:lnTo>
                  <a:lnTo>
                    <a:pt x="33" y="37"/>
                  </a:lnTo>
                  <a:lnTo>
                    <a:pt x="32" y="38"/>
                  </a:lnTo>
                  <a:lnTo>
                    <a:pt x="33" y="39"/>
                  </a:lnTo>
                  <a:lnTo>
                    <a:pt x="32" y="42"/>
                  </a:lnTo>
                  <a:lnTo>
                    <a:pt x="31" y="44"/>
                  </a:lnTo>
                  <a:lnTo>
                    <a:pt x="32" y="46"/>
                  </a:lnTo>
                  <a:lnTo>
                    <a:pt x="31" y="46"/>
                  </a:lnTo>
                  <a:lnTo>
                    <a:pt x="29" y="44"/>
                  </a:lnTo>
                  <a:lnTo>
                    <a:pt x="29" y="43"/>
                  </a:lnTo>
                  <a:lnTo>
                    <a:pt x="28" y="43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1" y="38"/>
                  </a:lnTo>
                  <a:lnTo>
                    <a:pt x="20" y="38"/>
                  </a:lnTo>
                  <a:lnTo>
                    <a:pt x="19" y="38"/>
                  </a:lnTo>
                  <a:lnTo>
                    <a:pt x="18" y="39"/>
                  </a:lnTo>
                  <a:lnTo>
                    <a:pt x="16" y="40"/>
                  </a:lnTo>
                  <a:lnTo>
                    <a:pt x="15" y="40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0" y="43"/>
                  </a:lnTo>
                  <a:lnTo>
                    <a:pt x="10" y="45"/>
                  </a:lnTo>
                  <a:lnTo>
                    <a:pt x="9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7" y="48"/>
                  </a:lnTo>
                  <a:lnTo>
                    <a:pt x="6" y="49"/>
                  </a:lnTo>
                  <a:lnTo>
                    <a:pt x="5" y="49"/>
                  </a:lnTo>
                  <a:lnTo>
                    <a:pt x="4" y="49"/>
                  </a:lnTo>
                  <a:lnTo>
                    <a:pt x="3" y="49"/>
                  </a:lnTo>
                  <a:lnTo>
                    <a:pt x="2" y="49"/>
                  </a:lnTo>
                  <a:lnTo>
                    <a:pt x="1" y="49"/>
                  </a:lnTo>
                  <a:lnTo>
                    <a:pt x="1" y="50"/>
                  </a:lnTo>
                  <a:lnTo>
                    <a:pt x="0" y="5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Freeform 29"/>
            <p:cNvSpPr>
              <a:spLocks/>
            </p:cNvSpPr>
            <p:nvPr/>
          </p:nvSpPr>
          <p:spPr bwMode="auto">
            <a:xfrm>
              <a:off x="0" y="0"/>
              <a:ext cx="582222" cy="851892"/>
            </a:xfrm>
            <a:custGeom>
              <a:avLst/>
              <a:gdLst>
                <a:gd name="T0" fmla="*/ 2147483647 w 76"/>
                <a:gd name="T1" fmla="*/ 0 h 110"/>
                <a:gd name="T2" fmla="*/ 2147483647 w 76"/>
                <a:gd name="T3" fmla="*/ 2147483647 h 110"/>
                <a:gd name="T4" fmla="*/ 2147483647 w 76"/>
                <a:gd name="T5" fmla="*/ 2147483647 h 110"/>
                <a:gd name="T6" fmla="*/ 2147483647 w 76"/>
                <a:gd name="T7" fmla="*/ 2147483647 h 110"/>
                <a:gd name="T8" fmla="*/ 2147483647 w 76"/>
                <a:gd name="T9" fmla="*/ 2147483647 h 110"/>
                <a:gd name="T10" fmla="*/ 2147483647 w 76"/>
                <a:gd name="T11" fmla="*/ 2147483647 h 110"/>
                <a:gd name="T12" fmla="*/ 2147483647 w 76"/>
                <a:gd name="T13" fmla="*/ 2147483647 h 110"/>
                <a:gd name="T14" fmla="*/ 2147483647 w 76"/>
                <a:gd name="T15" fmla="*/ 2147483647 h 110"/>
                <a:gd name="T16" fmla="*/ 2147483647 w 76"/>
                <a:gd name="T17" fmla="*/ 2147483647 h 110"/>
                <a:gd name="T18" fmla="*/ 2147483647 w 76"/>
                <a:gd name="T19" fmla="*/ 2147483647 h 110"/>
                <a:gd name="T20" fmla="*/ 2147483647 w 76"/>
                <a:gd name="T21" fmla="*/ 2147483647 h 110"/>
                <a:gd name="T22" fmla="*/ 2147483647 w 76"/>
                <a:gd name="T23" fmla="*/ 2147483647 h 110"/>
                <a:gd name="T24" fmla="*/ 2147483647 w 76"/>
                <a:gd name="T25" fmla="*/ 2147483647 h 110"/>
                <a:gd name="T26" fmla="*/ 2147483647 w 76"/>
                <a:gd name="T27" fmla="*/ 2147483647 h 110"/>
                <a:gd name="T28" fmla="*/ 2147483647 w 76"/>
                <a:gd name="T29" fmla="*/ 2147483647 h 110"/>
                <a:gd name="T30" fmla="*/ 2147483647 w 76"/>
                <a:gd name="T31" fmla="*/ 2147483647 h 110"/>
                <a:gd name="T32" fmla="*/ 2147483647 w 76"/>
                <a:gd name="T33" fmla="*/ 2147483647 h 110"/>
                <a:gd name="T34" fmla="*/ 2147483647 w 76"/>
                <a:gd name="T35" fmla="*/ 2147483647 h 110"/>
                <a:gd name="T36" fmla="*/ 2147483647 w 76"/>
                <a:gd name="T37" fmla="*/ 2147483647 h 110"/>
                <a:gd name="T38" fmla="*/ 2147483647 w 76"/>
                <a:gd name="T39" fmla="*/ 2147483647 h 110"/>
                <a:gd name="T40" fmla="*/ 2147483647 w 76"/>
                <a:gd name="T41" fmla="*/ 2147483647 h 110"/>
                <a:gd name="T42" fmla="*/ 2147483647 w 76"/>
                <a:gd name="T43" fmla="*/ 2147483647 h 110"/>
                <a:gd name="T44" fmla="*/ 2147483647 w 76"/>
                <a:gd name="T45" fmla="*/ 2147483647 h 110"/>
                <a:gd name="T46" fmla="*/ 2147483647 w 76"/>
                <a:gd name="T47" fmla="*/ 2147483647 h 110"/>
                <a:gd name="T48" fmla="*/ 2147483647 w 76"/>
                <a:gd name="T49" fmla="*/ 2147483647 h 110"/>
                <a:gd name="T50" fmla="*/ 2147483647 w 76"/>
                <a:gd name="T51" fmla="*/ 2147483647 h 110"/>
                <a:gd name="T52" fmla="*/ 2147483647 w 76"/>
                <a:gd name="T53" fmla="*/ 2147483647 h 110"/>
                <a:gd name="T54" fmla="*/ 2147483647 w 76"/>
                <a:gd name="T55" fmla="*/ 2147483647 h 110"/>
                <a:gd name="T56" fmla="*/ 2147483647 w 76"/>
                <a:gd name="T57" fmla="*/ 2147483647 h 110"/>
                <a:gd name="T58" fmla="*/ 2147483647 w 76"/>
                <a:gd name="T59" fmla="*/ 2147483647 h 110"/>
                <a:gd name="T60" fmla="*/ 2147483647 w 76"/>
                <a:gd name="T61" fmla="*/ 2147483647 h 110"/>
                <a:gd name="T62" fmla="*/ 2147483647 w 76"/>
                <a:gd name="T63" fmla="*/ 2147483647 h 110"/>
                <a:gd name="T64" fmla="*/ 2147483647 w 76"/>
                <a:gd name="T65" fmla="*/ 2147483647 h 110"/>
                <a:gd name="T66" fmla="*/ 2147483647 w 76"/>
                <a:gd name="T67" fmla="*/ 2147483647 h 110"/>
                <a:gd name="T68" fmla="*/ 2147483647 w 76"/>
                <a:gd name="T69" fmla="*/ 2147483647 h 110"/>
                <a:gd name="T70" fmla="*/ 2147483647 w 76"/>
                <a:gd name="T71" fmla="*/ 2147483647 h 110"/>
                <a:gd name="T72" fmla="*/ 2147483647 w 76"/>
                <a:gd name="T73" fmla="*/ 2147483647 h 110"/>
                <a:gd name="T74" fmla="*/ 2147483647 w 76"/>
                <a:gd name="T75" fmla="*/ 2147483647 h 110"/>
                <a:gd name="T76" fmla="*/ 2147483647 w 76"/>
                <a:gd name="T77" fmla="*/ 2147483647 h 110"/>
                <a:gd name="T78" fmla="*/ 2147483647 w 76"/>
                <a:gd name="T79" fmla="*/ 2147483647 h 110"/>
                <a:gd name="T80" fmla="*/ 2147483647 w 76"/>
                <a:gd name="T81" fmla="*/ 2147483647 h 110"/>
                <a:gd name="T82" fmla="*/ 2147483647 w 76"/>
                <a:gd name="T83" fmla="*/ 2147483647 h 110"/>
                <a:gd name="T84" fmla="*/ 2147483647 w 76"/>
                <a:gd name="T85" fmla="*/ 2147483647 h 110"/>
                <a:gd name="T86" fmla="*/ 2147483647 w 76"/>
                <a:gd name="T87" fmla="*/ 2147483647 h 110"/>
                <a:gd name="T88" fmla="*/ 2147483647 w 76"/>
                <a:gd name="T89" fmla="*/ 2147483647 h 11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6" h="110">
                  <a:moveTo>
                    <a:pt x="2" y="2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46" y="1"/>
                  </a:lnTo>
                  <a:lnTo>
                    <a:pt x="44" y="4"/>
                  </a:lnTo>
                  <a:lnTo>
                    <a:pt x="42" y="6"/>
                  </a:lnTo>
                  <a:lnTo>
                    <a:pt x="40" y="9"/>
                  </a:lnTo>
                  <a:lnTo>
                    <a:pt x="39" y="12"/>
                  </a:lnTo>
                  <a:lnTo>
                    <a:pt x="39" y="11"/>
                  </a:lnTo>
                  <a:lnTo>
                    <a:pt x="38" y="12"/>
                  </a:lnTo>
                  <a:lnTo>
                    <a:pt x="38" y="16"/>
                  </a:lnTo>
                  <a:lnTo>
                    <a:pt x="38" y="17"/>
                  </a:lnTo>
                  <a:lnTo>
                    <a:pt x="37" y="17"/>
                  </a:lnTo>
                  <a:lnTo>
                    <a:pt x="38" y="18"/>
                  </a:lnTo>
                  <a:lnTo>
                    <a:pt x="39" y="18"/>
                  </a:lnTo>
                  <a:lnTo>
                    <a:pt x="41" y="21"/>
                  </a:lnTo>
                  <a:lnTo>
                    <a:pt x="41" y="23"/>
                  </a:lnTo>
                  <a:lnTo>
                    <a:pt x="42" y="24"/>
                  </a:lnTo>
                  <a:lnTo>
                    <a:pt x="42" y="25"/>
                  </a:lnTo>
                  <a:lnTo>
                    <a:pt x="41" y="25"/>
                  </a:lnTo>
                  <a:lnTo>
                    <a:pt x="41" y="26"/>
                  </a:lnTo>
                  <a:lnTo>
                    <a:pt x="41" y="28"/>
                  </a:lnTo>
                  <a:lnTo>
                    <a:pt x="40" y="29"/>
                  </a:lnTo>
                  <a:lnTo>
                    <a:pt x="39" y="35"/>
                  </a:lnTo>
                  <a:lnTo>
                    <a:pt x="40" y="36"/>
                  </a:lnTo>
                  <a:lnTo>
                    <a:pt x="40" y="37"/>
                  </a:lnTo>
                  <a:lnTo>
                    <a:pt x="40" y="39"/>
                  </a:lnTo>
                  <a:lnTo>
                    <a:pt x="42" y="41"/>
                  </a:lnTo>
                  <a:lnTo>
                    <a:pt x="43" y="48"/>
                  </a:lnTo>
                  <a:lnTo>
                    <a:pt x="43" y="51"/>
                  </a:lnTo>
                  <a:lnTo>
                    <a:pt x="43" y="54"/>
                  </a:lnTo>
                  <a:lnTo>
                    <a:pt x="42" y="58"/>
                  </a:lnTo>
                  <a:lnTo>
                    <a:pt x="44" y="61"/>
                  </a:lnTo>
                  <a:lnTo>
                    <a:pt x="45" y="63"/>
                  </a:lnTo>
                  <a:lnTo>
                    <a:pt x="47" y="64"/>
                  </a:lnTo>
                  <a:lnTo>
                    <a:pt x="47" y="67"/>
                  </a:lnTo>
                  <a:lnTo>
                    <a:pt x="48" y="69"/>
                  </a:lnTo>
                  <a:lnTo>
                    <a:pt x="49" y="67"/>
                  </a:lnTo>
                  <a:lnTo>
                    <a:pt x="50" y="68"/>
                  </a:lnTo>
                  <a:lnTo>
                    <a:pt x="52" y="70"/>
                  </a:lnTo>
                  <a:lnTo>
                    <a:pt x="57" y="76"/>
                  </a:lnTo>
                  <a:lnTo>
                    <a:pt x="59" y="78"/>
                  </a:lnTo>
                  <a:lnTo>
                    <a:pt x="60" y="82"/>
                  </a:lnTo>
                  <a:lnTo>
                    <a:pt x="61" y="83"/>
                  </a:lnTo>
                  <a:lnTo>
                    <a:pt x="62" y="85"/>
                  </a:lnTo>
                  <a:lnTo>
                    <a:pt x="62" y="87"/>
                  </a:lnTo>
                  <a:lnTo>
                    <a:pt x="63" y="89"/>
                  </a:lnTo>
                  <a:lnTo>
                    <a:pt x="63" y="88"/>
                  </a:lnTo>
                  <a:lnTo>
                    <a:pt x="64" y="88"/>
                  </a:lnTo>
                  <a:lnTo>
                    <a:pt x="65" y="92"/>
                  </a:lnTo>
                  <a:lnTo>
                    <a:pt x="66" y="91"/>
                  </a:lnTo>
                  <a:lnTo>
                    <a:pt x="68" y="91"/>
                  </a:lnTo>
                  <a:lnTo>
                    <a:pt x="69" y="96"/>
                  </a:lnTo>
                  <a:lnTo>
                    <a:pt x="70" y="99"/>
                  </a:lnTo>
                  <a:lnTo>
                    <a:pt x="72" y="100"/>
                  </a:lnTo>
                  <a:lnTo>
                    <a:pt x="73" y="100"/>
                  </a:lnTo>
                  <a:lnTo>
                    <a:pt x="74" y="101"/>
                  </a:lnTo>
                  <a:lnTo>
                    <a:pt x="73" y="104"/>
                  </a:lnTo>
                  <a:lnTo>
                    <a:pt x="74" y="105"/>
                  </a:lnTo>
                  <a:lnTo>
                    <a:pt x="75" y="106"/>
                  </a:lnTo>
                  <a:lnTo>
                    <a:pt x="75" y="109"/>
                  </a:lnTo>
                  <a:lnTo>
                    <a:pt x="76" y="110"/>
                  </a:lnTo>
                  <a:lnTo>
                    <a:pt x="74" y="110"/>
                  </a:lnTo>
                  <a:lnTo>
                    <a:pt x="68" y="110"/>
                  </a:lnTo>
                  <a:lnTo>
                    <a:pt x="53" y="108"/>
                  </a:lnTo>
                  <a:lnTo>
                    <a:pt x="48" y="107"/>
                  </a:lnTo>
                  <a:lnTo>
                    <a:pt x="49" y="107"/>
                  </a:lnTo>
                  <a:lnTo>
                    <a:pt x="50" y="106"/>
                  </a:lnTo>
                  <a:lnTo>
                    <a:pt x="50" y="104"/>
                  </a:lnTo>
                  <a:lnTo>
                    <a:pt x="50" y="103"/>
                  </a:lnTo>
                  <a:lnTo>
                    <a:pt x="49" y="102"/>
                  </a:lnTo>
                  <a:lnTo>
                    <a:pt x="49" y="101"/>
                  </a:lnTo>
                  <a:lnTo>
                    <a:pt x="51" y="99"/>
                  </a:lnTo>
                  <a:lnTo>
                    <a:pt x="51" y="98"/>
                  </a:lnTo>
                  <a:lnTo>
                    <a:pt x="50" y="95"/>
                  </a:lnTo>
                  <a:lnTo>
                    <a:pt x="50" y="93"/>
                  </a:lnTo>
                  <a:lnTo>
                    <a:pt x="48" y="93"/>
                  </a:lnTo>
                  <a:lnTo>
                    <a:pt x="47" y="91"/>
                  </a:lnTo>
                  <a:lnTo>
                    <a:pt x="46" y="89"/>
                  </a:lnTo>
                  <a:lnTo>
                    <a:pt x="46" y="88"/>
                  </a:lnTo>
                  <a:lnTo>
                    <a:pt x="44" y="86"/>
                  </a:lnTo>
                  <a:lnTo>
                    <a:pt x="43" y="86"/>
                  </a:lnTo>
                  <a:lnTo>
                    <a:pt x="42" y="85"/>
                  </a:lnTo>
                  <a:lnTo>
                    <a:pt x="42" y="84"/>
                  </a:lnTo>
                  <a:lnTo>
                    <a:pt x="41" y="82"/>
                  </a:lnTo>
                  <a:lnTo>
                    <a:pt x="40" y="81"/>
                  </a:lnTo>
                  <a:lnTo>
                    <a:pt x="39" y="80"/>
                  </a:lnTo>
                  <a:lnTo>
                    <a:pt x="38" y="78"/>
                  </a:lnTo>
                  <a:lnTo>
                    <a:pt x="36" y="76"/>
                  </a:lnTo>
                  <a:lnTo>
                    <a:pt x="35" y="75"/>
                  </a:lnTo>
                  <a:lnTo>
                    <a:pt x="32" y="74"/>
                  </a:lnTo>
                  <a:lnTo>
                    <a:pt x="31" y="72"/>
                  </a:lnTo>
                  <a:lnTo>
                    <a:pt x="29" y="71"/>
                  </a:lnTo>
                  <a:lnTo>
                    <a:pt x="28" y="70"/>
                  </a:lnTo>
                  <a:lnTo>
                    <a:pt x="26" y="69"/>
                  </a:lnTo>
                  <a:lnTo>
                    <a:pt x="26" y="68"/>
                  </a:lnTo>
                  <a:lnTo>
                    <a:pt x="24" y="67"/>
                  </a:lnTo>
                  <a:lnTo>
                    <a:pt x="23" y="65"/>
                  </a:lnTo>
                  <a:lnTo>
                    <a:pt x="23" y="61"/>
                  </a:lnTo>
                  <a:lnTo>
                    <a:pt x="22" y="61"/>
                  </a:lnTo>
                  <a:lnTo>
                    <a:pt x="22" y="56"/>
                  </a:lnTo>
                  <a:lnTo>
                    <a:pt x="21" y="52"/>
                  </a:lnTo>
                  <a:lnTo>
                    <a:pt x="19" y="49"/>
                  </a:lnTo>
                  <a:lnTo>
                    <a:pt x="18" y="50"/>
                  </a:lnTo>
                  <a:lnTo>
                    <a:pt x="18" y="49"/>
                  </a:lnTo>
                  <a:lnTo>
                    <a:pt x="17" y="48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7" y="40"/>
                  </a:lnTo>
                  <a:lnTo>
                    <a:pt x="15" y="38"/>
                  </a:lnTo>
                  <a:lnTo>
                    <a:pt x="14" y="37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4" y="31"/>
                  </a:lnTo>
                  <a:lnTo>
                    <a:pt x="13" y="30"/>
                  </a:lnTo>
                  <a:lnTo>
                    <a:pt x="9" y="25"/>
                  </a:lnTo>
                  <a:lnTo>
                    <a:pt x="6" y="23"/>
                  </a:lnTo>
                  <a:lnTo>
                    <a:pt x="7" y="20"/>
                  </a:lnTo>
                  <a:lnTo>
                    <a:pt x="6" y="18"/>
                  </a:lnTo>
                  <a:lnTo>
                    <a:pt x="8" y="19"/>
                  </a:lnTo>
                  <a:lnTo>
                    <a:pt x="8" y="17"/>
                  </a:lnTo>
                  <a:lnTo>
                    <a:pt x="7" y="16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2" y="2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Freeform 30"/>
            <p:cNvSpPr>
              <a:spLocks/>
            </p:cNvSpPr>
            <p:nvPr/>
          </p:nvSpPr>
          <p:spPr bwMode="auto">
            <a:xfrm>
              <a:off x="2068419" y="1912884"/>
              <a:ext cx="176199" cy="147145"/>
            </a:xfrm>
            <a:custGeom>
              <a:avLst/>
              <a:gdLst>
                <a:gd name="T0" fmla="*/ 0 w 23"/>
                <a:gd name="T1" fmla="*/ 2147483647 h 19"/>
                <a:gd name="T2" fmla="*/ 0 w 23"/>
                <a:gd name="T3" fmla="*/ 2147483647 h 19"/>
                <a:gd name="T4" fmla="*/ 2147483647 w 23"/>
                <a:gd name="T5" fmla="*/ 2147483647 h 19"/>
                <a:gd name="T6" fmla="*/ 2147483647 w 23"/>
                <a:gd name="T7" fmla="*/ 2147483647 h 19"/>
                <a:gd name="T8" fmla="*/ 2147483647 w 23"/>
                <a:gd name="T9" fmla="*/ 2147483647 h 19"/>
                <a:gd name="T10" fmla="*/ 2147483647 w 23"/>
                <a:gd name="T11" fmla="*/ 2147483647 h 19"/>
                <a:gd name="T12" fmla="*/ 2147483647 w 23"/>
                <a:gd name="T13" fmla="*/ 2147483647 h 19"/>
                <a:gd name="T14" fmla="*/ 2147483647 w 23"/>
                <a:gd name="T15" fmla="*/ 2147483647 h 19"/>
                <a:gd name="T16" fmla="*/ 2147483647 w 23"/>
                <a:gd name="T17" fmla="*/ 2147483647 h 19"/>
                <a:gd name="T18" fmla="*/ 2147483647 w 23"/>
                <a:gd name="T19" fmla="*/ 2147483647 h 19"/>
                <a:gd name="T20" fmla="*/ 2147483647 w 23"/>
                <a:gd name="T21" fmla="*/ 2147483647 h 19"/>
                <a:gd name="T22" fmla="*/ 2147483647 w 23"/>
                <a:gd name="T23" fmla="*/ 2147483647 h 19"/>
                <a:gd name="T24" fmla="*/ 2147483647 w 23"/>
                <a:gd name="T25" fmla="*/ 2147483647 h 19"/>
                <a:gd name="T26" fmla="*/ 2147483647 w 23"/>
                <a:gd name="T27" fmla="*/ 2147483647 h 19"/>
                <a:gd name="T28" fmla="*/ 2147483647 w 23"/>
                <a:gd name="T29" fmla="*/ 2147483647 h 19"/>
                <a:gd name="T30" fmla="*/ 2147483647 w 23"/>
                <a:gd name="T31" fmla="*/ 2147483647 h 19"/>
                <a:gd name="T32" fmla="*/ 2147483647 w 23"/>
                <a:gd name="T33" fmla="*/ 2147483647 h 19"/>
                <a:gd name="T34" fmla="*/ 2147483647 w 23"/>
                <a:gd name="T35" fmla="*/ 0 h 19"/>
                <a:gd name="T36" fmla="*/ 2147483647 w 23"/>
                <a:gd name="T37" fmla="*/ 0 h 19"/>
                <a:gd name="T38" fmla="*/ 2147483647 w 23"/>
                <a:gd name="T39" fmla="*/ 2147483647 h 19"/>
                <a:gd name="T40" fmla="*/ 2147483647 w 23"/>
                <a:gd name="T41" fmla="*/ 2147483647 h 19"/>
                <a:gd name="T42" fmla="*/ 2147483647 w 23"/>
                <a:gd name="T43" fmla="*/ 2147483647 h 19"/>
                <a:gd name="T44" fmla="*/ 2147483647 w 23"/>
                <a:gd name="T45" fmla="*/ 2147483647 h 19"/>
                <a:gd name="T46" fmla="*/ 2147483647 w 23"/>
                <a:gd name="T47" fmla="*/ 2147483647 h 19"/>
                <a:gd name="T48" fmla="*/ 2147483647 w 23"/>
                <a:gd name="T49" fmla="*/ 2147483647 h 19"/>
                <a:gd name="T50" fmla="*/ 2147483647 w 23"/>
                <a:gd name="T51" fmla="*/ 2147483647 h 19"/>
                <a:gd name="T52" fmla="*/ 2147483647 w 23"/>
                <a:gd name="T53" fmla="*/ 2147483647 h 19"/>
                <a:gd name="T54" fmla="*/ 2147483647 w 23"/>
                <a:gd name="T55" fmla="*/ 2147483647 h 19"/>
                <a:gd name="T56" fmla="*/ 2147483647 w 23"/>
                <a:gd name="T57" fmla="*/ 2147483647 h 19"/>
                <a:gd name="T58" fmla="*/ 2147483647 w 23"/>
                <a:gd name="T59" fmla="*/ 2147483647 h 19"/>
                <a:gd name="T60" fmla="*/ 2147483647 w 23"/>
                <a:gd name="T61" fmla="*/ 2147483647 h 19"/>
                <a:gd name="T62" fmla="*/ 2147483647 w 23"/>
                <a:gd name="T63" fmla="*/ 2147483647 h 19"/>
                <a:gd name="T64" fmla="*/ 2147483647 w 23"/>
                <a:gd name="T65" fmla="*/ 2147483647 h 19"/>
                <a:gd name="T66" fmla="*/ 2147483647 w 23"/>
                <a:gd name="T67" fmla="*/ 2147483647 h 19"/>
                <a:gd name="T68" fmla="*/ 2147483647 w 23"/>
                <a:gd name="T69" fmla="*/ 2147483647 h 19"/>
                <a:gd name="T70" fmla="*/ 2147483647 w 23"/>
                <a:gd name="T71" fmla="*/ 2147483647 h 19"/>
                <a:gd name="T72" fmla="*/ 2147483647 w 23"/>
                <a:gd name="T73" fmla="*/ 2147483647 h 19"/>
                <a:gd name="T74" fmla="*/ 2147483647 w 23"/>
                <a:gd name="T75" fmla="*/ 2147483647 h 19"/>
                <a:gd name="T76" fmla="*/ 2147483647 w 23"/>
                <a:gd name="T77" fmla="*/ 2147483647 h 19"/>
                <a:gd name="T78" fmla="*/ 2147483647 w 23"/>
                <a:gd name="T79" fmla="*/ 2147483647 h 19"/>
                <a:gd name="T80" fmla="*/ 2147483647 w 23"/>
                <a:gd name="T81" fmla="*/ 2147483647 h 19"/>
                <a:gd name="T82" fmla="*/ 2147483647 w 23"/>
                <a:gd name="T83" fmla="*/ 2147483647 h 19"/>
                <a:gd name="T84" fmla="*/ 2147483647 w 23"/>
                <a:gd name="T85" fmla="*/ 2147483647 h 19"/>
                <a:gd name="T86" fmla="*/ 2147483647 w 23"/>
                <a:gd name="T87" fmla="*/ 2147483647 h 19"/>
                <a:gd name="T88" fmla="*/ 2147483647 w 23"/>
                <a:gd name="T89" fmla="*/ 2147483647 h 19"/>
                <a:gd name="T90" fmla="*/ 2147483647 w 23"/>
                <a:gd name="T91" fmla="*/ 2147483647 h 19"/>
                <a:gd name="T92" fmla="*/ 2147483647 w 23"/>
                <a:gd name="T93" fmla="*/ 2147483647 h 19"/>
                <a:gd name="T94" fmla="*/ 0 w 23"/>
                <a:gd name="T95" fmla="*/ 2147483647 h 19"/>
                <a:gd name="T96" fmla="*/ 0 w 23"/>
                <a:gd name="T97" fmla="*/ 2147483647 h 19"/>
                <a:gd name="T98" fmla="*/ 0 w 23"/>
                <a:gd name="T99" fmla="*/ 2147483647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" h="19">
                  <a:moveTo>
                    <a:pt x="0" y="13"/>
                  </a:moveTo>
                  <a:lnTo>
                    <a:pt x="0" y="11"/>
                  </a:lnTo>
                  <a:lnTo>
                    <a:pt x="1" y="10"/>
                  </a:lnTo>
                  <a:lnTo>
                    <a:pt x="2" y="9"/>
                  </a:lnTo>
                  <a:lnTo>
                    <a:pt x="4" y="7"/>
                  </a:lnTo>
                  <a:lnTo>
                    <a:pt x="6" y="7"/>
                  </a:lnTo>
                  <a:lnTo>
                    <a:pt x="6" y="6"/>
                  </a:lnTo>
                  <a:lnTo>
                    <a:pt x="7" y="4"/>
                  </a:lnTo>
                  <a:lnTo>
                    <a:pt x="8" y="5"/>
                  </a:lnTo>
                  <a:lnTo>
                    <a:pt x="9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2"/>
                  </a:lnTo>
                  <a:lnTo>
                    <a:pt x="18" y="3"/>
                  </a:lnTo>
                  <a:lnTo>
                    <a:pt x="18" y="4"/>
                  </a:lnTo>
                  <a:lnTo>
                    <a:pt x="19" y="5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20" y="8"/>
                  </a:lnTo>
                  <a:lnTo>
                    <a:pt x="20" y="9"/>
                  </a:lnTo>
                  <a:lnTo>
                    <a:pt x="21" y="9"/>
                  </a:lnTo>
                  <a:lnTo>
                    <a:pt x="22" y="10"/>
                  </a:lnTo>
                  <a:lnTo>
                    <a:pt x="23" y="11"/>
                  </a:lnTo>
                  <a:lnTo>
                    <a:pt x="23" y="12"/>
                  </a:lnTo>
                  <a:lnTo>
                    <a:pt x="21" y="13"/>
                  </a:lnTo>
                  <a:lnTo>
                    <a:pt x="19" y="14"/>
                  </a:lnTo>
                  <a:lnTo>
                    <a:pt x="19" y="15"/>
                  </a:lnTo>
                  <a:lnTo>
                    <a:pt x="15" y="19"/>
                  </a:lnTo>
                  <a:lnTo>
                    <a:pt x="12" y="18"/>
                  </a:lnTo>
                  <a:lnTo>
                    <a:pt x="11" y="18"/>
                  </a:lnTo>
                  <a:lnTo>
                    <a:pt x="8" y="17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Freeform 31">
              <a:hlinkClick r:id="rId2" action="ppaction://hlinksldjump"/>
            </p:cNvPr>
            <p:cNvSpPr>
              <a:spLocks/>
            </p:cNvSpPr>
            <p:nvPr/>
          </p:nvSpPr>
          <p:spPr bwMode="auto">
            <a:xfrm>
              <a:off x="3753798" y="2137474"/>
              <a:ext cx="543918" cy="542113"/>
            </a:xfrm>
            <a:custGeom>
              <a:avLst/>
              <a:gdLst>
                <a:gd name="T0" fmla="*/ 2147483647 w 71"/>
                <a:gd name="T1" fmla="*/ 2147483647 h 70"/>
                <a:gd name="T2" fmla="*/ 2147483647 w 71"/>
                <a:gd name="T3" fmla="*/ 2147483647 h 70"/>
                <a:gd name="T4" fmla="*/ 2147483647 w 71"/>
                <a:gd name="T5" fmla="*/ 2147483647 h 70"/>
                <a:gd name="T6" fmla="*/ 2147483647 w 71"/>
                <a:gd name="T7" fmla="*/ 2147483647 h 70"/>
                <a:gd name="T8" fmla="*/ 2147483647 w 71"/>
                <a:gd name="T9" fmla="*/ 2147483647 h 70"/>
                <a:gd name="T10" fmla="*/ 2147483647 w 71"/>
                <a:gd name="T11" fmla="*/ 2147483647 h 70"/>
                <a:gd name="T12" fmla="*/ 2147483647 w 71"/>
                <a:gd name="T13" fmla="*/ 2147483647 h 70"/>
                <a:gd name="T14" fmla="*/ 2147483647 w 71"/>
                <a:gd name="T15" fmla="*/ 2147483647 h 70"/>
                <a:gd name="T16" fmla="*/ 2147483647 w 71"/>
                <a:gd name="T17" fmla="*/ 2147483647 h 70"/>
                <a:gd name="T18" fmla="*/ 2147483647 w 71"/>
                <a:gd name="T19" fmla="*/ 2147483647 h 70"/>
                <a:gd name="T20" fmla="*/ 2147483647 w 71"/>
                <a:gd name="T21" fmla="*/ 2147483647 h 70"/>
                <a:gd name="T22" fmla="*/ 2147483647 w 71"/>
                <a:gd name="T23" fmla="*/ 2147483647 h 70"/>
                <a:gd name="T24" fmla="*/ 2147483647 w 71"/>
                <a:gd name="T25" fmla="*/ 2147483647 h 70"/>
                <a:gd name="T26" fmla="*/ 2147483647 w 71"/>
                <a:gd name="T27" fmla="*/ 2147483647 h 70"/>
                <a:gd name="T28" fmla="*/ 2147483647 w 71"/>
                <a:gd name="T29" fmla="*/ 2147483647 h 70"/>
                <a:gd name="T30" fmla="*/ 2147483647 w 71"/>
                <a:gd name="T31" fmla="*/ 2147483647 h 70"/>
                <a:gd name="T32" fmla="*/ 2147483647 w 71"/>
                <a:gd name="T33" fmla="*/ 2147483647 h 70"/>
                <a:gd name="T34" fmla="*/ 2147483647 w 71"/>
                <a:gd name="T35" fmla="*/ 2147483647 h 70"/>
                <a:gd name="T36" fmla="*/ 2147483647 w 71"/>
                <a:gd name="T37" fmla="*/ 2147483647 h 70"/>
                <a:gd name="T38" fmla="*/ 2147483647 w 71"/>
                <a:gd name="T39" fmla="*/ 2147483647 h 70"/>
                <a:gd name="T40" fmla="*/ 2147483647 w 71"/>
                <a:gd name="T41" fmla="*/ 0 h 70"/>
                <a:gd name="T42" fmla="*/ 2147483647 w 71"/>
                <a:gd name="T43" fmla="*/ 2147483647 h 70"/>
                <a:gd name="T44" fmla="*/ 2147483647 w 71"/>
                <a:gd name="T45" fmla="*/ 2147483647 h 70"/>
                <a:gd name="T46" fmla="*/ 2147483647 w 71"/>
                <a:gd name="T47" fmla="*/ 2147483647 h 70"/>
                <a:gd name="T48" fmla="*/ 2147483647 w 71"/>
                <a:gd name="T49" fmla="*/ 2147483647 h 70"/>
                <a:gd name="T50" fmla="*/ 2147483647 w 71"/>
                <a:gd name="T51" fmla="*/ 2147483647 h 70"/>
                <a:gd name="T52" fmla="*/ 2147483647 w 71"/>
                <a:gd name="T53" fmla="*/ 2147483647 h 70"/>
                <a:gd name="T54" fmla="*/ 2147483647 w 71"/>
                <a:gd name="T55" fmla="*/ 2147483647 h 70"/>
                <a:gd name="T56" fmla="*/ 2147483647 w 71"/>
                <a:gd name="T57" fmla="*/ 2147483647 h 70"/>
                <a:gd name="T58" fmla="*/ 2147483647 w 71"/>
                <a:gd name="T59" fmla="*/ 2147483647 h 70"/>
                <a:gd name="T60" fmla="*/ 2147483647 w 71"/>
                <a:gd name="T61" fmla="*/ 2147483647 h 70"/>
                <a:gd name="T62" fmla="*/ 2147483647 w 71"/>
                <a:gd name="T63" fmla="*/ 2147483647 h 70"/>
                <a:gd name="T64" fmla="*/ 2147483647 w 71"/>
                <a:gd name="T65" fmla="*/ 2147483647 h 70"/>
                <a:gd name="T66" fmla="*/ 2147483647 w 71"/>
                <a:gd name="T67" fmla="*/ 2147483647 h 70"/>
                <a:gd name="T68" fmla="*/ 0 w 71"/>
                <a:gd name="T69" fmla="*/ 2147483647 h 70"/>
                <a:gd name="T70" fmla="*/ 2147483647 w 71"/>
                <a:gd name="T71" fmla="*/ 2147483647 h 70"/>
                <a:gd name="T72" fmla="*/ 2147483647 w 71"/>
                <a:gd name="T73" fmla="*/ 2147483647 h 7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1" h="70">
                  <a:moveTo>
                    <a:pt x="6" y="63"/>
                  </a:moveTo>
                  <a:lnTo>
                    <a:pt x="6" y="64"/>
                  </a:lnTo>
                  <a:lnTo>
                    <a:pt x="7" y="64"/>
                  </a:lnTo>
                  <a:lnTo>
                    <a:pt x="7" y="65"/>
                  </a:lnTo>
                  <a:lnTo>
                    <a:pt x="8" y="65"/>
                  </a:lnTo>
                  <a:lnTo>
                    <a:pt x="8" y="66"/>
                  </a:lnTo>
                  <a:lnTo>
                    <a:pt x="9" y="66"/>
                  </a:lnTo>
                  <a:lnTo>
                    <a:pt x="10" y="66"/>
                  </a:lnTo>
                  <a:lnTo>
                    <a:pt x="10" y="67"/>
                  </a:lnTo>
                  <a:lnTo>
                    <a:pt x="12" y="68"/>
                  </a:lnTo>
                  <a:lnTo>
                    <a:pt x="12" y="69"/>
                  </a:lnTo>
                  <a:lnTo>
                    <a:pt x="17" y="69"/>
                  </a:lnTo>
                  <a:lnTo>
                    <a:pt x="18" y="69"/>
                  </a:lnTo>
                  <a:lnTo>
                    <a:pt x="18" y="68"/>
                  </a:lnTo>
                  <a:lnTo>
                    <a:pt x="19" y="68"/>
                  </a:lnTo>
                  <a:lnTo>
                    <a:pt x="19" y="65"/>
                  </a:lnTo>
                  <a:lnTo>
                    <a:pt x="19" y="64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3" y="65"/>
                  </a:lnTo>
                  <a:lnTo>
                    <a:pt x="24" y="65"/>
                  </a:lnTo>
                  <a:lnTo>
                    <a:pt x="28" y="67"/>
                  </a:lnTo>
                  <a:lnTo>
                    <a:pt x="32" y="67"/>
                  </a:lnTo>
                  <a:lnTo>
                    <a:pt x="32" y="70"/>
                  </a:lnTo>
                  <a:lnTo>
                    <a:pt x="42" y="69"/>
                  </a:lnTo>
                  <a:lnTo>
                    <a:pt x="67" y="68"/>
                  </a:lnTo>
                  <a:lnTo>
                    <a:pt x="71" y="68"/>
                  </a:lnTo>
                  <a:lnTo>
                    <a:pt x="71" y="64"/>
                  </a:lnTo>
                  <a:lnTo>
                    <a:pt x="70" y="41"/>
                  </a:lnTo>
                  <a:lnTo>
                    <a:pt x="69" y="35"/>
                  </a:lnTo>
                  <a:lnTo>
                    <a:pt x="52" y="12"/>
                  </a:lnTo>
                  <a:lnTo>
                    <a:pt x="49" y="8"/>
                  </a:lnTo>
                  <a:lnTo>
                    <a:pt x="48" y="9"/>
                  </a:lnTo>
                  <a:lnTo>
                    <a:pt x="46" y="9"/>
                  </a:lnTo>
                  <a:lnTo>
                    <a:pt x="45" y="8"/>
                  </a:lnTo>
                  <a:lnTo>
                    <a:pt x="44" y="8"/>
                  </a:lnTo>
                  <a:lnTo>
                    <a:pt x="42" y="8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40" y="3"/>
                  </a:lnTo>
                  <a:lnTo>
                    <a:pt x="39" y="8"/>
                  </a:lnTo>
                  <a:lnTo>
                    <a:pt x="40" y="19"/>
                  </a:lnTo>
                  <a:lnTo>
                    <a:pt x="41" y="21"/>
                  </a:lnTo>
                  <a:lnTo>
                    <a:pt x="41" y="22"/>
                  </a:lnTo>
                  <a:lnTo>
                    <a:pt x="39" y="23"/>
                  </a:lnTo>
                  <a:lnTo>
                    <a:pt x="39" y="24"/>
                  </a:lnTo>
                  <a:lnTo>
                    <a:pt x="37" y="25"/>
                  </a:lnTo>
                  <a:lnTo>
                    <a:pt x="36" y="25"/>
                  </a:lnTo>
                  <a:lnTo>
                    <a:pt x="36" y="26"/>
                  </a:lnTo>
                  <a:lnTo>
                    <a:pt x="36" y="30"/>
                  </a:lnTo>
                  <a:lnTo>
                    <a:pt x="36" y="32"/>
                  </a:lnTo>
                  <a:lnTo>
                    <a:pt x="36" y="34"/>
                  </a:lnTo>
                  <a:lnTo>
                    <a:pt x="35" y="36"/>
                  </a:lnTo>
                  <a:lnTo>
                    <a:pt x="34" y="37"/>
                  </a:lnTo>
                  <a:lnTo>
                    <a:pt x="32" y="39"/>
                  </a:lnTo>
                  <a:lnTo>
                    <a:pt x="20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50"/>
                  </a:lnTo>
                  <a:lnTo>
                    <a:pt x="16" y="50"/>
                  </a:lnTo>
                  <a:lnTo>
                    <a:pt x="15" y="51"/>
                  </a:lnTo>
                  <a:lnTo>
                    <a:pt x="14" y="51"/>
                  </a:lnTo>
                  <a:lnTo>
                    <a:pt x="13" y="51"/>
                  </a:lnTo>
                  <a:lnTo>
                    <a:pt x="0" y="53"/>
                  </a:lnTo>
                  <a:lnTo>
                    <a:pt x="2" y="56"/>
                  </a:lnTo>
                  <a:lnTo>
                    <a:pt x="5" y="57"/>
                  </a:lnTo>
                  <a:lnTo>
                    <a:pt x="6" y="60"/>
                  </a:lnTo>
                  <a:lnTo>
                    <a:pt x="6" y="6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Freeform 32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1777308" y="2416275"/>
              <a:ext cx="206842" cy="154889"/>
            </a:xfrm>
            <a:custGeom>
              <a:avLst/>
              <a:gdLst>
                <a:gd name="T0" fmla="*/ 2147483647 w 27"/>
                <a:gd name="T1" fmla="*/ 2147483647 h 20"/>
                <a:gd name="T2" fmla="*/ 2147483647 w 27"/>
                <a:gd name="T3" fmla="*/ 2147483647 h 20"/>
                <a:gd name="T4" fmla="*/ 2147483647 w 27"/>
                <a:gd name="T5" fmla="*/ 2147483647 h 20"/>
                <a:gd name="T6" fmla="*/ 2147483647 w 27"/>
                <a:gd name="T7" fmla="*/ 2147483647 h 20"/>
                <a:gd name="T8" fmla="*/ 2147483647 w 27"/>
                <a:gd name="T9" fmla="*/ 2147483647 h 20"/>
                <a:gd name="T10" fmla="*/ 2147483647 w 27"/>
                <a:gd name="T11" fmla="*/ 2147483647 h 20"/>
                <a:gd name="T12" fmla="*/ 2147483647 w 27"/>
                <a:gd name="T13" fmla="*/ 2147483647 h 20"/>
                <a:gd name="T14" fmla="*/ 2147483647 w 27"/>
                <a:gd name="T15" fmla="*/ 2147483647 h 20"/>
                <a:gd name="T16" fmla="*/ 2147483647 w 27"/>
                <a:gd name="T17" fmla="*/ 2147483647 h 20"/>
                <a:gd name="T18" fmla="*/ 2147483647 w 27"/>
                <a:gd name="T19" fmla="*/ 2147483647 h 20"/>
                <a:gd name="T20" fmla="*/ 2147483647 w 27"/>
                <a:gd name="T21" fmla="*/ 2147483647 h 20"/>
                <a:gd name="T22" fmla="*/ 2147483647 w 27"/>
                <a:gd name="T23" fmla="*/ 2147483647 h 20"/>
                <a:gd name="T24" fmla="*/ 2147483647 w 27"/>
                <a:gd name="T25" fmla="*/ 2147483647 h 20"/>
                <a:gd name="T26" fmla="*/ 2147483647 w 27"/>
                <a:gd name="T27" fmla="*/ 2147483647 h 20"/>
                <a:gd name="T28" fmla="*/ 2147483647 w 27"/>
                <a:gd name="T29" fmla="*/ 2147483647 h 20"/>
                <a:gd name="T30" fmla="*/ 2147483647 w 27"/>
                <a:gd name="T31" fmla="*/ 2147483647 h 20"/>
                <a:gd name="T32" fmla="*/ 2147483647 w 27"/>
                <a:gd name="T33" fmla="*/ 2147483647 h 20"/>
                <a:gd name="T34" fmla="*/ 2147483647 w 27"/>
                <a:gd name="T35" fmla="*/ 2147483647 h 20"/>
                <a:gd name="T36" fmla="*/ 2147483647 w 27"/>
                <a:gd name="T37" fmla="*/ 2147483647 h 20"/>
                <a:gd name="T38" fmla="*/ 2147483647 w 27"/>
                <a:gd name="T39" fmla="*/ 2147483647 h 20"/>
                <a:gd name="T40" fmla="*/ 2147483647 w 27"/>
                <a:gd name="T41" fmla="*/ 2147483647 h 20"/>
                <a:gd name="T42" fmla="*/ 2147483647 w 27"/>
                <a:gd name="T43" fmla="*/ 2147483647 h 20"/>
                <a:gd name="T44" fmla="*/ 2147483647 w 27"/>
                <a:gd name="T45" fmla="*/ 2147483647 h 20"/>
                <a:gd name="T46" fmla="*/ 2147483647 w 27"/>
                <a:gd name="T47" fmla="*/ 2147483647 h 20"/>
                <a:gd name="T48" fmla="*/ 2147483647 w 27"/>
                <a:gd name="T49" fmla="*/ 2147483647 h 20"/>
                <a:gd name="T50" fmla="*/ 2147483647 w 27"/>
                <a:gd name="T51" fmla="*/ 2147483647 h 20"/>
                <a:gd name="T52" fmla="*/ 2147483647 w 27"/>
                <a:gd name="T53" fmla="*/ 2147483647 h 20"/>
                <a:gd name="T54" fmla="*/ 2147483647 w 27"/>
                <a:gd name="T55" fmla="*/ 2147483647 h 20"/>
                <a:gd name="T56" fmla="*/ 2147483647 w 27"/>
                <a:gd name="T57" fmla="*/ 2147483647 h 20"/>
                <a:gd name="T58" fmla="*/ 2147483647 w 27"/>
                <a:gd name="T59" fmla="*/ 2147483647 h 20"/>
                <a:gd name="T60" fmla="*/ 2147483647 w 27"/>
                <a:gd name="T61" fmla="*/ 2147483647 h 20"/>
                <a:gd name="T62" fmla="*/ 2147483647 w 27"/>
                <a:gd name="T63" fmla="*/ 2147483647 h 20"/>
                <a:gd name="T64" fmla="*/ 2147483647 w 27"/>
                <a:gd name="T65" fmla="*/ 2147483647 h 20"/>
                <a:gd name="T66" fmla="*/ 2147483647 w 27"/>
                <a:gd name="T67" fmla="*/ 2147483647 h 20"/>
                <a:gd name="T68" fmla="*/ 2147483647 w 27"/>
                <a:gd name="T69" fmla="*/ 2147483647 h 20"/>
                <a:gd name="T70" fmla="*/ 2147483647 w 27"/>
                <a:gd name="T71" fmla="*/ 2147483647 h 20"/>
                <a:gd name="T72" fmla="*/ 2147483647 w 27"/>
                <a:gd name="T73" fmla="*/ 0 h 20"/>
                <a:gd name="T74" fmla="*/ 2147483647 w 27"/>
                <a:gd name="T75" fmla="*/ 0 h 20"/>
                <a:gd name="T76" fmla="*/ 2147483647 w 27"/>
                <a:gd name="T77" fmla="*/ 2147483647 h 20"/>
                <a:gd name="T78" fmla="*/ 2147483647 w 27"/>
                <a:gd name="T79" fmla="*/ 2147483647 h 20"/>
                <a:gd name="T80" fmla="*/ 2147483647 w 27"/>
                <a:gd name="T81" fmla="*/ 2147483647 h 20"/>
                <a:gd name="T82" fmla="*/ 2147483647 w 27"/>
                <a:gd name="T83" fmla="*/ 2147483647 h 20"/>
                <a:gd name="T84" fmla="*/ 2147483647 w 27"/>
                <a:gd name="T85" fmla="*/ 2147483647 h 20"/>
                <a:gd name="T86" fmla="*/ 2147483647 w 27"/>
                <a:gd name="T87" fmla="*/ 2147483647 h 20"/>
                <a:gd name="T88" fmla="*/ 2147483647 w 27"/>
                <a:gd name="T89" fmla="*/ 2147483647 h 20"/>
                <a:gd name="T90" fmla="*/ 2147483647 w 27"/>
                <a:gd name="T91" fmla="*/ 2147483647 h 20"/>
                <a:gd name="T92" fmla="*/ 2147483647 w 27"/>
                <a:gd name="T93" fmla="*/ 2147483647 h 20"/>
                <a:gd name="T94" fmla="*/ 2147483647 w 27"/>
                <a:gd name="T95" fmla="*/ 2147483647 h 20"/>
                <a:gd name="T96" fmla="*/ 2147483647 w 27"/>
                <a:gd name="T97" fmla="*/ 2147483647 h 20"/>
                <a:gd name="T98" fmla="*/ 2147483647 w 27"/>
                <a:gd name="T99" fmla="*/ 2147483647 h 20"/>
                <a:gd name="T100" fmla="*/ 2147483647 w 27"/>
                <a:gd name="T101" fmla="*/ 2147483647 h 20"/>
                <a:gd name="T102" fmla="*/ 2147483647 w 27"/>
                <a:gd name="T103" fmla="*/ 2147483647 h 20"/>
                <a:gd name="T104" fmla="*/ 2147483647 w 27"/>
                <a:gd name="T105" fmla="*/ 2147483647 h 20"/>
                <a:gd name="T106" fmla="*/ 2147483647 w 27"/>
                <a:gd name="T107" fmla="*/ 2147483647 h 20"/>
                <a:gd name="T108" fmla="*/ 2147483647 w 27"/>
                <a:gd name="T109" fmla="*/ 2147483647 h 20"/>
                <a:gd name="T110" fmla="*/ 2147483647 w 27"/>
                <a:gd name="T111" fmla="*/ 2147483647 h 20"/>
                <a:gd name="T112" fmla="*/ 2147483647 w 27"/>
                <a:gd name="T113" fmla="*/ 2147483647 h 20"/>
                <a:gd name="T114" fmla="*/ 2147483647 w 27"/>
                <a:gd name="T115" fmla="*/ 2147483647 h 20"/>
                <a:gd name="T116" fmla="*/ 2147483647 w 27"/>
                <a:gd name="T117" fmla="*/ 2147483647 h 2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27" h="20">
                  <a:moveTo>
                    <a:pt x="0" y="8"/>
                  </a:moveTo>
                  <a:lnTo>
                    <a:pt x="1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7" y="12"/>
                  </a:lnTo>
                  <a:lnTo>
                    <a:pt x="9" y="13"/>
                  </a:lnTo>
                  <a:lnTo>
                    <a:pt x="10" y="14"/>
                  </a:lnTo>
                  <a:lnTo>
                    <a:pt x="11" y="14"/>
                  </a:lnTo>
                  <a:lnTo>
                    <a:pt x="12" y="15"/>
                  </a:lnTo>
                  <a:lnTo>
                    <a:pt x="13" y="15"/>
                  </a:lnTo>
                  <a:lnTo>
                    <a:pt x="16" y="18"/>
                  </a:lnTo>
                  <a:lnTo>
                    <a:pt x="17" y="19"/>
                  </a:lnTo>
                  <a:lnTo>
                    <a:pt x="18" y="20"/>
                  </a:lnTo>
                  <a:lnTo>
                    <a:pt x="20" y="18"/>
                  </a:lnTo>
                  <a:lnTo>
                    <a:pt x="22" y="17"/>
                  </a:lnTo>
                  <a:lnTo>
                    <a:pt x="22" y="16"/>
                  </a:lnTo>
                  <a:lnTo>
                    <a:pt x="22" y="15"/>
                  </a:lnTo>
                  <a:lnTo>
                    <a:pt x="24" y="15"/>
                  </a:lnTo>
                  <a:lnTo>
                    <a:pt x="24" y="14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7" y="12"/>
                  </a:lnTo>
                  <a:lnTo>
                    <a:pt x="27" y="11"/>
                  </a:lnTo>
                  <a:lnTo>
                    <a:pt x="26" y="10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5"/>
                  </a:lnTo>
                  <a:lnTo>
                    <a:pt x="27" y="5"/>
                  </a:lnTo>
                  <a:lnTo>
                    <a:pt x="24" y="2"/>
                  </a:lnTo>
                  <a:lnTo>
                    <a:pt x="24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7" y="6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0" y="8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Freeform 58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640426" y="2417565"/>
              <a:ext cx="53626" cy="85189"/>
            </a:xfrm>
            <a:custGeom>
              <a:avLst/>
              <a:gdLst>
                <a:gd name="T0" fmla="*/ 0 w 7"/>
                <a:gd name="T1" fmla="*/ 2147483647 h 11"/>
                <a:gd name="T2" fmla="*/ 0 w 7"/>
                <a:gd name="T3" fmla="*/ 2147483647 h 11"/>
                <a:gd name="T4" fmla="*/ 0 w 7"/>
                <a:gd name="T5" fmla="*/ 2147483647 h 11"/>
                <a:gd name="T6" fmla="*/ 0 w 7"/>
                <a:gd name="T7" fmla="*/ 2147483647 h 11"/>
                <a:gd name="T8" fmla="*/ 0 w 7"/>
                <a:gd name="T9" fmla="*/ 2147483647 h 11"/>
                <a:gd name="T10" fmla="*/ 2147483647 w 7"/>
                <a:gd name="T11" fmla="*/ 2147483647 h 11"/>
                <a:gd name="T12" fmla="*/ 2147483647 w 7"/>
                <a:gd name="T13" fmla="*/ 2147483647 h 11"/>
                <a:gd name="T14" fmla="*/ 2147483647 w 7"/>
                <a:gd name="T15" fmla="*/ 2147483647 h 11"/>
                <a:gd name="T16" fmla="*/ 2147483647 w 7"/>
                <a:gd name="T17" fmla="*/ 2147483647 h 11"/>
                <a:gd name="T18" fmla="*/ 2147483647 w 7"/>
                <a:gd name="T19" fmla="*/ 2147483647 h 11"/>
                <a:gd name="T20" fmla="*/ 2147483647 w 7"/>
                <a:gd name="T21" fmla="*/ 2147483647 h 11"/>
                <a:gd name="T22" fmla="*/ 2147483647 w 7"/>
                <a:gd name="T23" fmla="*/ 2147483647 h 11"/>
                <a:gd name="T24" fmla="*/ 2147483647 w 7"/>
                <a:gd name="T25" fmla="*/ 2147483647 h 11"/>
                <a:gd name="T26" fmla="*/ 2147483647 w 7"/>
                <a:gd name="T27" fmla="*/ 2147483647 h 11"/>
                <a:gd name="T28" fmla="*/ 2147483647 w 7"/>
                <a:gd name="T29" fmla="*/ 2147483647 h 11"/>
                <a:gd name="T30" fmla="*/ 2147483647 w 7"/>
                <a:gd name="T31" fmla="*/ 2147483647 h 11"/>
                <a:gd name="T32" fmla="*/ 2147483647 w 7"/>
                <a:gd name="T33" fmla="*/ 2147483647 h 11"/>
                <a:gd name="T34" fmla="*/ 2147483647 w 7"/>
                <a:gd name="T35" fmla="*/ 2147483647 h 11"/>
                <a:gd name="T36" fmla="*/ 2147483647 w 7"/>
                <a:gd name="T37" fmla="*/ 2147483647 h 11"/>
                <a:gd name="T38" fmla="*/ 2147483647 w 7"/>
                <a:gd name="T39" fmla="*/ 2147483647 h 11"/>
                <a:gd name="T40" fmla="*/ 2147483647 w 7"/>
                <a:gd name="T41" fmla="*/ 2147483647 h 11"/>
                <a:gd name="T42" fmla="*/ 2147483647 w 7"/>
                <a:gd name="T43" fmla="*/ 0 h 11"/>
                <a:gd name="T44" fmla="*/ 2147483647 w 7"/>
                <a:gd name="T45" fmla="*/ 0 h 11"/>
                <a:gd name="T46" fmla="*/ 2147483647 w 7"/>
                <a:gd name="T47" fmla="*/ 0 h 11"/>
                <a:gd name="T48" fmla="*/ 2147483647 w 7"/>
                <a:gd name="T49" fmla="*/ 2147483647 h 11"/>
                <a:gd name="T50" fmla="*/ 2147483647 w 7"/>
                <a:gd name="T51" fmla="*/ 2147483647 h 11"/>
                <a:gd name="T52" fmla="*/ 2147483647 w 7"/>
                <a:gd name="T53" fmla="*/ 2147483647 h 11"/>
                <a:gd name="T54" fmla="*/ 2147483647 w 7"/>
                <a:gd name="T55" fmla="*/ 2147483647 h 11"/>
                <a:gd name="T56" fmla="*/ 2147483647 w 7"/>
                <a:gd name="T57" fmla="*/ 2147483647 h 11"/>
                <a:gd name="T58" fmla="*/ 2147483647 w 7"/>
                <a:gd name="T59" fmla="*/ 2147483647 h 11"/>
                <a:gd name="T60" fmla="*/ 2147483647 w 7"/>
                <a:gd name="T61" fmla="*/ 2147483647 h 11"/>
                <a:gd name="T62" fmla="*/ 2147483647 w 7"/>
                <a:gd name="T63" fmla="*/ 2147483647 h 11"/>
                <a:gd name="T64" fmla="*/ 2147483647 w 7"/>
                <a:gd name="T65" fmla="*/ 2147483647 h 11"/>
                <a:gd name="T66" fmla="*/ 2147483647 w 7"/>
                <a:gd name="T67" fmla="*/ 2147483647 h 11"/>
                <a:gd name="T68" fmla="*/ 2147483647 w 7"/>
                <a:gd name="T69" fmla="*/ 2147483647 h 11"/>
                <a:gd name="T70" fmla="*/ 2147483647 w 7"/>
                <a:gd name="T71" fmla="*/ 2147483647 h 11"/>
                <a:gd name="T72" fmla="*/ 2147483647 w 7"/>
                <a:gd name="T73" fmla="*/ 2147483647 h 11"/>
                <a:gd name="T74" fmla="*/ 2147483647 w 7"/>
                <a:gd name="T75" fmla="*/ 2147483647 h 11"/>
                <a:gd name="T76" fmla="*/ 2147483647 w 7"/>
                <a:gd name="T77" fmla="*/ 2147483647 h 11"/>
                <a:gd name="T78" fmla="*/ 2147483647 w 7"/>
                <a:gd name="T79" fmla="*/ 2147483647 h 11"/>
                <a:gd name="T80" fmla="*/ 2147483647 w 7"/>
                <a:gd name="T81" fmla="*/ 2147483647 h 11"/>
                <a:gd name="T82" fmla="*/ 2147483647 w 7"/>
                <a:gd name="T83" fmla="*/ 2147483647 h 11"/>
                <a:gd name="T84" fmla="*/ 2147483647 w 7"/>
                <a:gd name="T85" fmla="*/ 2147483647 h 11"/>
                <a:gd name="T86" fmla="*/ 2147483647 w 7"/>
                <a:gd name="T87" fmla="*/ 2147483647 h 11"/>
                <a:gd name="T88" fmla="*/ 2147483647 w 7"/>
                <a:gd name="T89" fmla="*/ 2147483647 h 11"/>
                <a:gd name="T90" fmla="*/ 2147483647 w 7"/>
                <a:gd name="T91" fmla="*/ 2147483647 h 11"/>
                <a:gd name="T92" fmla="*/ 2147483647 w 7"/>
                <a:gd name="T93" fmla="*/ 2147483647 h 11"/>
                <a:gd name="T94" fmla="*/ 2147483647 w 7"/>
                <a:gd name="T95" fmla="*/ 2147483647 h 11"/>
                <a:gd name="T96" fmla="*/ 2147483647 w 7"/>
                <a:gd name="T97" fmla="*/ 2147483647 h 11"/>
                <a:gd name="T98" fmla="*/ 2147483647 w 7"/>
                <a:gd name="T99" fmla="*/ 2147483647 h 11"/>
                <a:gd name="T100" fmla="*/ 2147483647 w 7"/>
                <a:gd name="T101" fmla="*/ 2147483647 h 11"/>
                <a:gd name="T102" fmla="*/ 2147483647 w 7"/>
                <a:gd name="T103" fmla="*/ 2147483647 h 11"/>
                <a:gd name="T104" fmla="*/ 2147483647 w 7"/>
                <a:gd name="T105" fmla="*/ 2147483647 h 11"/>
                <a:gd name="T106" fmla="*/ 2147483647 w 7"/>
                <a:gd name="T107" fmla="*/ 2147483647 h 11"/>
                <a:gd name="T108" fmla="*/ 2147483647 w 7"/>
                <a:gd name="T109" fmla="*/ 2147483647 h 11"/>
                <a:gd name="T110" fmla="*/ 2147483647 w 7"/>
                <a:gd name="T111" fmla="*/ 2147483647 h 11"/>
                <a:gd name="T112" fmla="*/ 2147483647 w 7"/>
                <a:gd name="T113" fmla="*/ 2147483647 h 11"/>
                <a:gd name="T114" fmla="*/ 2147483647 w 7"/>
                <a:gd name="T115" fmla="*/ 2147483647 h 11"/>
                <a:gd name="T116" fmla="*/ 0 w 7"/>
                <a:gd name="T117" fmla="*/ 2147483647 h 11"/>
                <a:gd name="T118" fmla="*/ 0 w 7"/>
                <a:gd name="T119" fmla="*/ 2147483647 h 11"/>
                <a:gd name="T120" fmla="*/ 0 w 7"/>
                <a:gd name="T121" fmla="*/ 2147483647 h 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"/>
                <a:gd name="T184" fmla="*/ 0 h 11"/>
                <a:gd name="T185" fmla="*/ 7 w 7"/>
                <a:gd name="T186" fmla="*/ 11 h 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" h="11">
                  <a:moveTo>
                    <a:pt x="0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4"/>
                  </a:lnTo>
                  <a:lnTo>
                    <a:pt x="7" y="5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2" y="10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EEECE1">
                <a:lumMod val="50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2" name="55 CuadroTexto"/>
          <p:cNvSpPr txBox="1"/>
          <p:nvPr/>
        </p:nvSpPr>
        <p:spPr>
          <a:xfrm>
            <a:off x="3569627" y="1578131"/>
            <a:ext cx="2664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Presidente</a:t>
            </a:r>
            <a:endParaRPr lang="en-US" sz="1400" b="1" dirty="0" smtClean="0">
              <a:solidFill>
                <a:prstClr val="black"/>
              </a:solidFill>
              <a:cs typeface="Calibri Light" panose="020F03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128 </a:t>
            </a:r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Senadores</a:t>
            </a:r>
            <a:endParaRPr lang="en-US" sz="1400" b="1" dirty="0" smtClean="0">
              <a:solidFill>
                <a:prstClr val="black"/>
              </a:solidFill>
              <a:cs typeface="Calibri Light" panose="020F03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500 </a:t>
            </a:r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Diputados</a:t>
            </a:r>
            <a:r>
              <a:rPr lang="en-US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</a:t>
            </a:r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Federales</a:t>
            </a:r>
            <a:endParaRPr lang="en-US" sz="1400" b="1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03" name="56 Rectángulo"/>
          <p:cNvSpPr/>
          <p:nvPr/>
        </p:nvSpPr>
        <p:spPr>
          <a:xfrm>
            <a:off x="6099936" y="1962573"/>
            <a:ext cx="2952328" cy="2616101"/>
          </a:xfrm>
          <a:prstGeom prst="rect">
            <a:avLst/>
          </a:prstGeom>
          <a:noFill/>
        </p:spPr>
        <p:txBody>
          <a:bodyPr wrap="square" numCol="1" spcCol="180000" rtlCol="0">
            <a:spAutoFit/>
          </a:bodyPr>
          <a:lstStyle/>
          <a:p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Elecciones</a:t>
            </a:r>
            <a:r>
              <a:rPr lang="en-US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</a:t>
            </a:r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concurrentes</a:t>
            </a:r>
            <a:r>
              <a:rPr lang="en-US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</a:t>
            </a:r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en</a:t>
            </a:r>
            <a:r>
              <a:rPr lang="en-US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31 </a:t>
            </a:r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Estados</a:t>
            </a:r>
            <a:r>
              <a:rPr lang="en-US" sz="1400" b="1" dirty="0">
                <a:solidFill>
                  <a:prstClr val="black"/>
                </a:solidFill>
                <a:cs typeface="Calibri Light" panose="020F0302020204030204" pitchFamily="34" charset="0"/>
              </a:rPr>
              <a:t>:</a:t>
            </a:r>
            <a:endParaRPr lang="en-US" sz="1400" b="1" dirty="0" smtClean="0">
              <a:solidFill>
                <a:prstClr val="black"/>
              </a:solidFill>
              <a:cs typeface="Calibri Light" panose="020F0302020204030204" pitchFamily="34" charset="0"/>
            </a:endParaRPr>
          </a:p>
          <a:p>
            <a:endParaRPr lang="en-US" sz="1400" b="1" dirty="0" smtClean="0">
              <a:solidFill>
                <a:prstClr val="black"/>
              </a:solidFill>
              <a:cs typeface="Calibri Light" panose="020F0302020204030204" pitchFamily="34" charset="0"/>
            </a:endParaRPr>
          </a:p>
          <a:p>
            <a:r>
              <a:rPr lang="en-US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9 </a:t>
            </a:r>
            <a:r>
              <a:rPr lang="en-US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Gobernadores</a:t>
            </a:r>
            <a:r>
              <a:rPr lang="en-US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Jalisco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Guanajuato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CDMX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Morelos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Puebla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Veracruz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Tabasco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Chiapas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Yucatán</a:t>
            </a:r>
            <a:endParaRPr lang="en-US" sz="1200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04" name="58 Rectángulo"/>
          <p:cNvSpPr/>
          <p:nvPr/>
        </p:nvSpPr>
        <p:spPr>
          <a:xfrm>
            <a:off x="5039308" y="4761476"/>
            <a:ext cx="331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cs typeface="Calibri Light" panose="020F0302020204030204" pitchFamily="34" charset="0"/>
              </a:rPr>
              <a:t>Total de 85,953,712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</a:rPr>
              <a:t>votantes</a:t>
            </a:r>
            <a:endParaRPr kumimoji="0" lang="es-MX" sz="1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</a:endParaRPr>
          </a:p>
        </p:txBody>
      </p:sp>
      <p:pic>
        <p:nvPicPr>
          <p:cNvPr id="105" name="Picture 2" descr="Resultado de imagen para grupo personas pn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236" y="5193524"/>
            <a:ext cx="440056" cy="52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60 Rectángulo"/>
          <p:cNvSpPr/>
          <p:nvPr/>
        </p:nvSpPr>
        <p:spPr>
          <a:xfrm>
            <a:off x="4870599" y="5287018"/>
            <a:ext cx="3193045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Calibri Light" panose="020F0302020204030204" pitchFamily="34" charset="0"/>
              </a:rPr>
              <a:t>4.4 </a:t>
            </a:r>
            <a:r>
              <a:rPr lang="en-US" sz="1600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milliones</a:t>
            </a:r>
            <a:r>
              <a:rPr lang="en-US" sz="16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de </a:t>
            </a:r>
            <a:r>
              <a:rPr lang="en-US" sz="1600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nuevos</a:t>
            </a:r>
            <a:r>
              <a:rPr lang="en-US" sz="16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</a:t>
            </a:r>
            <a:r>
              <a:rPr lang="en-US" sz="1600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votantes</a:t>
            </a:r>
            <a:endParaRPr lang="en-US" sz="1600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07" name="61 Rectángulo"/>
          <p:cNvSpPr/>
          <p:nvPr/>
        </p:nvSpPr>
        <p:spPr>
          <a:xfrm>
            <a:off x="4476327" y="5841596"/>
            <a:ext cx="45720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600" dirty="0">
                <a:solidFill>
                  <a:prstClr val="black"/>
                </a:solidFill>
                <a:cs typeface="Calibri Light" panose="020F0302020204030204" pitchFamily="34" charset="0"/>
              </a:rPr>
              <a:t>34.4 </a:t>
            </a:r>
            <a:r>
              <a:rPr lang="en-US" sz="1600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milliones</a:t>
            </a:r>
            <a:r>
              <a:rPr lang="en-US" sz="16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de </a:t>
            </a:r>
            <a:r>
              <a:rPr lang="en-US" sz="1600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votantes</a:t>
            </a:r>
            <a:r>
              <a:rPr lang="en-US" sz="16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entre 18 y 34 </a:t>
            </a:r>
            <a:r>
              <a:rPr lang="en-US" sz="1600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años</a:t>
            </a:r>
            <a:endParaRPr lang="en-US" sz="1600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08" name="103 CuadroTexto"/>
          <p:cNvSpPr txBox="1"/>
          <p:nvPr/>
        </p:nvSpPr>
        <p:spPr>
          <a:xfrm>
            <a:off x="500077" y="1209724"/>
            <a:ext cx="1562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 smtClean="0">
                <a:solidFill>
                  <a:srgbClr val="800000"/>
                </a:solidFill>
                <a:cs typeface="Calibri Light" panose="020F0302020204030204" pitchFamily="34" charset="0"/>
              </a:rPr>
              <a:t>Calendario</a:t>
            </a:r>
            <a:endParaRPr lang="es-MX" b="1" dirty="0">
              <a:solidFill>
                <a:srgbClr val="800000"/>
              </a:solidFill>
              <a:cs typeface="Calibri Light" panose="020F0302020204030204" pitchFamily="34" charset="0"/>
            </a:endParaRPr>
          </a:p>
        </p:txBody>
      </p:sp>
      <p:cxnSp>
        <p:nvCxnSpPr>
          <p:cNvPr id="109" name="46 Conector recto"/>
          <p:cNvCxnSpPr/>
          <p:nvPr/>
        </p:nvCxnSpPr>
        <p:spPr>
          <a:xfrm flipH="1">
            <a:off x="379213" y="1911573"/>
            <a:ext cx="0" cy="4320000"/>
          </a:xfrm>
          <a:prstGeom prst="line">
            <a:avLst/>
          </a:prstGeom>
          <a:noFill/>
          <a:ln w="381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grpSp>
        <p:nvGrpSpPr>
          <p:cNvPr id="110" name="Grupo 7"/>
          <p:cNvGrpSpPr/>
          <p:nvPr/>
        </p:nvGrpSpPr>
        <p:grpSpPr>
          <a:xfrm>
            <a:off x="387551" y="2480194"/>
            <a:ext cx="3109936" cy="819705"/>
            <a:chOff x="459556" y="4302388"/>
            <a:chExt cx="3109936" cy="819705"/>
          </a:xfrm>
        </p:grpSpPr>
        <p:sp>
          <p:nvSpPr>
            <p:cNvPr id="111" name="47 Rectángulo"/>
            <p:cNvSpPr/>
            <p:nvPr/>
          </p:nvSpPr>
          <p:spPr>
            <a:xfrm>
              <a:off x="539552" y="4302388"/>
              <a:ext cx="3029940" cy="677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400" b="1" dirty="0">
                  <a:solidFill>
                    <a:prstClr val="black"/>
                  </a:solidFill>
                  <a:cs typeface="Calibri Light" panose="020F0302020204030204" pitchFamily="34" charset="0"/>
                </a:rPr>
                <a:t>Registro Candidatos</a:t>
              </a:r>
            </a:p>
            <a:p>
              <a:r>
                <a:rPr lang="es-MX" sz="1200" b="1" dirty="0">
                  <a:solidFill>
                    <a:prstClr val="black"/>
                  </a:solidFill>
                  <a:cs typeface="Calibri Light" panose="020F0302020204030204" pitchFamily="34" charset="0"/>
                </a:rPr>
                <a:t>(Presidente, Diputados Federales y Senadores)</a:t>
              </a:r>
            </a:p>
          </p:txBody>
        </p:sp>
        <p:sp>
          <p:nvSpPr>
            <p:cNvPr id="112" name="48 Rectángulo"/>
            <p:cNvSpPr/>
            <p:nvPr/>
          </p:nvSpPr>
          <p:spPr>
            <a:xfrm>
              <a:off x="459556" y="4634780"/>
              <a:ext cx="1675133" cy="4873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s-MX" sz="1400" dirty="0">
                  <a:solidFill>
                    <a:prstClr val="black"/>
                  </a:solidFill>
                  <a:cs typeface="Calibri Light" panose="020F0302020204030204" pitchFamily="34" charset="0"/>
                </a:rPr>
                <a:t>11-29 Marzo 2018</a:t>
              </a:r>
              <a:endParaRPr lang="es-MX" sz="1400" dirty="0">
                <a:solidFill>
                  <a:prstClr val="black"/>
                </a:solidFill>
                <a:ea typeface="Calibri"/>
                <a:cs typeface="Calibri Light" panose="020F0302020204030204" pitchFamily="34" charset="0"/>
              </a:endParaRPr>
            </a:p>
          </p:txBody>
        </p:sp>
      </p:grpSp>
      <p:grpSp>
        <p:nvGrpSpPr>
          <p:cNvPr id="113" name="Grupo 8"/>
          <p:cNvGrpSpPr/>
          <p:nvPr/>
        </p:nvGrpSpPr>
        <p:grpSpPr>
          <a:xfrm>
            <a:off x="500077" y="3417429"/>
            <a:ext cx="2186566" cy="574027"/>
            <a:chOff x="572082" y="5136029"/>
            <a:chExt cx="2186566" cy="574027"/>
          </a:xfrm>
        </p:grpSpPr>
        <p:sp>
          <p:nvSpPr>
            <p:cNvPr id="114" name="55 Rectángulo"/>
            <p:cNvSpPr/>
            <p:nvPr/>
          </p:nvSpPr>
          <p:spPr>
            <a:xfrm>
              <a:off x="572082" y="5136029"/>
              <a:ext cx="115423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1400" b="1" dirty="0">
                  <a:solidFill>
                    <a:prstClr val="black"/>
                  </a:solidFill>
                  <a:cs typeface="Calibri Light" panose="020F0302020204030204" pitchFamily="34" charset="0"/>
                </a:rPr>
                <a:t>Campañas</a:t>
              </a:r>
            </a:p>
          </p:txBody>
        </p:sp>
        <p:sp>
          <p:nvSpPr>
            <p:cNvPr id="115" name="56 Rectángulo"/>
            <p:cNvSpPr/>
            <p:nvPr/>
          </p:nvSpPr>
          <p:spPr>
            <a:xfrm>
              <a:off x="572082" y="5222743"/>
              <a:ext cx="2186566" cy="4873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s-MX" sz="1400" dirty="0">
                  <a:solidFill>
                    <a:prstClr val="black"/>
                  </a:solidFill>
                  <a:cs typeface="Calibri Light" panose="020F0302020204030204" pitchFamily="34" charset="0"/>
                </a:rPr>
                <a:t>30 marzo -27 junio 2018</a:t>
              </a:r>
              <a:endParaRPr lang="es-MX" dirty="0">
                <a:solidFill>
                  <a:prstClr val="black"/>
                </a:solidFill>
                <a:ea typeface="Calibri"/>
                <a:cs typeface="Calibri Light" panose="020F0302020204030204" pitchFamily="34" charset="0"/>
              </a:endParaRPr>
            </a:p>
          </p:txBody>
        </p:sp>
      </p:grpSp>
      <p:grpSp>
        <p:nvGrpSpPr>
          <p:cNvPr id="116" name="Grupo 9"/>
          <p:cNvGrpSpPr/>
          <p:nvPr/>
        </p:nvGrpSpPr>
        <p:grpSpPr>
          <a:xfrm>
            <a:off x="500077" y="5949027"/>
            <a:ext cx="1166681" cy="589056"/>
            <a:chOff x="572082" y="5984794"/>
            <a:chExt cx="1166681" cy="589056"/>
          </a:xfrm>
        </p:grpSpPr>
        <p:sp>
          <p:nvSpPr>
            <p:cNvPr id="117" name="59 Rectángulo"/>
            <p:cNvSpPr/>
            <p:nvPr/>
          </p:nvSpPr>
          <p:spPr>
            <a:xfrm>
              <a:off x="572082" y="5984794"/>
              <a:ext cx="93156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1400" b="1" dirty="0">
                  <a:solidFill>
                    <a:prstClr val="black"/>
                  </a:solidFill>
                  <a:cs typeface="Calibri Light" panose="020F0302020204030204" pitchFamily="34" charset="0"/>
                </a:rPr>
                <a:t>Elección</a:t>
              </a:r>
            </a:p>
          </p:txBody>
        </p:sp>
        <p:sp>
          <p:nvSpPr>
            <p:cNvPr id="118" name="60 Rectángulo"/>
            <p:cNvSpPr/>
            <p:nvPr/>
          </p:nvSpPr>
          <p:spPr>
            <a:xfrm>
              <a:off x="572082" y="6086537"/>
              <a:ext cx="1166681" cy="4873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s-MX" sz="1400" dirty="0">
                  <a:solidFill>
                    <a:prstClr val="black"/>
                  </a:solidFill>
                  <a:cs typeface="Calibri Light" panose="020F0302020204030204" pitchFamily="34" charset="0"/>
                </a:rPr>
                <a:t>1 Julio 2018</a:t>
              </a:r>
              <a:endParaRPr lang="es-MX" dirty="0">
                <a:solidFill>
                  <a:prstClr val="black"/>
                </a:solidFill>
                <a:ea typeface="Calibri"/>
                <a:cs typeface="Calibri Light" panose="020F0302020204030204" pitchFamily="34" charset="0"/>
              </a:endParaRPr>
            </a:p>
          </p:txBody>
        </p:sp>
      </p:grpSp>
      <p:pic>
        <p:nvPicPr>
          <p:cNvPr id="119" name="68 Imagen"/>
          <p:cNvPicPr>
            <a:picLocks noChangeAspect="1"/>
          </p:cNvPicPr>
          <p:nvPr/>
        </p:nvPicPr>
        <p:blipFill rotWithShape="1">
          <a:blip r:embed="rId4" cstate="print">
            <a:duotone>
              <a:srgbClr val="C0504D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6" r="61794" b="29484"/>
          <a:stretch/>
        </p:blipFill>
        <p:spPr>
          <a:xfrm>
            <a:off x="263356" y="1837423"/>
            <a:ext cx="228557" cy="298141"/>
          </a:xfrm>
          <a:prstGeom prst="rect">
            <a:avLst/>
          </a:prstGeom>
        </p:spPr>
      </p:pic>
      <p:pic>
        <p:nvPicPr>
          <p:cNvPr id="120" name="73 Imagen"/>
          <p:cNvPicPr>
            <a:picLocks noChangeAspect="1"/>
          </p:cNvPicPr>
          <p:nvPr/>
        </p:nvPicPr>
        <p:blipFill rotWithShape="1">
          <a:blip r:embed="rId4" cstate="print">
            <a:duotone>
              <a:srgbClr val="C0504D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6" r="61794" b="29484"/>
          <a:stretch/>
        </p:blipFill>
        <p:spPr>
          <a:xfrm>
            <a:off x="254779" y="5988087"/>
            <a:ext cx="228557" cy="298141"/>
          </a:xfrm>
          <a:prstGeom prst="rect">
            <a:avLst/>
          </a:prstGeom>
        </p:spPr>
      </p:pic>
      <p:grpSp>
        <p:nvGrpSpPr>
          <p:cNvPr id="121" name="Grupo 6"/>
          <p:cNvGrpSpPr/>
          <p:nvPr/>
        </p:nvGrpSpPr>
        <p:grpSpPr>
          <a:xfrm>
            <a:off x="500077" y="1700767"/>
            <a:ext cx="2428256" cy="567697"/>
            <a:chOff x="572082" y="3685920"/>
            <a:chExt cx="2428256" cy="567697"/>
          </a:xfrm>
        </p:grpSpPr>
        <p:sp>
          <p:nvSpPr>
            <p:cNvPr id="122" name="65 Rectángulo"/>
            <p:cNvSpPr/>
            <p:nvPr/>
          </p:nvSpPr>
          <p:spPr>
            <a:xfrm>
              <a:off x="572082" y="3685920"/>
              <a:ext cx="13230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1400" b="1" dirty="0">
                  <a:solidFill>
                    <a:prstClr val="black"/>
                  </a:solidFill>
                  <a:cs typeface="Calibri Light" panose="020F0302020204030204" pitchFamily="34" charset="0"/>
                </a:rPr>
                <a:t>Precampaña</a:t>
              </a:r>
            </a:p>
          </p:txBody>
        </p:sp>
        <p:sp>
          <p:nvSpPr>
            <p:cNvPr id="123" name="66 Rectángulo"/>
            <p:cNvSpPr/>
            <p:nvPr/>
          </p:nvSpPr>
          <p:spPr>
            <a:xfrm>
              <a:off x="572082" y="3766304"/>
              <a:ext cx="2428256" cy="4873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s-MX" sz="1400" dirty="0">
                  <a:solidFill>
                    <a:prstClr val="black"/>
                  </a:solidFill>
                  <a:cs typeface="Calibri Light" panose="020F0302020204030204" pitchFamily="34" charset="0"/>
                </a:rPr>
                <a:t>14 Dic. 2017– 11 Feb. 2018</a:t>
              </a:r>
              <a:endParaRPr lang="es-MX" sz="1400" dirty="0">
                <a:solidFill>
                  <a:prstClr val="black"/>
                </a:solidFill>
                <a:ea typeface="Calibri"/>
                <a:cs typeface="Calibri Light" panose="020F0302020204030204" pitchFamily="34" charset="0"/>
              </a:endParaRPr>
            </a:p>
          </p:txBody>
        </p:sp>
      </p:grpSp>
      <p:pic>
        <p:nvPicPr>
          <p:cNvPr id="124" name="72 Imagen"/>
          <p:cNvPicPr>
            <a:picLocks noChangeAspect="1"/>
          </p:cNvPicPr>
          <p:nvPr/>
        </p:nvPicPr>
        <p:blipFill rotWithShape="1">
          <a:blip r:embed="rId4" cstate="print">
            <a:duotone>
              <a:srgbClr val="C0504D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6" r="61794" b="29484"/>
          <a:stretch/>
        </p:blipFill>
        <p:spPr>
          <a:xfrm>
            <a:off x="251523" y="3507513"/>
            <a:ext cx="228557" cy="298141"/>
          </a:xfrm>
          <a:prstGeom prst="rect">
            <a:avLst/>
          </a:prstGeom>
        </p:spPr>
      </p:pic>
      <p:pic>
        <p:nvPicPr>
          <p:cNvPr id="125" name="69 Imagen"/>
          <p:cNvPicPr>
            <a:picLocks noChangeAspect="1"/>
          </p:cNvPicPr>
          <p:nvPr/>
        </p:nvPicPr>
        <p:blipFill rotWithShape="1">
          <a:blip r:embed="rId4" cstate="print">
            <a:duotone>
              <a:srgbClr val="C0504D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6" r="61794" b="29484"/>
          <a:stretch/>
        </p:blipFill>
        <p:spPr>
          <a:xfrm>
            <a:off x="263356" y="2550188"/>
            <a:ext cx="228557" cy="298141"/>
          </a:xfrm>
          <a:prstGeom prst="rect">
            <a:avLst/>
          </a:prstGeom>
        </p:spPr>
      </p:pic>
      <p:sp>
        <p:nvSpPr>
          <p:cNvPr id="126" name="147 Rectángulo"/>
          <p:cNvSpPr/>
          <p:nvPr/>
        </p:nvSpPr>
        <p:spPr>
          <a:xfrm>
            <a:off x="2011679" y="4052232"/>
            <a:ext cx="1494430" cy="738664"/>
          </a:xfrm>
          <a:prstGeom prst="rect">
            <a:avLst/>
          </a:prstGeom>
          <a:ln>
            <a:solidFill>
              <a:srgbClr val="800000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s-MX" sz="1400" b="1" dirty="0">
                <a:solidFill>
                  <a:prstClr val="black"/>
                </a:solidFill>
                <a:cs typeface="Calibri Light" panose="020F0302020204030204" pitchFamily="34" charset="0"/>
              </a:rPr>
              <a:t>Primer Debate</a:t>
            </a:r>
          </a:p>
          <a:p>
            <a:r>
              <a:rPr lang="es-MX" sz="1400" dirty="0">
                <a:solidFill>
                  <a:prstClr val="black"/>
                </a:solidFill>
                <a:cs typeface="Calibri Light" panose="020F0302020204030204" pitchFamily="34" charset="0"/>
              </a:rPr>
              <a:t>22 de abril CDMX</a:t>
            </a:r>
          </a:p>
        </p:txBody>
      </p:sp>
      <p:sp>
        <p:nvSpPr>
          <p:cNvPr id="127" name="149 Rectángulo"/>
          <p:cNvSpPr/>
          <p:nvPr/>
        </p:nvSpPr>
        <p:spPr>
          <a:xfrm>
            <a:off x="2011679" y="5639908"/>
            <a:ext cx="1494430" cy="738664"/>
          </a:xfrm>
          <a:prstGeom prst="rect">
            <a:avLst/>
          </a:prstGeom>
          <a:ln>
            <a:solidFill>
              <a:srgbClr val="800000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s-MX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3er Debate</a:t>
            </a:r>
            <a:endParaRPr lang="es-MX" sz="1400" b="1" dirty="0">
              <a:solidFill>
                <a:prstClr val="black"/>
              </a:solidFill>
              <a:cs typeface="Calibri Light" panose="020F0302020204030204" pitchFamily="34" charset="0"/>
            </a:endParaRPr>
          </a:p>
          <a:p>
            <a:r>
              <a:rPr lang="es-MX" sz="14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12 Junio Mérida</a:t>
            </a:r>
            <a:endParaRPr lang="es-MX" sz="1400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28" name="151 Rectángulo"/>
          <p:cNvSpPr/>
          <p:nvPr/>
        </p:nvSpPr>
        <p:spPr>
          <a:xfrm>
            <a:off x="2011679" y="4838720"/>
            <a:ext cx="1494430" cy="738664"/>
          </a:xfrm>
          <a:prstGeom prst="rect">
            <a:avLst/>
          </a:prstGeom>
          <a:ln>
            <a:solidFill>
              <a:srgbClr val="800000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s-MX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2° Debate</a:t>
            </a:r>
            <a:endParaRPr lang="es-MX" sz="1400" b="1" dirty="0">
              <a:solidFill>
                <a:prstClr val="black"/>
              </a:solidFill>
              <a:cs typeface="Calibri Light" panose="020F0302020204030204" pitchFamily="34" charset="0"/>
            </a:endParaRPr>
          </a:p>
          <a:p>
            <a:r>
              <a:rPr lang="es-MX" sz="14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20 Mayo Tijuana</a:t>
            </a:r>
            <a:endParaRPr lang="es-MX" sz="1400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4582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28 entidades federativas </a:t>
            </a:r>
            <a:endParaRPr lang="es-ES" dirty="0"/>
          </a:p>
        </p:txBody>
      </p:sp>
      <p:grpSp>
        <p:nvGrpSpPr>
          <p:cNvPr id="3" name="66 Grupo"/>
          <p:cNvGrpSpPr/>
          <p:nvPr/>
        </p:nvGrpSpPr>
        <p:grpSpPr>
          <a:xfrm>
            <a:off x="1403648" y="1376362"/>
            <a:ext cx="6832302" cy="4644925"/>
            <a:chOff x="1403648" y="1376362"/>
            <a:chExt cx="6832302" cy="46449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Freeform 2"/>
            <p:cNvSpPr>
              <a:spLocks/>
            </p:cNvSpPr>
            <p:nvPr/>
          </p:nvSpPr>
          <p:spPr bwMode="auto">
            <a:xfrm>
              <a:off x="5045711" y="4653852"/>
              <a:ext cx="417154" cy="451284"/>
            </a:xfrm>
            <a:custGeom>
              <a:avLst/>
              <a:gdLst>
                <a:gd name="T0" fmla="*/ 2147483647 w 37"/>
                <a:gd name="T1" fmla="*/ 2147483647 h 41"/>
                <a:gd name="T2" fmla="*/ 2147483647 w 37"/>
                <a:gd name="T3" fmla="*/ 2147483647 h 41"/>
                <a:gd name="T4" fmla="*/ 2147483647 w 37"/>
                <a:gd name="T5" fmla="*/ 2147483647 h 41"/>
                <a:gd name="T6" fmla="*/ 2147483647 w 37"/>
                <a:gd name="T7" fmla="*/ 2147483647 h 41"/>
                <a:gd name="T8" fmla="*/ 2147483647 w 37"/>
                <a:gd name="T9" fmla="*/ 2147483647 h 41"/>
                <a:gd name="T10" fmla="*/ 2147483647 w 37"/>
                <a:gd name="T11" fmla="*/ 2147483647 h 41"/>
                <a:gd name="T12" fmla="*/ 2147483647 w 37"/>
                <a:gd name="T13" fmla="*/ 2147483647 h 41"/>
                <a:gd name="T14" fmla="*/ 2147483647 w 37"/>
                <a:gd name="T15" fmla="*/ 2147483647 h 41"/>
                <a:gd name="T16" fmla="*/ 2147483647 w 37"/>
                <a:gd name="T17" fmla="*/ 2147483647 h 41"/>
                <a:gd name="T18" fmla="*/ 2147483647 w 37"/>
                <a:gd name="T19" fmla="*/ 2147483647 h 41"/>
                <a:gd name="T20" fmla="*/ 2147483647 w 37"/>
                <a:gd name="T21" fmla="*/ 2147483647 h 41"/>
                <a:gd name="T22" fmla="*/ 2147483647 w 37"/>
                <a:gd name="T23" fmla="*/ 2147483647 h 41"/>
                <a:gd name="T24" fmla="*/ 2147483647 w 37"/>
                <a:gd name="T25" fmla="*/ 2147483647 h 41"/>
                <a:gd name="T26" fmla="*/ 2147483647 w 37"/>
                <a:gd name="T27" fmla="*/ 2147483647 h 41"/>
                <a:gd name="T28" fmla="*/ 2147483647 w 37"/>
                <a:gd name="T29" fmla="*/ 2147483647 h 41"/>
                <a:gd name="T30" fmla="*/ 2147483647 w 37"/>
                <a:gd name="T31" fmla="*/ 2147483647 h 41"/>
                <a:gd name="T32" fmla="*/ 2147483647 w 37"/>
                <a:gd name="T33" fmla="*/ 2147483647 h 41"/>
                <a:gd name="T34" fmla="*/ 2147483647 w 37"/>
                <a:gd name="T35" fmla="*/ 2147483647 h 41"/>
                <a:gd name="T36" fmla="*/ 2147483647 w 37"/>
                <a:gd name="T37" fmla="*/ 2147483647 h 41"/>
                <a:gd name="T38" fmla="*/ 2147483647 w 37"/>
                <a:gd name="T39" fmla="*/ 2147483647 h 41"/>
                <a:gd name="T40" fmla="*/ 2147483647 w 37"/>
                <a:gd name="T41" fmla="*/ 2147483647 h 41"/>
                <a:gd name="T42" fmla="*/ 2147483647 w 37"/>
                <a:gd name="T43" fmla="*/ 2147483647 h 41"/>
                <a:gd name="T44" fmla="*/ 2147483647 w 37"/>
                <a:gd name="T45" fmla="*/ 2147483647 h 41"/>
                <a:gd name="T46" fmla="*/ 2147483647 w 37"/>
                <a:gd name="T47" fmla="*/ 2147483647 h 41"/>
                <a:gd name="T48" fmla="*/ 2147483647 w 37"/>
                <a:gd name="T49" fmla="*/ 2147483647 h 41"/>
                <a:gd name="T50" fmla="*/ 2147483647 w 37"/>
                <a:gd name="T51" fmla="*/ 2147483647 h 41"/>
                <a:gd name="T52" fmla="*/ 2147483647 w 37"/>
                <a:gd name="T53" fmla="*/ 2147483647 h 41"/>
                <a:gd name="T54" fmla="*/ 2147483647 w 37"/>
                <a:gd name="T55" fmla="*/ 2147483647 h 41"/>
                <a:gd name="T56" fmla="*/ 2147483647 w 37"/>
                <a:gd name="T57" fmla="*/ 2147483647 h 41"/>
                <a:gd name="T58" fmla="*/ 2147483647 w 37"/>
                <a:gd name="T59" fmla="*/ 2147483647 h 41"/>
                <a:gd name="T60" fmla="*/ 2147483647 w 37"/>
                <a:gd name="T61" fmla="*/ 2147483647 h 41"/>
                <a:gd name="T62" fmla="*/ 2147483647 w 37"/>
                <a:gd name="T63" fmla="*/ 2147483647 h 41"/>
                <a:gd name="T64" fmla="*/ 2147483647 w 37"/>
                <a:gd name="T65" fmla="*/ 2147483647 h 41"/>
                <a:gd name="T66" fmla="*/ 2147483647 w 37"/>
                <a:gd name="T67" fmla="*/ 2147483647 h 41"/>
                <a:gd name="T68" fmla="*/ 2147483647 w 37"/>
                <a:gd name="T69" fmla="*/ 2147483647 h 41"/>
                <a:gd name="T70" fmla="*/ 2147483647 w 37"/>
                <a:gd name="T71" fmla="*/ 2147483647 h 41"/>
                <a:gd name="T72" fmla="*/ 2147483647 w 37"/>
                <a:gd name="T73" fmla="*/ 2147483647 h 41"/>
                <a:gd name="T74" fmla="*/ 2147483647 w 37"/>
                <a:gd name="T75" fmla="*/ 2147483647 h 41"/>
                <a:gd name="T76" fmla="*/ 2147483647 w 37"/>
                <a:gd name="T77" fmla="*/ 2147483647 h 41"/>
                <a:gd name="T78" fmla="*/ 2147483647 w 37"/>
                <a:gd name="T79" fmla="*/ 2147483647 h 41"/>
                <a:gd name="T80" fmla="*/ 2147483647 w 37"/>
                <a:gd name="T81" fmla="*/ 2147483647 h 41"/>
                <a:gd name="T82" fmla="*/ 2147483647 w 37"/>
                <a:gd name="T83" fmla="*/ 2147483647 h 41"/>
                <a:gd name="T84" fmla="*/ 2147483647 w 37"/>
                <a:gd name="T85" fmla="*/ 2147483647 h 41"/>
                <a:gd name="T86" fmla="*/ 2147483647 w 37"/>
                <a:gd name="T87" fmla="*/ 2147483647 h 41"/>
                <a:gd name="T88" fmla="*/ 2147483647 w 37"/>
                <a:gd name="T89" fmla="*/ 2147483647 h 41"/>
                <a:gd name="T90" fmla="*/ 2147483647 w 37"/>
                <a:gd name="T91" fmla="*/ 2147483647 h 41"/>
                <a:gd name="T92" fmla="*/ 2147483647 w 37"/>
                <a:gd name="T93" fmla="*/ 2147483647 h 41"/>
                <a:gd name="T94" fmla="*/ 2147483647 w 37"/>
                <a:gd name="T95" fmla="*/ 2147483647 h 41"/>
                <a:gd name="T96" fmla="*/ 2147483647 w 37"/>
                <a:gd name="T97" fmla="*/ 2147483647 h 41"/>
                <a:gd name="T98" fmla="*/ 2147483647 w 37"/>
                <a:gd name="T99" fmla="*/ 2147483647 h 41"/>
                <a:gd name="T100" fmla="*/ 2147483647 w 37"/>
                <a:gd name="T101" fmla="*/ 2147483647 h 41"/>
                <a:gd name="T102" fmla="*/ 0 w 37"/>
                <a:gd name="T103" fmla="*/ 2147483647 h 4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7" h="41">
                  <a:moveTo>
                    <a:pt x="0" y="32"/>
                  </a:moveTo>
                  <a:lnTo>
                    <a:pt x="1" y="33"/>
                  </a:lnTo>
                  <a:lnTo>
                    <a:pt x="1" y="34"/>
                  </a:lnTo>
                  <a:lnTo>
                    <a:pt x="2" y="34"/>
                  </a:lnTo>
                  <a:lnTo>
                    <a:pt x="3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2" y="40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1"/>
                  </a:lnTo>
                  <a:lnTo>
                    <a:pt x="5" y="41"/>
                  </a:lnTo>
                  <a:lnTo>
                    <a:pt x="6" y="39"/>
                  </a:lnTo>
                  <a:lnTo>
                    <a:pt x="7" y="38"/>
                  </a:lnTo>
                  <a:lnTo>
                    <a:pt x="9" y="37"/>
                  </a:lnTo>
                  <a:lnTo>
                    <a:pt x="10" y="37"/>
                  </a:lnTo>
                  <a:lnTo>
                    <a:pt x="11" y="36"/>
                  </a:lnTo>
                  <a:lnTo>
                    <a:pt x="12" y="37"/>
                  </a:lnTo>
                  <a:lnTo>
                    <a:pt x="12" y="36"/>
                  </a:lnTo>
                  <a:lnTo>
                    <a:pt x="13" y="36"/>
                  </a:lnTo>
                  <a:lnTo>
                    <a:pt x="14" y="36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6" y="33"/>
                  </a:lnTo>
                  <a:lnTo>
                    <a:pt x="15" y="33"/>
                  </a:lnTo>
                  <a:lnTo>
                    <a:pt x="16" y="32"/>
                  </a:lnTo>
                  <a:lnTo>
                    <a:pt x="16" y="33"/>
                  </a:lnTo>
                  <a:lnTo>
                    <a:pt x="17" y="33"/>
                  </a:lnTo>
                  <a:lnTo>
                    <a:pt x="18" y="32"/>
                  </a:lnTo>
                  <a:lnTo>
                    <a:pt x="19" y="30"/>
                  </a:lnTo>
                  <a:lnTo>
                    <a:pt x="20" y="29"/>
                  </a:lnTo>
                  <a:lnTo>
                    <a:pt x="21" y="28"/>
                  </a:lnTo>
                  <a:lnTo>
                    <a:pt x="22" y="28"/>
                  </a:lnTo>
                  <a:lnTo>
                    <a:pt x="22" y="27"/>
                  </a:lnTo>
                  <a:lnTo>
                    <a:pt x="22" y="26"/>
                  </a:lnTo>
                  <a:lnTo>
                    <a:pt x="23" y="26"/>
                  </a:lnTo>
                  <a:lnTo>
                    <a:pt x="23" y="25"/>
                  </a:lnTo>
                  <a:lnTo>
                    <a:pt x="23" y="24"/>
                  </a:lnTo>
                  <a:lnTo>
                    <a:pt x="23" y="23"/>
                  </a:lnTo>
                  <a:lnTo>
                    <a:pt x="22" y="23"/>
                  </a:lnTo>
                  <a:lnTo>
                    <a:pt x="22" y="22"/>
                  </a:lnTo>
                  <a:lnTo>
                    <a:pt x="22" y="21"/>
                  </a:lnTo>
                  <a:lnTo>
                    <a:pt x="22" y="20"/>
                  </a:lnTo>
                  <a:lnTo>
                    <a:pt x="23" y="19"/>
                  </a:lnTo>
                  <a:lnTo>
                    <a:pt x="24" y="19"/>
                  </a:lnTo>
                  <a:lnTo>
                    <a:pt x="24" y="18"/>
                  </a:lnTo>
                  <a:lnTo>
                    <a:pt x="24" y="17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6" y="15"/>
                  </a:lnTo>
                  <a:lnTo>
                    <a:pt x="26" y="16"/>
                  </a:lnTo>
                  <a:lnTo>
                    <a:pt x="27" y="16"/>
                  </a:lnTo>
                  <a:lnTo>
                    <a:pt x="27" y="17"/>
                  </a:lnTo>
                  <a:lnTo>
                    <a:pt x="27" y="18"/>
                  </a:lnTo>
                  <a:lnTo>
                    <a:pt x="27" y="19"/>
                  </a:lnTo>
                  <a:lnTo>
                    <a:pt x="29" y="20"/>
                  </a:lnTo>
                  <a:lnTo>
                    <a:pt x="29" y="21"/>
                  </a:lnTo>
                  <a:lnTo>
                    <a:pt x="29" y="22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30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1" y="28"/>
                  </a:lnTo>
                  <a:lnTo>
                    <a:pt x="31" y="29"/>
                  </a:lnTo>
                  <a:lnTo>
                    <a:pt x="32" y="29"/>
                  </a:lnTo>
                  <a:lnTo>
                    <a:pt x="33" y="29"/>
                  </a:lnTo>
                  <a:lnTo>
                    <a:pt x="34" y="29"/>
                  </a:lnTo>
                  <a:lnTo>
                    <a:pt x="35" y="28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5" y="24"/>
                  </a:lnTo>
                  <a:lnTo>
                    <a:pt x="35" y="23"/>
                  </a:lnTo>
                  <a:lnTo>
                    <a:pt x="36" y="23"/>
                  </a:lnTo>
                  <a:lnTo>
                    <a:pt x="36" y="22"/>
                  </a:lnTo>
                  <a:lnTo>
                    <a:pt x="36" y="21"/>
                  </a:lnTo>
                  <a:lnTo>
                    <a:pt x="36" y="20"/>
                  </a:lnTo>
                  <a:lnTo>
                    <a:pt x="36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5" y="15"/>
                  </a:lnTo>
                  <a:lnTo>
                    <a:pt x="34" y="14"/>
                  </a:lnTo>
                  <a:lnTo>
                    <a:pt x="36" y="13"/>
                  </a:lnTo>
                  <a:lnTo>
                    <a:pt x="37" y="12"/>
                  </a:lnTo>
                  <a:lnTo>
                    <a:pt x="37" y="11"/>
                  </a:lnTo>
                  <a:lnTo>
                    <a:pt x="36" y="11"/>
                  </a:lnTo>
                  <a:lnTo>
                    <a:pt x="36" y="10"/>
                  </a:lnTo>
                  <a:lnTo>
                    <a:pt x="36" y="9"/>
                  </a:lnTo>
                  <a:lnTo>
                    <a:pt x="35" y="9"/>
                  </a:lnTo>
                  <a:lnTo>
                    <a:pt x="35" y="8"/>
                  </a:lnTo>
                  <a:lnTo>
                    <a:pt x="33" y="8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9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8" y="5"/>
                  </a:lnTo>
                  <a:lnTo>
                    <a:pt x="28" y="4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3" y="8"/>
                  </a:lnTo>
                  <a:lnTo>
                    <a:pt x="22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6"/>
                  </a:lnTo>
                  <a:lnTo>
                    <a:pt x="20" y="5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11" y="3"/>
                  </a:lnTo>
                  <a:lnTo>
                    <a:pt x="12" y="5"/>
                  </a:lnTo>
                  <a:lnTo>
                    <a:pt x="12" y="6"/>
                  </a:lnTo>
                  <a:lnTo>
                    <a:pt x="11" y="7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8" y="9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8" y="14"/>
                  </a:lnTo>
                  <a:lnTo>
                    <a:pt x="7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6" y="18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7" y="20"/>
                  </a:lnTo>
                  <a:lnTo>
                    <a:pt x="8" y="21"/>
                  </a:lnTo>
                  <a:lnTo>
                    <a:pt x="7" y="21"/>
                  </a:lnTo>
                  <a:lnTo>
                    <a:pt x="6" y="21"/>
                  </a:lnTo>
                  <a:lnTo>
                    <a:pt x="5" y="21"/>
                  </a:lnTo>
                  <a:lnTo>
                    <a:pt x="6" y="22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5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3" y="27"/>
                  </a:lnTo>
                  <a:lnTo>
                    <a:pt x="2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5236953" y="4920594"/>
              <a:ext cx="202940" cy="198125"/>
            </a:xfrm>
            <a:custGeom>
              <a:avLst/>
              <a:gdLst>
                <a:gd name="T0" fmla="*/ 0 w 18"/>
                <a:gd name="T1" fmla="*/ 2147483647 h 18"/>
                <a:gd name="T2" fmla="*/ 2147483647 w 18"/>
                <a:gd name="T3" fmla="*/ 2147483647 h 18"/>
                <a:gd name="T4" fmla="*/ 2147483647 w 18"/>
                <a:gd name="T5" fmla="*/ 2147483647 h 18"/>
                <a:gd name="T6" fmla="*/ 2147483647 w 18"/>
                <a:gd name="T7" fmla="*/ 2147483647 h 18"/>
                <a:gd name="T8" fmla="*/ 2147483647 w 18"/>
                <a:gd name="T9" fmla="*/ 2147483647 h 18"/>
                <a:gd name="T10" fmla="*/ 2147483647 w 18"/>
                <a:gd name="T11" fmla="*/ 2147483647 h 18"/>
                <a:gd name="T12" fmla="*/ 2147483647 w 18"/>
                <a:gd name="T13" fmla="*/ 2147483647 h 18"/>
                <a:gd name="T14" fmla="*/ 2147483647 w 18"/>
                <a:gd name="T15" fmla="*/ 2147483647 h 18"/>
                <a:gd name="T16" fmla="*/ 2147483647 w 18"/>
                <a:gd name="T17" fmla="*/ 2147483647 h 18"/>
                <a:gd name="T18" fmla="*/ 2147483647 w 18"/>
                <a:gd name="T19" fmla="*/ 2147483647 h 18"/>
                <a:gd name="T20" fmla="*/ 2147483647 w 18"/>
                <a:gd name="T21" fmla="*/ 2147483647 h 18"/>
                <a:gd name="T22" fmla="*/ 2147483647 w 18"/>
                <a:gd name="T23" fmla="*/ 2147483647 h 18"/>
                <a:gd name="T24" fmla="*/ 2147483647 w 18"/>
                <a:gd name="T25" fmla="*/ 0 h 18"/>
                <a:gd name="T26" fmla="*/ 2147483647 w 18"/>
                <a:gd name="T27" fmla="*/ 2147483647 h 18"/>
                <a:gd name="T28" fmla="*/ 2147483647 w 18"/>
                <a:gd name="T29" fmla="*/ 2147483647 h 18"/>
                <a:gd name="T30" fmla="*/ 2147483647 w 18"/>
                <a:gd name="T31" fmla="*/ 2147483647 h 18"/>
                <a:gd name="T32" fmla="*/ 2147483647 w 18"/>
                <a:gd name="T33" fmla="*/ 2147483647 h 18"/>
                <a:gd name="T34" fmla="*/ 2147483647 w 18"/>
                <a:gd name="T35" fmla="*/ 2147483647 h 18"/>
                <a:gd name="T36" fmla="*/ 2147483647 w 18"/>
                <a:gd name="T37" fmla="*/ 2147483647 h 18"/>
                <a:gd name="T38" fmla="*/ 2147483647 w 18"/>
                <a:gd name="T39" fmla="*/ 2147483647 h 18"/>
                <a:gd name="T40" fmla="*/ 2147483647 w 18"/>
                <a:gd name="T41" fmla="*/ 2147483647 h 18"/>
                <a:gd name="T42" fmla="*/ 2147483647 w 18"/>
                <a:gd name="T43" fmla="*/ 2147483647 h 18"/>
                <a:gd name="T44" fmla="*/ 2147483647 w 18"/>
                <a:gd name="T45" fmla="*/ 2147483647 h 18"/>
                <a:gd name="T46" fmla="*/ 2147483647 w 18"/>
                <a:gd name="T47" fmla="*/ 2147483647 h 18"/>
                <a:gd name="T48" fmla="*/ 2147483647 w 18"/>
                <a:gd name="T49" fmla="*/ 2147483647 h 18"/>
                <a:gd name="T50" fmla="*/ 2147483647 w 18"/>
                <a:gd name="T51" fmla="*/ 2147483647 h 18"/>
                <a:gd name="T52" fmla="*/ 2147483647 w 18"/>
                <a:gd name="T53" fmla="*/ 2147483647 h 18"/>
                <a:gd name="T54" fmla="*/ 2147483647 w 18"/>
                <a:gd name="T55" fmla="*/ 2147483647 h 18"/>
                <a:gd name="T56" fmla="*/ 2147483647 w 18"/>
                <a:gd name="T57" fmla="*/ 2147483647 h 18"/>
                <a:gd name="T58" fmla="*/ 2147483647 w 18"/>
                <a:gd name="T59" fmla="*/ 2147483647 h 18"/>
                <a:gd name="T60" fmla="*/ 2147483647 w 18"/>
                <a:gd name="T61" fmla="*/ 2147483647 h 18"/>
                <a:gd name="T62" fmla="*/ 2147483647 w 18"/>
                <a:gd name="T63" fmla="*/ 2147483647 h 18"/>
                <a:gd name="T64" fmla="*/ 2147483647 w 18"/>
                <a:gd name="T65" fmla="*/ 2147483647 h 18"/>
                <a:gd name="T66" fmla="*/ 2147483647 w 18"/>
                <a:gd name="T67" fmla="*/ 2147483647 h 18"/>
                <a:gd name="T68" fmla="*/ 2147483647 w 18"/>
                <a:gd name="T69" fmla="*/ 2147483647 h 18"/>
                <a:gd name="T70" fmla="*/ 2147483647 w 18"/>
                <a:gd name="T71" fmla="*/ 2147483647 h 18"/>
                <a:gd name="T72" fmla="*/ 2147483647 w 18"/>
                <a:gd name="T73" fmla="*/ 2147483647 h 18"/>
                <a:gd name="T74" fmla="*/ 2147483647 w 18"/>
                <a:gd name="T75" fmla="*/ 2147483647 h 18"/>
                <a:gd name="T76" fmla="*/ 2147483647 w 18"/>
                <a:gd name="T77" fmla="*/ 2147483647 h 18"/>
                <a:gd name="T78" fmla="*/ 2147483647 w 18"/>
                <a:gd name="T79" fmla="*/ 2147483647 h 18"/>
                <a:gd name="T80" fmla="*/ 2147483647 w 18"/>
                <a:gd name="T81" fmla="*/ 2147483647 h 18"/>
                <a:gd name="T82" fmla="*/ 2147483647 w 18"/>
                <a:gd name="T83" fmla="*/ 2147483647 h 18"/>
                <a:gd name="T84" fmla="*/ 2147483647 w 18"/>
                <a:gd name="T85" fmla="*/ 2147483647 h 18"/>
                <a:gd name="T86" fmla="*/ 2147483647 w 18"/>
                <a:gd name="T87" fmla="*/ 2147483647 h 18"/>
                <a:gd name="T88" fmla="*/ 2147483647 w 18"/>
                <a:gd name="T89" fmla="*/ 2147483647 h 18"/>
                <a:gd name="T90" fmla="*/ 2147483647 w 18"/>
                <a:gd name="T91" fmla="*/ 2147483647 h 18"/>
                <a:gd name="T92" fmla="*/ 2147483647 w 18"/>
                <a:gd name="T93" fmla="*/ 2147483647 h 18"/>
                <a:gd name="T94" fmla="*/ 2147483647 w 18"/>
                <a:gd name="T95" fmla="*/ 2147483647 h 18"/>
                <a:gd name="T96" fmla="*/ 2147483647 w 18"/>
                <a:gd name="T97" fmla="*/ 2147483647 h 18"/>
                <a:gd name="T98" fmla="*/ 2147483647 w 18"/>
                <a:gd name="T99" fmla="*/ 2147483647 h 18"/>
                <a:gd name="T100" fmla="*/ 0 w 18"/>
                <a:gd name="T101" fmla="*/ 2147483647 h 1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8" h="18">
                  <a:moveTo>
                    <a:pt x="0" y="9"/>
                  </a:moveTo>
                  <a:lnTo>
                    <a:pt x="0" y="9"/>
                  </a:lnTo>
                  <a:lnTo>
                    <a:pt x="1" y="8"/>
                  </a:lnTo>
                  <a:lnTo>
                    <a:pt x="2" y="6"/>
                  </a:lnTo>
                  <a:lnTo>
                    <a:pt x="3" y="5"/>
                  </a:lnTo>
                  <a:lnTo>
                    <a:pt x="4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4" y="4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8" y="6"/>
                  </a:lnTo>
                  <a:lnTo>
                    <a:pt x="18" y="7"/>
                  </a:lnTo>
                  <a:lnTo>
                    <a:pt x="17" y="8"/>
                  </a:lnTo>
                  <a:lnTo>
                    <a:pt x="17" y="9"/>
                  </a:lnTo>
                  <a:lnTo>
                    <a:pt x="17" y="10"/>
                  </a:lnTo>
                  <a:lnTo>
                    <a:pt x="18" y="11"/>
                  </a:lnTo>
                  <a:lnTo>
                    <a:pt x="18" y="12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7" y="12"/>
                  </a:lnTo>
                  <a:lnTo>
                    <a:pt x="17" y="13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6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3" y="15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1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7" y="16"/>
                  </a:lnTo>
                  <a:lnTo>
                    <a:pt x="7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3" y="15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1" y="11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4222254" y="2234903"/>
              <a:ext cx="924503" cy="1331839"/>
            </a:xfrm>
            <a:custGeom>
              <a:avLst/>
              <a:gdLst>
                <a:gd name="T0" fmla="*/ 2147483647 w 82"/>
                <a:gd name="T1" fmla="*/ 2147483647 h 121"/>
                <a:gd name="T2" fmla="*/ 2147483647 w 82"/>
                <a:gd name="T3" fmla="*/ 2147483647 h 121"/>
                <a:gd name="T4" fmla="*/ 2147483647 w 82"/>
                <a:gd name="T5" fmla="*/ 2147483647 h 121"/>
                <a:gd name="T6" fmla="*/ 2147483647 w 82"/>
                <a:gd name="T7" fmla="*/ 2147483647 h 121"/>
                <a:gd name="T8" fmla="*/ 2147483647 w 82"/>
                <a:gd name="T9" fmla="*/ 2147483647 h 121"/>
                <a:gd name="T10" fmla="*/ 2147483647 w 82"/>
                <a:gd name="T11" fmla="*/ 2147483647 h 121"/>
                <a:gd name="T12" fmla="*/ 2147483647 w 82"/>
                <a:gd name="T13" fmla="*/ 2147483647 h 121"/>
                <a:gd name="T14" fmla="*/ 2147483647 w 82"/>
                <a:gd name="T15" fmla="*/ 2147483647 h 121"/>
                <a:gd name="T16" fmla="*/ 2147483647 w 82"/>
                <a:gd name="T17" fmla="*/ 2147483647 h 121"/>
                <a:gd name="T18" fmla="*/ 2147483647 w 82"/>
                <a:gd name="T19" fmla="*/ 2147483647 h 121"/>
                <a:gd name="T20" fmla="*/ 2147483647 w 82"/>
                <a:gd name="T21" fmla="*/ 2147483647 h 121"/>
                <a:gd name="T22" fmla="*/ 2147483647 w 82"/>
                <a:gd name="T23" fmla="*/ 2147483647 h 121"/>
                <a:gd name="T24" fmla="*/ 2147483647 w 82"/>
                <a:gd name="T25" fmla="*/ 2147483647 h 121"/>
                <a:gd name="T26" fmla="*/ 2147483647 w 82"/>
                <a:gd name="T27" fmla="*/ 2147483647 h 121"/>
                <a:gd name="T28" fmla="*/ 2147483647 w 82"/>
                <a:gd name="T29" fmla="*/ 2147483647 h 121"/>
                <a:gd name="T30" fmla="*/ 2147483647 w 82"/>
                <a:gd name="T31" fmla="*/ 2147483647 h 121"/>
                <a:gd name="T32" fmla="*/ 2147483647 w 82"/>
                <a:gd name="T33" fmla="*/ 2147483647 h 121"/>
                <a:gd name="T34" fmla="*/ 2147483647 w 82"/>
                <a:gd name="T35" fmla="*/ 2147483647 h 121"/>
                <a:gd name="T36" fmla="*/ 2147483647 w 82"/>
                <a:gd name="T37" fmla="*/ 2147483647 h 121"/>
                <a:gd name="T38" fmla="*/ 2147483647 w 82"/>
                <a:gd name="T39" fmla="*/ 2147483647 h 121"/>
                <a:gd name="T40" fmla="*/ 2147483647 w 82"/>
                <a:gd name="T41" fmla="*/ 2147483647 h 121"/>
                <a:gd name="T42" fmla="*/ 2147483647 w 82"/>
                <a:gd name="T43" fmla="*/ 2147483647 h 121"/>
                <a:gd name="T44" fmla="*/ 2147483647 w 82"/>
                <a:gd name="T45" fmla="*/ 2147483647 h 121"/>
                <a:gd name="T46" fmla="*/ 2147483647 w 82"/>
                <a:gd name="T47" fmla="*/ 2147483647 h 121"/>
                <a:gd name="T48" fmla="*/ 2147483647 w 82"/>
                <a:gd name="T49" fmla="*/ 2147483647 h 121"/>
                <a:gd name="T50" fmla="*/ 2147483647 w 82"/>
                <a:gd name="T51" fmla="*/ 2147483647 h 121"/>
                <a:gd name="T52" fmla="*/ 2147483647 w 82"/>
                <a:gd name="T53" fmla="*/ 2147483647 h 121"/>
                <a:gd name="T54" fmla="*/ 2147483647 w 82"/>
                <a:gd name="T55" fmla="*/ 2147483647 h 121"/>
                <a:gd name="T56" fmla="*/ 2147483647 w 82"/>
                <a:gd name="T57" fmla="*/ 2147483647 h 121"/>
                <a:gd name="T58" fmla="*/ 2147483647 w 82"/>
                <a:gd name="T59" fmla="*/ 2147483647 h 121"/>
                <a:gd name="T60" fmla="*/ 2147483647 w 82"/>
                <a:gd name="T61" fmla="*/ 2147483647 h 121"/>
                <a:gd name="T62" fmla="*/ 2147483647 w 82"/>
                <a:gd name="T63" fmla="*/ 2147483647 h 121"/>
                <a:gd name="T64" fmla="*/ 2147483647 w 82"/>
                <a:gd name="T65" fmla="*/ 2147483647 h 121"/>
                <a:gd name="T66" fmla="*/ 2147483647 w 82"/>
                <a:gd name="T67" fmla="*/ 2147483647 h 121"/>
                <a:gd name="T68" fmla="*/ 2147483647 w 82"/>
                <a:gd name="T69" fmla="*/ 2147483647 h 121"/>
                <a:gd name="T70" fmla="*/ 2147483647 w 82"/>
                <a:gd name="T71" fmla="*/ 2147483647 h 121"/>
                <a:gd name="T72" fmla="*/ 2147483647 w 82"/>
                <a:gd name="T73" fmla="*/ 2147483647 h 121"/>
                <a:gd name="T74" fmla="*/ 2147483647 w 82"/>
                <a:gd name="T75" fmla="*/ 2147483647 h 121"/>
                <a:gd name="T76" fmla="*/ 2147483647 w 82"/>
                <a:gd name="T77" fmla="*/ 2147483647 h 121"/>
                <a:gd name="T78" fmla="*/ 2147483647 w 82"/>
                <a:gd name="T79" fmla="*/ 2147483647 h 121"/>
                <a:gd name="T80" fmla="*/ 2147483647 w 82"/>
                <a:gd name="T81" fmla="*/ 2147483647 h 121"/>
                <a:gd name="T82" fmla="*/ 2147483647 w 82"/>
                <a:gd name="T83" fmla="*/ 2147483647 h 121"/>
                <a:gd name="T84" fmla="*/ 2147483647 w 82"/>
                <a:gd name="T85" fmla="*/ 0 h 121"/>
                <a:gd name="T86" fmla="*/ 2147483647 w 82"/>
                <a:gd name="T87" fmla="*/ 2147483647 h 121"/>
                <a:gd name="T88" fmla="*/ 2147483647 w 82"/>
                <a:gd name="T89" fmla="*/ 2147483647 h 121"/>
                <a:gd name="T90" fmla="*/ 2147483647 w 82"/>
                <a:gd name="T91" fmla="*/ 2147483647 h 121"/>
                <a:gd name="T92" fmla="*/ 2147483647 w 82"/>
                <a:gd name="T93" fmla="*/ 2147483647 h 121"/>
                <a:gd name="T94" fmla="*/ 2147483647 w 82"/>
                <a:gd name="T95" fmla="*/ 2147483647 h 121"/>
                <a:gd name="T96" fmla="*/ 2147483647 w 82"/>
                <a:gd name="T97" fmla="*/ 2147483647 h 12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2" h="121">
                  <a:moveTo>
                    <a:pt x="82" y="46"/>
                  </a:moveTo>
                  <a:lnTo>
                    <a:pt x="80" y="48"/>
                  </a:lnTo>
                  <a:lnTo>
                    <a:pt x="79" y="50"/>
                  </a:lnTo>
                  <a:lnTo>
                    <a:pt x="77" y="48"/>
                  </a:lnTo>
                  <a:lnTo>
                    <a:pt x="75" y="47"/>
                  </a:lnTo>
                  <a:lnTo>
                    <a:pt x="72" y="48"/>
                  </a:lnTo>
                  <a:lnTo>
                    <a:pt x="71" y="53"/>
                  </a:lnTo>
                  <a:lnTo>
                    <a:pt x="71" y="55"/>
                  </a:lnTo>
                  <a:lnTo>
                    <a:pt x="68" y="56"/>
                  </a:lnTo>
                  <a:lnTo>
                    <a:pt x="65" y="57"/>
                  </a:lnTo>
                  <a:lnTo>
                    <a:pt x="64" y="57"/>
                  </a:lnTo>
                  <a:lnTo>
                    <a:pt x="63" y="59"/>
                  </a:lnTo>
                  <a:lnTo>
                    <a:pt x="62" y="60"/>
                  </a:lnTo>
                  <a:lnTo>
                    <a:pt x="61" y="60"/>
                  </a:lnTo>
                  <a:lnTo>
                    <a:pt x="62" y="64"/>
                  </a:lnTo>
                  <a:lnTo>
                    <a:pt x="63" y="64"/>
                  </a:lnTo>
                  <a:lnTo>
                    <a:pt x="64" y="63"/>
                  </a:lnTo>
                  <a:lnTo>
                    <a:pt x="64" y="62"/>
                  </a:lnTo>
                  <a:lnTo>
                    <a:pt x="66" y="63"/>
                  </a:lnTo>
                  <a:lnTo>
                    <a:pt x="67" y="63"/>
                  </a:lnTo>
                  <a:lnTo>
                    <a:pt x="68" y="63"/>
                  </a:lnTo>
                  <a:lnTo>
                    <a:pt x="68" y="70"/>
                  </a:lnTo>
                  <a:lnTo>
                    <a:pt x="67" y="70"/>
                  </a:lnTo>
                  <a:lnTo>
                    <a:pt x="66" y="73"/>
                  </a:lnTo>
                  <a:lnTo>
                    <a:pt x="65" y="73"/>
                  </a:lnTo>
                  <a:lnTo>
                    <a:pt x="63" y="72"/>
                  </a:lnTo>
                  <a:lnTo>
                    <a:pt x="62" y="72"/>
                  </a:lnTo>
                  <a:lnTo>
                    <a:pt x="62" y="73"/>
                  </a:lnTo>
                  <a:lnTo>
                    <a:pt x="61" y="74"/>
                  </a:lnTo>
                  <a:lnTo>
                    <a:pt x="59" y="74"/>
                  </a:lnTo>
                  <a:lnTo>
                    <a:pt x="56" y="78"/>
                  </a:lnTo>
                  <a:lnTo>
                    <a:pt x="55" y="79"/>
                  </a:lnTo>
                  <a:lnTo>
                    <a:pt x="56" y="81"/>
                  </a:lnTo>
                  <a:lnTo>
                    <a:pt x="57" y="83"/>
                  </a:lnTo>
                  <a:lnTo>
                    <a:pt x="57" y="84"/>
                  </a:lnTo>
                  <a:lnTo>
                    <a:pt x="59" y="85"/>
                  </a:lnTo>
                  <a:lnTo>
                    <a:pt x="60" y="87"/>
                  </a:lnTo>
                  <a:lnTo>
                    <a:pt x="60" y="89"/>
                  </a:lnTo>
                  <a:lnTo>
                    <a:pt x="61" y="89"/>
                  </a:lnTo>
                  <a:lnTo>
                    <a:pt x="60" y="92"/>
                  </a:lnTo>
                  <a:lnTo>
                    <a:pt x="61" y="93"/>
                  </a:lnTo>
                  <a:lnTo>
                    <a:pt x="62" y="93"/>
                  </a:lnTo>
                  <a:lnTo>
                    <a:pt x="62" y="94"/>
                  </a:lnTo>
                  <a:lnTo>
                    <a:pt x="64" y="96"/>
                  </a:lnTo>
                  <a:lnTo>
                    <a:pt x="66" y="97"/>
                  </a:lnTo>
                  <a:lnTo>
                    <a:pt x="67" y="97"/>
                  </a:lnTo>
                  <a:lnTo>
                    <a:pt x="68" y="98"/>
                  </a:lnTo>
                  <a:lnTo>
                    <a:pt x="68" y="99"/>
                  </a:lnTo>
                  <a:lnTo>
                    <a:pt x="66" y="99"/>
                  </a:lnTo>
                  <a:lnTo>
                    <a:pt x="66" y="100"/>
                  </a:lnTo>
                  <a:lnTo>
                    <a:pt x="67" y="100"/>
                  </a:lnTo>
                  <a:lnTo>
                    <a:pt x="70" y="101"/>
                  </a:lnTo>
                  <a:lnTo>
                    <a:pt x="69" y="102"/>
                  </a:lnTo>
                  <a:lnTo>
                    <a:pt x="72" y="103"/>
                  </a:lnTo>
                  <a:lnTo>
                    <a:pt x="73" y="103"/>
                  </a:lnTo>
                  <a:lnTo>
                    <a:pt x="74" y="104"/>
                  </a:lnTo>
                  <a:lnTo>
                    <a:pt x="74" y="105"/>
                  </a:lnTo>
                  <a:lnTo>
                    <a:pt x="72" y="106"/>
                  </a:lnTo>
                  <a:lnTo>
                    <a:pt x="71" y="106"/>
                  </a:lnTo>
                  <a:lnTo>
                    <a:pt x="68" y="105"/>
                  </a:lnTo>
                  <a:lnTo>
                    <a:pt x="66" y="105"/>
                  </a:lnTo>
                  <a:lnTo>
                    <a:pt x="63" y="106"/>
                  </a:lnTo>
                  <a:lnTo>
                    <a:pt x="62" y="107"/>
                  </a:lnTo>
                  <a:lnTo>
                    <a:pt x="62" y="109"/>
                  </a:lnTo>
                  <a:lnTo>
                    <a:pt x="62" y="110"/>
                  </a:lnTo>
                  <a:lnTo>
                    <a:pt x="63" y="111"/>
                  </a:lnTo>
                  <a:lnTo>
                    <a:pt x="63" y="113"/>
                  </a:lnTo>
                  <a:lnTo>
                    <a:pt x="62" y="114"/>
                  </a:lnTo>
                  <a:lnTo>
                    <a:pt x="62" y="115"/>
                  </a:lnTo>
                  <a:lnTo>
                    <a:pt x="63" y="117"/>
                  </a:lnTo>
                  <a:lnTo>
                    <a:pt x="63" y="118"/>
                  </a:lnTo>
                  <a:lnTo>
                    <a:pt x="63" y="119"/>
                  </a:lnTo>
                  <a:lnTo>
                    <a:pt x="63" y="120"/>
                  </a:lnTo>
                  <a:lnTo>
                    <a:pt x="62" y="121"/>
                  </a:lnTo>
                  <a:lnTo>
                    <a:pt x="62" y="120"/>
                  </a:lnTo>
                  <a:lnTo>
                    <a:pt x="61" y="120"/>
                  </a:lnTo>
                  <a:lnTo>
                    <a:pt x="61" y="119"/>
                  </a:lnTo>
                  <a:lnTo>
                    <a:pt x="60" y="120"/>
                  </a:lnTo>
                  <a:lnTo>
                    <a:pt x="58" y="120"/>
                  </a:lnTo>
                  <a:lnTo>
                    <a:pt x="57" y="119"/>
                  </a:lnTo>
                  <a:lnTo>
                    <a:pt x="55" y="116"/>
                  </a:lnTo>
                  <a:lnTo>
                    <a:pt x="53" y="114"/>
                  </a:lnTo>
                  <a:lnTo>
                    <a:pt x="52" y="114"/>
                  </a:lnTo>
                  <a:lnTo>
                    <a:pt x="50" y="115"/>
                  </a:lnTo>
                  <a:lnTo>
                    <a:pt x="49" y="115"/>
                  </a:lnTo>
                  <a:lnTo>
                    <a:pt x="49" y="116"/>
                  </a:lnTo>
                  <a:lnTo>
                    <a:pt x="48" y="115"/>
                  </a:lnTo>
                  <a:lnTo>
                    <a:pt x="47" y="115"/>
                  </a:lnTo>
                  <a:lnTo>
                    <a:pt x="47" y="114"/>
                  </a:lnTo>
                  <a:lnTo>
                    <a:pt x="47" y="113"/>
                  </a:lnTo>
                  <a:lnTo>
                    <a:pt x="46" y="112"/>
                  </a:lnTo>
                  <a:lnTo>
                    <a:pt x="45" y="113"/>
                  </a:lnTo>
                  <a:lnTo>
                    <a:pt x="44" y="112"/>
                  </a:lnTo>
                  <a:lnTo>
                    <a:pt x="44" y="111"/>
                  </a:lnTo>
                  <a:lnTo>
                    <a:pt x="43" y="110"/>
                  </a:lnTo>
                  <a:lnTo>
                    <a:pt x="41" y="110"/>
                  </a:lnTo>
                  <a:lnTo>
                    <a:pt x="39" y="109"/>
                  </a:lnTo>
                  <a:lnTo>
                    <a:pt x="38" y="109"/>
                  </a:lnTo>
                  <a:lnTo>
                    <a:pt x="37" y="109"/>
                  </a:lnTo>
                  <a:lnTo>
                    <a:pt x="36" y="109"/>
                  </a:lnTo>
                  <a:lnTo>
                    <a:pt x="35" y="108"/>
                  </a:lnTo>
                  <a:lnTo>
                    <a:pt x="32" y="108"/>
                  </a:lnTo>
                  <a:lnTo>
                    <a:pt x="26" y="109"/>
                  </a:lnTo>
                  <a:lnTo>
                    <a:pt x="25" y="109"/>
                  </a:lnTo>
                  <a:lnTo>
                    <a:pt x="24" y="109"/>
                  </a:lnTo>
                  <a:lnTo>
                    <a:pt x="23" y="111"/>
                  </a:lnTo>
                  <a:lnTo>
                    <a:pt x="23" y="112"/>
                  </a:lnTo>
                  <a:lnTo>
                    <a:pt x="23" y="113"/>
                  </a:lnTo>
                  <a:lnTo>
                    <a:pt x="22" y="116"/>
                  </a:lnTo>
                  <a:lnTo>
                    <a:pt x="21" y="117"/>
                  </a:lnTo>
                  <a:lnTo>
                    <a:pt x="20" y="116"/>
                  </a:lnTo>
                  <a:lnTo>
                    <a:pt x="19" y="116"/>
                  </a:lnTo>
                  <a:lnTo>
                    <a:pt x="18" y="115"/>
                  </a:lnTo>
                  <a:lnTo>
                    <a:pt x="16" y="116"/>
                  </a:lnTo>
                  <a:lnTo>
                    <a:pt x="14" y="116"/>
                  </a:lnTo>
                  <a:lnTo>
                    <a:pt x="13" y="116"/>
                  </a:lnTo>
                  <a:lnTo>
                    <a:pt x="13" y="115"/>
                  </a:lnTo>
                  <a:lnTo>
                    <a:pt x="12" y="114"/>
                  </a:lnTo>
                  <a:lnTo>
                    <a:pt x="11" y="111"/>
                  </a:lnTo>
                  <a:lnTo>
                    <a:pt x="10" y="111"/>
                  </a:lnTo>
                  <a:lnTo>
                    <a:pt x="10" y="109"/>
                  </a:lnTo>
                  <a:lnTo>
                    <a:pt x="9" y="109"/>
                  </a:lnTo>
                  <a:lnTo>
                    <a:pt x="8" y="107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7" y="105"/>
                  </a:lnTo>
                  <a:lnTo>
                    <a:pt x="7" y="104"/>
                  </a:lnTo>
                  <a:lnTo>
                    <a:pt x="8" y="104"/>
                  </a:lnTo>
                  <a:lnTo>
                    <a:pt x="9" y="104"/>
                  </a:lnTo>
                  <a:lnTo>
                    <a:pt x="9" y="103"/>
                  </a:lnTo>
                  <a:lnTo>
                    <a:pt x="8" y="101"/>
                  </a:lnTo>
                  <a:lnTo>
                    <a:pt x="8" y="100"/>
                  </a:lnTo>
                  <a:lnTo>
                    <a:pt x="8" y="99"/>
                  </a:lnTo>
                  <a:lnTo>
                    <a:pt x="9" y="96"/>
                  </a:lnTo>
                  <a:lnTo>
                    <a:pt x="10" y="95"/>
                  </a:lnTo>
                  <a:lnTo>
                    <a:pt x="11" y="93"/>
                  </a:lnTo>
                  <a:lnTo>
                    <a:pt x="10" y="92"/>
                  </a:lnTo>
                  <a:lnTo>
                    <a:pt x="10" y="90"/>
                  </a:lnTo>
                  <a:lnTo>
                    <a:pt x="10" y="87"/>
                  </a:lnTo>
                  <a:lnTo>
                    <a:pt x="12" y="83"/>
                  </a:lnTo>
                  <a:lnTo>
                    <a:pt x="12" y="82"/>
                  </a:lnTo>
                  <a:lnTo>
                    <a:pt x="9" y="77"/>
                  </a:lnTo>
                  <a:lnTo>
                    <a:pt x="8" y="75"/>
                  </a:lnTo>
                  <a:lnTo>
                    <a:pt x="6" y="74"/>
                  </a:lnTo>
                  <a:lnTo>
                    <a:pt x="5" y="71"/>
                  </a:lnTo>
                  <a:lnTo>
                    <a:pt x="1" y="53"/>
                  </a:lnTo>
                  <a:lnTo>
                    <a:pt x="0" y="48"/>
                  </a:lnTo>
                  <a:lnTo>
                    <a:pt x="17" y="20"/>
                  </a:lnTo>
                  <a:lnTo>
                    <a:pt x="18" y="18"/>
                  </a:lnTo>
                  <a:lnTo>
                    <a:pt x="22" y="14"/>
                  </a:lnTo>
                  <a:lnTo>
                    <a:pt x="25" y="6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3" y="0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0" y="1"/>
                  </a:lnTo>
                  <a:lnTo>
                    <a:pt x="44" y="2"/>
                  </a:lnTo>
                  <a:lnTo>
                    <a:pt x="49" y="2"/>
                  </a:lnTo>
                  <a:lnTo>
                    <a:pt x="49" y="3"/>
                  </a:lnTo>
                  <a:lnTo>
                    <a:pt x="51" y="3"/>
                  </a:lnTo>
                  <a:lnTo>
                    <a:pt x="53" y="6"/>
                  </a:lnTo>
                  <a:lnTo>
                    <a:pt x="54" y="6"/>
                  </a:lnTo>
                  <a:lnTo>
                    <a:pt x="54" y="8"/>
                  </a:lnTo>
                  <a:lnTo>
                    <a:pt x="56" y="8"/>
                  </a:lnTo>
                  <a:lnTo>
                    <a:pt x="56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3" y="15"/>
                  </a:lnTo>
                  <a:lnTo>
                    <a:pt x="64" y="16"/>
                  </a:lnTo>
                  <a:lnTo>
                    <a:pt x="66" y="18"/>
                  </a:lnTo>
                  <a:lnTo>
                    <a:pt x="67" y="22"/>
                  </a:lnTo>
                  <a:lnTo>
                    <a:pt x="72" y="31"/>
                  </a:lnTo>
                  <a:lnTo>
                    <a:pt x="72" y="32"/>
                  </a:lnTo>
                  <a:lnTo>
                    <a:pt x="74" y="37"/>
                  </a:lnTo>
                  <a:lnTo>
                    <a:pt x="75" y="38"/>
                  </a:lnTo>
                  <a:lnTo>
                    <a:pt x="79" y="43"/>
                  </a:lnTo>
                  <a:lnTo>
                    <a:pt x="82" y="4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4842348" y="2741221"/>
              <a:ext cx="631368" cy="1166735"/>
            </a:xfrm>
            <a:custGeom>
              <a:avLst/>
              <a:gdLst>
                <a:gd name="T0" fmla="*/ 2147483647 w 56"/>
                <a:gd name="T1" fmla="*/ 2147483647 h 106"/>
                <a:gd name="T2" fmla="*/ 2147483647 w 56"/>
                <a:gd name="T3" fmla="*/ 2147483647 h 106"/>
                <a:gd name="T4" fmla="*/ 2147483647 w 56"/>
                <a:gd name="T5" fmla="*/ 2147483647 h 106"/>
                <a:gd name="T6" fmla="*/ 2147483647 w 56"/>
                <a:gd name="T7" fmla="*/ 2147483647 h 106"/>
                <a:gd name="T8" fmla="*/ 2147483647 w 56"/>
                <a:gd name="T9" fmla="*/ 2147483647 h 106"/>
                <a:gd name="T10" fmla="*/ 2147483647 w 56"/>
                <a:gd name="T11" fmla="*/ 2147483647 h 106"/>
                <a:gd name="T12" fmla="*/ 2147483647 w 56"/>
                <a:gd name="T13" fmla="*/ 2147483647 h 106"/>
                <a:gd name="T14" fmla="*/ 2147483647 w 56"/>
                <a:gd name="T15" fmla="*/ 2147483647 h 106"/>
                <a:gd name="T16" fmla="*/ 2147483647 w 56"/>
                <a:gd name="T17" fmla="*/ 2147483647 h 106"/>
                <a:gd name="T18" fmla="*/ 2147483647 w 56"/>
                <a:gd name="T19" fmla="*/ 2147483647 h 106"/>
                <a:gd name="T20" fmla="*/ 2147483647 w 56"/>
                <a:gd name="T21" fmla="*/ 2147483647 h 106"/>
                <a:gd name="T22" fmla="*/ 2147483647 w 56"/>
                <a:gd name="T23" fmla="*/ 2147483647 h 106"/>
                <a:gd name="T24" fmla="*/ 2147483647 w 56"/>
                <a:gd name="T25" fmla="*/ 2147483647 h 106"/>
                <a:gd name="T26" fmla="*/ 2147483647 w 56"/>
                <a:gd name="T27" fmla="*/ 2147483647 h 106"/>
                <a:gd name="T28" fmla="*/ 2147483647 w 56"/>
                <a:gd name="T29" fmla="*/ 2147483647 h 106"/>
                <a:gd name="T30" fmla="*/ 2147483647 w 56"/>
                <a:gd name="T31" fmla="*/ 2147483647 h 106"/>
                <a:gd name="T32" fmla="*/ 2147483647 w 56"/>
                <a:gd name="T33" fmla="*/ 2147483647 h 106"/>
                <a:gd name="T34" fmla="*/ 2147483647 w 56"/>
                <a:gd name="T35" fmla="*/ 2147483647 h 106"/>
                <a:gd name="T36" fmla="*/ 2147483647 w 56"/>
                <a:gd name="T37" fmla="*/ 2147483647 h 106"/>
                <a:gd name="T38" fmla="*/ 2147483647 w 56"/>
                <a:gd name="T39" fmla="*/ 2147483647 h 106"/>
                <a:gd name="T40" fmla="*/ 2147483647 w 56"/>
                <a:gd name="T41" fmla="*/ 2147483647 h 106"/>
                <a:gd name="T42" fmla="*/ 2147483647 w 56"/>
                <a:gd name="T43" fmla="*/ 2147483647 h 106"/>
                <a:gd name="T44" fmla="*/ 2147483647 w 56"/>
                <a:gd name="T45" fmla="*/ 2147483647 h 106"/>
                <a:gd name="T46" fmla="*/ 2147483647 w 56"/>
                <a:gd name="T47" fmla="*/ 2147483647 h 106"/>
                <a:gd name="T48" fmla="*/ 2147483647 w 56"/>
                <a:gd name="T49" fmla="*/ 2147483647 h 106"/>
                <a:gd name="T50" fmla="*/ 2147483647 w 56"/>
                <a:gd name="T51" fmla="*/ 2147483647 h 106"/>
                <a:gd name="T52" fmla="*/ 2147483647 w 56"/>
                <a:gd name="T53" fmla="*/ 2147483647 h 106"/>
                <a:gd name="T54" fmla="*/ 2147483647 w 56"/>
                <a:gd name="T55" fmla="*/ 2147483647 h 106"/>
                <a:gd name="T56" fmla="*/ 2147483647 w 56"/>
                <a:gd name="T57" fmla="*/ 2147483647 h 106"/>
                <a:gd name="T58" fmla="*/ 2147483647 w 56"/>
                <a:gd name="T59" fmla="*/ 2147483647 h 106"/>
                <a:gd name="T60" fmla="*/ 2147483647 w 56"/>
                <a:gd name="T61" fmla="*/ 2147483647 h 106"/>
                <a:gd name="T62" fmla="*/ 2147483647 w 56"/>
                <a:gd name="T63" fmla="*/ 2147483647 h 106"/>
                <a:gd name="T64" fmla="*/ 2147483647 w 56"/>
                <a:gd name="T65" fmla="*/ 2147483647 h 106"/>
                <a:gd name="T66" fmla="*/ 2147483647 w 56"/>
                <a:gd name="T67" fmla="*/ 2147483647 h 106"/>
                <a:gd name="T68" fmla="*/ 2147483647 w 56"/>
                <a:gd name="T69" fmla="*/ 2147483647 h 106"/>
                <a:gd name="T70" fmla="*/ 2147483647 w 56"/>
                <a:gd name="T71" fmla="*/ 2147483647 h 106"/>
                <a:gd name="T72" fmla="*/ 2147483647 w 56"/>
                <a:gd name="T73" fmla="*/ 2147483647 h 106"/>
                <a:gd name="T74" fmla="*/ 2147483647 w 56"/>
                <a:gd name="T75" fmla="*/ 2147483647 h 106"/>
                <a:gd name="T76" fmla="*/ 2147483647 w 56"/>
                <a:gd name="T77" fmla="*/ 2147483647 h 106"/>
                <a:gd name="T78" fmla="*/ 2147483647 w 56"/>
                <a:gd name="T79" fmla="*/ 2147483647 h 106"/>
                <a:gd name="T80" fmla="*/ 2147483647 w 56"/>
                <a:gd name="T81" fmla="*/ 2147483647 h 106"/>
                <a:gd name="T82" fmla="*/ 2147483647 w 56"/>
                <a:gd name="T83" fmla="*/ 2147483647 h 106"/>
                <a:gd name="T84" fmla="*/ 2147483647 w 56"/>
                <a:gd name="T85" fmla="*/ 2147483647 h 106"/>
                <a:gd name="T86" fmla="*/ 2147483647 w 56"/>
                <a:gd name="T87" fmla="*/ 2147483647 h 106"/>
                <a:gd name="T88" fmla="*/ 2147483647 w 56"/>
                <a:gd name="T89" fmla="*/ 2147483647 h 106"/>
                <a:gd name="T90" fmla="*/ 2147483647 w 56"/>
                <a:gd name="T91" fmla="*/ 2147483647 h 106"/>
                <a:gd name="T92" fmla="*/ 2147483647 w 56"/>
                <a:gd name="T93" fmla="*/ 2147483647 h 106"/>
                <a:gd name="T94" fmla="*/ 2147483647 w 56"/>
                <a:gd name="T95" fmla="*/ 2147483647 h 106"/>
                <a:gd name="T96" fmla="*/ 2147483647 w 56"/>
                <a:gd name="T97" fmla="*/ 2147483647 h 106"/>
                <a:gd name="T98" fmla="*/ 2147483647 w 56"/>
                <a:gd name="T99" fmla="*/ 2147483647 h 106"/>
                <a:gd name="T100" fmla="*/ 2147483647 w 56"/>
                <a:gd name="T101" fmla="*/ 2147483647 h 106"/>
                <a:gd name="T102" fmla="*/ 0 w 56"/>
                <a:gd name="T103" fmla="*/ 2147483647 h 10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6" h="106">
                  <a:moveTo>
                    <a:pt x="0" y="33"/>
                  </a:moveTo>
                  <a:lnTo>
                    <a:pt x="1" y="32"/>
                  </a:lnTo>
                  <a:lnTo>
                    <a:pt x="4" y="28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10" y="27"/>
                  </a:lnTo>
                  <a:lnTo>
                    <a:pt x="11" y="27"/>
                  </a:lnTo>
                  <a:lnTo>
                    <a:pt x="12" y="24"/>
                  </a:lnTo>
                  <a:lnTo>
                    <a:pt x="13" y="24"/>
                  </a:lnTo>
                  <a:lnTo>
                    <a:pt x="13" y="17"/>
                  </a:lnTo>
                  <a:lnTo>
                    <a:pt x="12" y="17"/>
                  </a:lnTo>
                  <a:lnTo>
                    <a:pt x="11" y="17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8" y="18"/>
                  </a:lnTo>
                  <a:lnTo>
                    <a:pt x="7" y="18"/>
                  </a:lnTo>
                  <a:lnTo>
                    <a:pt x="6" y="14"/>
                  </a:lnTo>
                  <a:lnTo>
                    <a:pt x="7" y="14"/>
                  </a:lnTo>
                  <a:lnTo>
                    <a:pt x="8" y="13"/>
                  </a:lnTo>
                  <a:lnTo>
                    <a:pt x="9" y="11"/>
                  </a:lnTo>
                  <a:lnTo>
                    <a:pt x="10" y="11"/>
                  </a:lnTo>
                  <a:lnTo>
                    <a:pt x="13" y="10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7" y="2"/>
                  </a:lnTo>
                  <a:lnTo>
                    <a:pt x="20" y="1"/>
                  </a:lnTo>
                  <a:lnTo>
                    <a:pt x="22" y="2"/>
                  </a:lnTo>
                  <a:lnTo>
                    <a:pt x="24" y="4"/>
                  </a:lnTo>
                  <a:lnTo>
                    <a:pt x="25" y="2"/>
                  </a:lnTo>
                  <a:lnTo>
                    <a:pt x="27" y="0"/>
                  </a:lnTo>
                  <a:lnTo>
                    <a:pt x="29" y="3"/>
                  </a:lnTo>
                  <a:lnTo>
                    <a:pt x="26" y="6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3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0" y="18"/>
                  </a:lnTo>
                  <a:lnTo>
                    <a:pt x="29" y="19"/>
                  </a:lnTo>
                  <a:lnTo>
                    <a:pt x="29" y="20"/>
                  </a:lnTo>
                  <a:lnTo>
                    <a:pt x="31" y="21"/>
                  </a:lnTo>
                  <a:lnTo>
                    <a:pt x="31" y="22"/>
                  </a:lnTo>
                  <a:lnTo>
                    <a:pt x="32" y="22"/>
                  </a:lnTo>
                  <a:lnTo>
                    <a:pt x="31" y="24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5" y="27"/>
                  </a:lnTo>
                  <a:lnTo>
                    <a:pt x="35" y="29"/>
                  </a:lnTo>
                  <a:lnTo>
                    <a:pt x="36" y="30"/>
                  </a:lnTo>
                  <a:lnTo>
                    <a:pt x="36" y="32"/>
                  </a:lnTo>
                  <a:lnTo>
                    <a:pt x="36" y="34"/>
                  </a:lnTo>
                  <a:lnTo>
                    <a:pt x="37" y="34"/>
                  </a:lnTo>
                  <a:lnTo>
                    <a:pt x="38" y="35"/>
                  </a:lnTo>
                  <a:lnTo>
                    <a:pt x="40" y="37"/>
                  </a:lnTo>
                  <a:lnTo>
                    <a:pt x="41" y="40"/>
                  </a:lnTo>
                  <a:lnTo>
                    <a:pt x="43" y="40"/>
                  </a:lnTo>
                  <a:lnTo>
                    <a:pt x="44" y="40"/>
                  </a:lnTo>
                  <a:lnTo>
                    <a:pt x="46" y="42"/>
                  </a:lnTo>
                  <a:lnTo>
                    <a:pt x="47" y="41"/>
                  </a:lnTo>
                  <a:lnTo>
                    <a:pt x="48" y="41"/>
                  </a:lnTo>
                  <a:lnTo>
                    <a:pt x="49" y="41"/>
                  </a:lnTo>
                  <a:lnTo>
                    <a:pt x="51" y="41"/>
                  </a:lnTo>
                  <a:lnTo>
                    <a:pt x="52" y="41"/>
                  </a:lnTo>
                  <a:lnTo>
                    <a:pt x="52" y="43"/>
                  </a:lnTo>
                  <a:lnTo>
                    <a:pt x="52" y="50"/>
                  </a:lnTo>
                  <a:lnTo>
                    <a:pt x="52" y="51"/>
                  </a:lnTo>
                  <a:lnTo>
                    <a:pt x="53" y="53"/>
                  </a:lnTo>
                  <a:lnTo>
                    <a:pt x="56" y="53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6" y="63"/>
                  </a:lnTo>
                  <a:lnTo>
                    <a:pt x="45" y="63"/>
                  </a:lnTo>
                  <a:lnTo>
                    <a:pt x="44" y="64"/>
                  </a:lnTo>
                  <a:lnTo>
                    <a:pt x="43" y="63"/>
                  </a:lnTo>
                  <a:lnTo>
                    <a:pt x="42" y="63"/>
                  </a:lnTo>
                  <a:lnTo>
                    <a:pt x="42" y="64"/>
                  </a:lnTo>
                  <a:lnTo>
                    <a:pt x="41" y="65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0" y="67"/>
                  </a:lnTo>
                  <a:lnTo>
                    <a:pt x="40" y="69"/>
                  </a:lnTo>
                  <a:lnTo>
                    <a:pt x="41" y="69"/>
                  </a:lnTo>
                  <a:lnTo>
                    <a:pt x="40" y="69"/>
                  </a:lnTo>
                  <a:lnTo>
                    <a:pt x="39" y="69"/>
                  </a:lnTo>
                  <a:lnTo>
                    <a:pt x="38" y="70"/>
                  </a:lnTo>
                  <a:lnTo>
                    <a:pt x="37" y="70"/>
                  </a:lnTo>
                  <a:lnTo>
                    <a:pt x="36" y="71"/>
                  </a:lnTo>
                  <a:lnTo>
                    <a:pt x="35" y="71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3" y="73"/>
                  </a:lnTo>
                  <a:lnTo>
                    <a:pt x="33" y="74"/>
                  </a:lnTo>
                  <a:lnTo>
                    <a:pt x="33" y="73"/>
                  </a:lnTo>
                  <a:lnTo>
                    <a:pt x="32" y="73"/>
                  </a:lnTo>
                  <a:lnTo>
                    <a:pt x="30" y="74"/>
                  </a:lnTo>
                  <a:lnTo>
                    <a:pt x="30" y="75"/>
                  </a:lnTo>
                  <a:lnTo>
                    <a:pt x="30" y="76"/>
                  </a:lnTo>
                  <a:lnTo>
                    <a:pt x="32" y="76"/>
                  </a:lnTo>
                  <a:lnTo>
                    <a:pt x="32" y="78"/>
                  </a:lnTo>
                  <a:lnTo>
                    <a:pt x="33" y="79"/>
                  </a:lnTo>
                  <a:lnTo>
                    <a:pt x="32" y="80"/>
                  </a:lnTo>
                  <a:lnTo>
                    <a:pt x="31" y="82"/>
                  </a:lnTo>
                  <a:lnTo>
                    <a:pt x="32" y="84"/>
                  </a:lnTo>
                  <a:lnTo>
                    <a:pt x="32" y="86"/>
                  </a:lnTo>
                  <a:lnTo>
                    <a:pt x="33" y="87"/>
                  </a:lnTo>
                  <a:lnTo>
                    <a:pt x="34" y="88"/>
                  </a:lnTo>
                  <a:lnTo>
                    <a:pt x="35" y="89"/>
                  </a:lnTo>
                  <a:lnTo>
                    <a:pt x="35" y="92"/>
                  </a:lnTo>
                  <a:lnTo>
                    <a:pt x="32" y="92"/>
                  </a:lnTo>
                  <a:lnTo>
                    <a:pt x="31" y="93"/>
                  </a:lnTo>
                  <a:lnTo>
                    <a:pt x="29" y="93"/>
                  </a:lnTo>
                  <a:lnTo>
                    <a:pt x="28" y="93"/>
                  </a:lnTo>
                  <a:lnTo>
                    <a:pt x="27" y="93"/>
                  </a:lnTo>
                  <a:lnTo>
                    <a:pt x="26" y="94"/>
                  </a:lnTo>
                  <a:lnTo>
                    <a:pt x="25" y="96"/>
                  </a:lnTo>
                  <a:lnTo>
                    <a:pt x="25" y="102"/>
                  </a:lnTo>
                  <a:lnTo>
                    <a:pt x="24" y="102"/>
                  </a:lnTo>
                  <a:lnTo>
                    <a:pt x="23" y="101"/>
                  </a:lnTo>
                  <a:lnTo>
                    <a:pt x="22" y="102"/>
                  </a:lnTo>
                  <a:lnTo>
                    <a:pt x="21" y="103"/>
                  </a:lnTo>
                  <a:lnTo>
                    <a:pt x="22" y="103"/>
                  </a:lnTo>
                  <a:lnTo>
                    <a:pt x="22" y="104"/>
                  </a:lnTo>
                  <a:lnTo>
                    <a:pt x="21" y="106"/>
                  </a:lnTo>
                  <a:lnTo>
                    <a:pt x="21" y="105"/>
                  </a:lnTo>
                  <a:lnTo>
                    <a:pt x="18" y="105"/>
                  </a:lnTo>
                  <a:lnTo>
                    <a:pt x="18" y="106"/>
                  </a:lnTo>
                  <a:lnTo>
                    <a:pt x="14" y="106"/>
                  </a:lnTo>
                  <a:lnTo>
                    <a:pt x="13" y="105"/>
                  </a:lnTo>
                  <a:lnTo>
                    <a:pt x="14" y="93"/>
                  </a:lnTo>
                  <a:lnTo>
                    <a:pt x="13" y="92"/>
                  </a:lnTo>
                  <a:lnTo>
                    <a:pt x="12" y="90"/>
                  </a:lnTo>
                  <a:lnTo>
                    <a:pt x="11" y="88"/>
                  </a:lnTo>
                  <a:lnTo>
                    <a:pt x="11" y="87"/>
                  </a:lnTo>
                  <a:lnTo>
                    <a:pt x="11" y="84"/>
                  </a:lnTo>
                  <a:lnTo>
                    <a:pt x="11" y="83"/>
                  </a:lnTo>
                  <a:lnTo>
                    <a:pt x="11" y="80"/>
                  </a:lnTo>
                  <a:lnTo>
                    <a:pt x="10" y="80"/>
                  </a:lnTo>
                  <a:lnTo>
                    <a:pt x="8" y="76"/>
                  </a:lnTo>
                  <a:lnTo>
                    <a:pt x="7" y="75"/>
                  </a:lnTo>
                  <a:lnTo>
                    <a:pt x="8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8" y="71"/>
                  </a:lnTo>
                  <a:lnTo>
                    <a:pt x="7" y="69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8" y="65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11" y="59"/>
                  </a:lnTo>
                  <a:lnTo>
                    <a:pt x="13" y="59"/>
                  </a:lnTo>
                  <a:lnTo>
                    <a:pt x="16" y="60"/>
                  </a:lnTo>
                  <a:lnTo>
                    <a:pt x="17" y="60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8" y="57"/>
                  </a:lnTo>
                  <a:lnTo>
                    <a:pt x="17" y="57"/>
                  </a:lnTo>
                  <a:lnTo>
                    <a:pt x="14" y="56"/>
                  </a:lnTo>
                  <a:lnTo>
                    <a:pt x="15" y="55"/>
                  </a:lnTo>
                  <a:lnTo>
                    <a:pt x="12" y="54"/>
                  </a:lnTo>
                  <a:lnTo>
                    <a:pt x="11" y="54"/>
                  </a:lnTo>
                  <a:lnTo>
                    <a:pt x="11" y="53"/>
                  </a:lnTo>
                  <a:lnTo>
                    <a:pt x="13" y="53"/>
                  </a:lnTo>
                  <a:lnTo>
                    <a:pt x="13" y="52"/>
                  </a:lnTo>
                  <a:lnTo>
                    <a:pt x="12" y="51"/>
                  </a:lnTo>
                  <a:lnTo>
                    <a:pt x="11" y="51"/>
                  </a:lnTo>
                  <a:lnTo>
                    <a:pt x="9" y="50"/>
                  </a:lnTo>
                  <a:lnTo>
                    <a:pt x="7" y="48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5" y="46"/>
                  </a:lnTo>
                  <a:lnTo>
                    <a:pt x="6" y="43"/>
                  </a:lnTo>
                  <a:lnTo>
                    <a:pt x="5" y="43"/>
                  </a:lnTo>
                  <a:lnTo>
                    <a:pt x="5" y="41"/>
                  </a:lnTo>
                  <a:lnTo>
                    <a:pt x="4" y="39"/>
                  </a:lnTo>
                  <a:lnTo>
                    <a:pt x="2" y="38"/>
                  </a:lnTo>
                  <a:lnTo>
                    <a:pt x="2" y="37"/>
                  </a:lnTo>
                  <a:lnTo>
                    <a:pt x="1" y="35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583036" y="3555734"/>
              <a:ext cx="935777" cy="847534"/>
            </a:xfrm>
            <a:custGeom>
              <a:avLst/>
              <a:gdLst>
                <a:gd name="T0" fmla="*/ 2147483647 w 83"/>
                <a:gd name="T1" fmla="*/ 2147483647 h 77"/>
                <a:gd name="T2" fmla="*/ 2147483647 w 83"/>
                <a:gd name="T3" fmla="*/ 2147483647 h 77"/>
                <a:gd name="T4" fmla="*/ 2147483647 w 83"/>
                <a:gd name="T5" fmla="*/ 2147483647 h 77"/>
                <a:gd name="T6" fmla="*/ 2147483647 w 83"/>
                <a:gd name="T7" fmla="*/ 2147483647 h 77"/>
                <a:gd name="T8" fmla="*/ 2147483647 w 83"/>
                <a:gd name="T9" fmla="*/ 2147483647 h 77"/>
                <a:gd name="T10" fmla="*/ 2147483647 w 83"/>
                <a:gd name="T11" fmla="*/ 2147483647 h 77"/>
                <a:gd name="T12" fmla="*/ 2147483647 w 83"/>
                <a:gd name="T13" fmla="*/ 2147483647 h 77"/>
                <a:gd name="T14" fmla="*/ 2147483647 w 83"/>
                <a:gd name="T15" fmla="*/ 2147483647 h 77"/>
                <a:gd name="T16" fmla="*/ 2147483647 w 83"/>
                <a:gd name="T17" fmla="*/ 2147483647 h 77"/>
                <a:gd name="T18" fmla="*/ 2147483647 w 83"/>
                <a:gd name="T19" fmla="*/ 2147483647 h 77"/>
                <a:gd name="T20" fmla="*/ 2147483647 w 83"/>
                <a:gd name="T21" fmla="*/ 2147483647 h 77"/>
                <a:gd name="T22" fmla="*/ 2147483647 w 83"/>
                <a:gd name="T23" fmla="*/ 2147483647 h 77"/>
                <a:gd name="T24" fmla="*/ 2147483647 w 83"/>
                <a:gd name="T25" fmla="*/ 2147483647 h 77"/>
                <a:gd name="T26" fmla="*/ 2147483647 w 83"/>
                <a:gd name="T27" fmla="*/ 2147483647 h 77"/>
                <a:gd name="T28" fmla="*/ 2147483647 w 83"/>
                <a:gd name="T29" fmla="*/ 2147483647 h 77"/>
                <a:gd name="T30" fmla="*/ 2147483647 w 83"/>
                <a:gd name="T31" fmla="*/ 2147483647 h 77"/>
                <a:gd name="T32" fmla="*/ 2147483647 w 83"/>
                <a:gd name="T33" fmla="*/ 2147483647 h 77"/>
                <a:gd name="T34" fmla="*/ 2147483647 w 83"/>
                <a:gd name="T35" fmla="*/ 2147483647 h 77"/>
                <a:gd name="T36" fmla="*/ 2147483647 w 83"/>
                <a:gd name="T37" fmla="*/ 2147483647 h 77"/>
                <a:gd name="T38" fmla="*/ 2147483647 w 83"/>
                <a:gd name="T39" fmla="*/ 2147483647 h 77"/>
                <a:gd name="T40" fmla="*/ 2147483647 w 83"/>
                <a:gd name="T41" fmla="*/ 2147483647 h 77"/>
                <a:gd name="T42" fmla="*/ 2147483647 w 83"/>
                <a:gd name="T43" fmla="*/ 2147483647 h 77"/>
                <a:gd name="T44" fmla="*/ 2147483647 w 83"/>
                <a:gd name="T45" fmla="*/ 2147483647 h 77"/>
                <a:gd name="T46" fmla="*/ 2147483647 w 83"/>
                <a:gd name="T47" fmla="*/ 2147483647 h 77"/>
                <a:gd name="T48" fmla="*/ 2147483647 w 83"/>
                <a:gd name="T49" fmla="*/ 2147483647 h 77"/>
                <a:gd name="T50" fmla="*/ 2147483647 w 83"/>
                <a:gd name="T51" fmla="*/ 2147483647 h 77"/>
                <a:gd name="T52" fmla="*/ 2147483647 w 83"/>
                <a:gd name="T53" fmla="*/ 2147483647 h 77"/>
                <a:gd name="T54" fmla="*/ 2147483647 w 83"/>
                <a:gd name="T55" fmla="*/ 2147483647 h 77"/>
                <a:gd name="T56" fmla="*/ 2147483647 w 83"/>
                <a:gd name="T57" fmla="*/ 2147483647 h 77"/>
                <a:gd name="T58" fmla="*/ 2147483647 w 83"/>
                <a:gd name="T59" fmla="*/ 2147483647 h 77"/>
                <a:gd name="T60" fmla="*/ 2147483647 w 83"/>
                <a:gd name="T61" fmla="*/ 2147483647 h 77"/>
                <a:gd name="T62" fmla="*/ 2147483647 w 83"/>
                <a:gd name="T63" fmla="*/ 2147483647 h 77"/>
                <a:gd name="T64" fmla="*/ 2147483647 w 83"/>
                <a:gd name="T65" fmla="*/ 2147483647 h 77"/>
                <a:gd name="T66" fmla="*/ 2147483647 w 83"/>
                <a:gd name="T67" fmla="*/ 2147483647 h 77"/>
                <a:gd name="T68" fmla="*/ 2147483647 w 83"/>
                <a:gd name="T69" fmla="*/ 2147483647 h 77"/>
                <a:gd name="T70" fmla="*/ 2147483647 w 83"/>
                <a:gd name="T71" fmla="*/ 2147483647 h 77"/>
                <a:gd name="T72" fmla="*/ 2147483647 w 83"/>
                <a:gd name="T73" fmla="*/ 2147483647 h 77"/>
                <a:gd name="T74" fmla="*/ 2147483647 w 83"/>
                <a:gd name="T75" fmla="*/ 2147483647 h 77"/>
                <a:gd name="T76" fmla="*/ 2147483647 w 83"/>
                <a:gd name="T77" fmla="*/ 2147483647 h 77"/>
                <a:gd name="T78" fmla="*/ 2147483647 w 83"/>
                <a:gd name="T79" fmla="*/ 2147483647 h 77"/>
                <a:gd name="T80" fmla="*/ 2147483647 w 83"/>
                <a:gd name="T81" fmla="*/ 2147483647 h 77"/>
                <a:gd name="T82" fmla="*/ 2147483647 w 83"/>
                <a:gd name="T83" fmla="*/ 2147483647 h 77"/>
                <a:gd name="T84" fmla="*/ 2147483647 w 83"/>
                <a:gd name="T85" fmla="*/ 2147483647 h 77"/>
                <a:gd name="T86" fmla="*/ 2147483647 w 83"/>
                <a:gd name="T87" fmla="*/ 2147483647 h 77"/>
                <a:gd name="T88" fmla="*/ 2147483647 w 83"/>
                <a:gd name="T89" fmla="*/ 2147483647 h 77"/>
                <a:gd name="T90" fmla="*/ 2147483647 w 83"/>
                <a:gd name="T91" fmla="*/ 2147483647 h 77"/>
                <a:gd name="T92" fmla="*/ 2147483647 w 83"/>
                <a:gd name="T93" fmla="*/ 2147483647 h 77"/>
                <a:gd name="T94" fmla="*/ 2147483647 w 83"/>
                <a:gd name="T95" fmla="*/ 2147483647 h 77"/>
                <a:gd name="T96" fmla="*/ 2147483647 w 83"/>
                <a:gd name="T97" fmla="*/ 2147483647 h 77"/>
                <a:gd name="T98" fmla="*/ 2147483647 w 83"/>
                <a:gd name="T99" fmla="*/ 2147483647 h 77"/>
                <a:gd name="T100" fmla="*/ 2147483647 w 83"/>
                <a:gd name="T101" fmla="*/ 2147483647 h 77"/>
                <a:gd name="T102" fmla="*/ 2147483647 w 83"/>
                <a:gd name="T103" fmla="*/ 0 h 77"/>
                <a:gd name="T104" fmla="*/ 2147483647 w 83"/>
                <a:gd name="T105" fmla="*/ 2147483647 h 77"/>
                <a:gd name="T106" fmla="*/ 2147483647 w 83"/>
                <a:gd name="T107" fmla="*/ 2147483647 h 77"/>
                <a:gd name="T108" fmla="*/ 2147483647 w 83"/>
                <a:gd name="T109" fmla="*/ 2147483647 h 77"/>
                <a:gd name="T110" fmla="*/ 2147483647 w 83"/>
                <a:gd name="T111" fmla="*/ 2147483647 h 77"/>
                <a:gd name="T112" fmla="*/ 2147483647 w 83"/>
                <a:gd name="T113" fmla="*/ 2147483647 h 77"/>
                <a:gd name="T114" fmla="*/ 2147483647 w 83"/>
                <a:gd name="T115" fmla="*/ 2147483647 h 77"/>
                <a:gd name="T116" fmla="*/ 2147483647 w 83"/>
                <a:gd name="T117" fmla="*/ 2147483647 h 7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3" h="77">
                  <a:moveTo>
                    <a:pt x="0" y="31"/>
                  </a:moveTo>
                  <a:lnTo>
                    <a:pt x="0" y="32"/>
                  </a:lnTo>
                  <a:lnTo>
                    <a:pt x="1" y="32"/>
                  </a:lnTo>
                  <a:lnTo>
                    <a:pt x="2" y="33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4" y="41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42"/>
                  </a:lnTo>
                  <a:lnTo>
                    <a:pt x="7" y="42"/>
                  </a:lnTo>
                  <a:lnTo>
                    <a:pt x="7" y="43"/>
                  </a:lnTo>
                  <a:lnTo>
                    <a:pt x="9" y="43"/>
                  </a:lnTo>
                  <a:lnTo>
                    <a:pt x="11" y="46"/>
                  </a:lnTo>
                  <a:lnTo>
                    <a:pt x="12" y="47"/>
                  </a:lnTo>
                  <a:lnTo>
                    <a:pt x="12" y="48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6" y="46"/>
                  </a:lnTo>
                  <a:lnTo>
                    <a:pt x="18" y="45"/>
                  </a:lnTo>
                  <a:lnTo>
                    <a:pt x="19" y="43"/>
                  </a:lnTo>
                  <a:lnTo>
                    <a:pt x="19" y="41"/>
                  </a:lnTo>
                  <a:lnTo>
                    <a:pt x="20" y="41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4"/>
                  </a:lnTo>
                  <a:lnTo>
                    <a:pt x="22" y="45"/>
                  </a:lnTo>
                  <a:lnTo>
                    <a:pt x="23" y="46"/>
                  </a:lnTo>
                  <a:lnTo>
                    <a:pt x="22" y="47"/>
                  </a:lnTo>
                  <a:lnTo>
                    <a:pt x="21" y="48"/>
                  </a:lnTo>
                  <a:lnTo>
                    <a:pt x="21" y="49"/>
                  </a:lnTo>
                  <a:lnTo>
                    <a:pt x="21" y="50"/>
                  </a:lnTo>
                  <a:lnTo>
                    <a:pt x="22" y="51"/>
                  </a:lnTo>
                  <a:lnTo>
                    <a:pt x="22" y="52"/>
                  </a:lnTo>
                  <a:lnTo>
                    <a:pt x="23" y="52"/>
                  </a:lnTo>
                  <a:lnTo>
                    <a:pt x="23" y="54"/>
                  </a:lnTo>
                  <a:lnTo>
                    <a:pt x="23" y="55"/>
                  </a:lnTo>
                  <a:lnTo>
                    <a:pt x="22" y="58"/>
                  </a:lnTo>
                  <a:lnTo>
                    <a:pt x="21" y="61"/>
                  </a:lnTo>
                  <a:lnTo>
                    <a:pt x="20" y="62"/>
                  </a:lnTo>
                  <a:lnTo>
                    <a:pt x="20" y="63"/>
                  </a:lnTo>
                  <a:lnTo>
                    <a:pt x="20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3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8" y="66"/>
                  </a:lnTo>
                  <a:lnTo>
                    <a:pt x="30" y="68"/>
                  </a:lnTo>
                  <a:lnTo>
                    <a:pt x="31" y="69"/>
                  </a:lnTo>
                  <a:lnTo>
                    <a:pt x="32" y="69"/>
                  </a:lnTo>
                  <a:lnTo>
                    <a:pt x="33" y="70"/>
                  </a:lnTo>
                  <a:lnTo>
                    <a:pt x="34" y="71"/>
                  </a:lnTo>
                  <a:lnTo>
                    <a:pt x="35" y="71"/>
                  </a:lnTo>
                  <a:lnTo>
                    <a:pt x="36" y="72"/>
                  </a:lnTo>
                  <a:lnTo>
                    <a:pt x="37" y="71"/>
                  </a:lnTo>
                  <a:lnTo>
                    <a:pt x="38" y="69"/>
                  </a:lnTo>
                  <a:lnTo>
                    <a:pt x="41" y="68"/>
                  </a:lnTo>
                  <a:lnTo>
                    <a:pt x="42" y="68"/>
                  </a:lnTo>
                  <a:lnTo>
                    <a:pt x="43" y="68"/>
                  </a:lnTo>
                  <a:lnTo>
                    <a:pt x="44" y="68"/>
                  </a:lnTo>
                  <a:lnTo>
                    <a:pt x="44" y="69"/>
                  </a:lnTo>
                  <a:lnTo>
                    <a:pt x="45" y="69"/>
                  </a:lnTo>
                  <a:lnTo>
                    <a:pt x="48" y="72"/>
                  </a:lnTo>
                  <a:lnTo>
                    <a:pt x="49" y="72"/>
                  </a:lnTo>
                  <a:lnTo>
                    <a:pt x="51" y="72"/>
                  </a:lnTo>
                  <a:lnTo>
                    <a:pt x="52" y="72"/>
                  </a:lnTo>
                  <a:lnTo>
                    <a:pt x="53" y="72"/>
                  </a:lnTo>
                  <a:lnTo>
                    <a:pt x="53" y="71"/>
                  </a:lnTo>
                  <a:lnTo>
                    <a:pt x="53" y="70"/>
                  </a:lnTo>
                  <a:lnTo>
                    <a:pt x="54" y="70"/>
                  </a:lnTo>
                  <a:lnTo>
                    <a:pt x="55" y="70"/>
                  </a:lnTo>
                  <a:lnTo>
                    <a:pt x="56" y="72"/>
                  </a:lnTo>
                  <a:lnTo>
                    <a:pt x="58" y="72"/>
                  </a:lnTo>
                  <a:lnTo>
                    <a:pt x="59" y="72"/>
                  </a:lnTo>
                  <a:lnTo>
                    <a:pt x="60" y="72"/>
                  </a:lnTo>
                  <a:lnTo>
                    <a:pt x="60" y="73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1" y="71"/>
                  </a:lnTo>
                  <a:lnTo>
                    <a:pt x="61" y="70"/>
                  </a:lnTo>
                  <a:lnTo>
                    <a:pt x="62" y="68"/>
                  </a:lnTo>
                  <a:lnTo>
                    <a:pt x="63" y="68"/>
                  </a:lnTo>
                  <a:lnTo>
                    <a:pt x="64" y="68"/>
                  </a:lnTo>
                  <a:lnTo>
                    <a:pt x="65" y="68"/>
                  </a:lnTo>
                  <a:lnTo>
                    <a:pt x="66" y="70"/>
                  </a:lnTo>
                  <a:lnTo>
                    <a:pt x="67" y="73"/>
                  </a:lnTo>
                  <a:lnTo>
                    <a:pt x="69" y="77"/>
                  </a:lnTo>
                  <a:lnTo>
                    <a:pt x="70" y="75"/>
                  </a:lnTo>
                  <a:lnTo>
                    <a:pt x="71" y="74"/>
                  </a:lnTo>
                  <a:lnTo>
                    <a:pt x="72" y="74"/>
                  </a:lnTo>
                  <a:lnTo>
                    <a:pt x="73" y="75"/>
                  </a:lnTo>
                  <a:lnTo>
                    <a:pt x="73" y="76"/>
                  </a:lnTo>
                  <a:lnTo>
                    <a:pt x="74" y="76"/>
                  </a:lnTo>
                  <a:lnTo>
                    <a:pt x="75" y="76"/>
                  </a:lnTo>
                  <a:lnTo>
                    <a:pt x="76" y="76"/>
                  </a:lnTo>
                  <a:lnTo>
                    <a:pt x="77" y="76"/>
                  </a:lnTo>
                  <a:lnTo>
                    <a:pt x="78" y="76"/>
                  </a:lnTo>
                  <a:lnTo>
                    <a:pt x="79" y="77"/>
                  </a:lnTo>
                  <a:lnTo>
                    <a:pt x="79" y="76"/>
                  </a:lnTo>
                  <a:lnTo>
                    <a:pt x="80" y="76"/>
                  </a:lnTo>
                  <a:lnTo>
                    <a:pt x="80" y="74"/>
                  </a:lnTo>
                  <a:lnTo>
                    <a:pt x="79" y="73"/>
                  </a:lnTo>
                  <a:lnTo>
                    <a:pt x="81" y="72"/>
                  </a:lnTo>
                  <a:lnTo>
                    <a:pt x="82" y="72"/>
                  </a:lnTo>
                  <a:lnTo>
                    <a:pt x="82" y="71"/>
                  </a:lnTo>
                  <a:lnTo>
                    <a:pt x="81" y="70"/>
                  </a:lnTo>
                  <a:lnTo>
                    <a:pt x="80" y="69"/>
                  </a:lnTo>
                  <a:lnTo>
                    <a:pt x="80" y="68"/>
                  </a:lnTo>
                  <a:lnTo>
                    <a:pt x="81" y="67"/>
                  </a:lnTo>
                  <a:lnTo>
                    <a:pt x="82" y="66"/>
                  </a:lnTo>
                  <a:lnTo>
                    <a:pt x="83" y="65"/>
                  </a:lnTo>
                  <a:lnTo>
                    <a:pt x="83" y="64"/>
                  </a:lnTo>
                  <a:lnTo>
                    <a:pt x="82" y="63"/>
                  </a:lnTo>
                  <a:lnTo>
                    <a:pt x="82" y="61"/>
                  </a:lnTo>
                  <a:lnTo>
                    <a:pt x="82" y="60"/>
                  </a:lnTo>
                  <a:lnTo>
                    <a:pt x="78" y="60"/>
                  </a:lnTo>
                  <a:lnTo>
                    <a:pt x="80" y="60"/>
                  </a:lnTo>
                  <a:lnTo>
                    <a:pt x="81" y="58"/>
                  </a:lnTo>
                  <a:lnTo>
                    <a:pt x="80" y="56"/>
                  </a:lnTo>
                  <a:lnTo>
                    <a:pt x="82" y="55"/>
                  </a:lnTo>
                  <a:lnTo>
                    <a:pt x="82" y="54"/>
                  </a:lnTo>
                  <a:lnTo>
                    <a:pt x="80" y="53"/>
                  </a:lnTo>
                  <a:lnTo>
                    <a:pt x="81" y="51"/>
                  </a:lnTo>
                  <a:lnTo>
                    <a:pt x="74" y="51"/>
                  </a:lnTo>
                  <a:lnTo>
                    <a:pt x="71" y="51"/>
                  </a:lnTo>
                  <a:lnTo>
                    <a:pt x="68" y="50"/>
                  </a:lnTo>
                  <a:lnTo>
                    <a:pt x="67" y="51"/>
                  </a:lnTo>
                  <a:lnTo>
                    <a:pt x="65" y="50"/>
                  </a:lnTo>
                  <a:lnTo>
                    <a:pt x="64" y="50"/>
                  </a:lnTo>
                  <a:lnTo>
                    <a:pt x="63" y="50"/>
                  </a:lnTo>
                  <a:lnTo>
                    <a:pt x="62" y="49"/>
                  </a:lnTo>
                  <a:lnTo>
                    <a:pt x="62" y="47"/>
                  </a:lnTo>
                  <a:lnTo>
                    <a:pt x="61" y="45"/>
                  </a:lnTo>
                  <a:lnTo>
                    <a:pt x="58" y="44"/>
                  </a:lnTo>
                  <a:lnTo>
                    <a:pt x="57" y="43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6"/>
                  </a:lnTo>
                  <a:lnTo>
                    <a:pt x="50" y="43"/>
                  </a:lnTo>
                  <a:lnTo>
                    <a:pt x="47" y="42"/>
                  </a:lnTo>
                  <a:lnTo>
                    <a:pt x="46" y="41"/>
                  </a:lnTo>
                  <a:lnTo>
                    <a:pt x="47" y="38"/>
                  </a:lnTo>
                  <a:lnTo>
                    <a:pt x="48" y="38"/>
                  </a:lnTo>
                  <a:lnTo>
                    <a:pt x="49" y="35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44" y="31"/>
                  </a:lnTo>
                  <a:lnTo>
                    <a:pt x="41" y="31"/>
                  </a:lnTo>
                  <a:lnTo>
                    <a:pt x="41" y="32"/>
                  </a:lnTo>
                  <a:lnTo>
                    <a:pt x="37" y="32"/>
                  </a:lnTo>
                  <a:lnTo>
                    <a:pt x="36" y="31"/>
                  </a:lnTo>
                  <a:lnTo>
                    <a:pt x="37" y="27"/>
                  </a:lnTo>
                  <a:lnTo>
                    <a:pt x="37" y="19"/>
                  </a:lnTo>
                  <a:lnTo>
                    <a:pt x="36" y="18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4" y="13"/>
                  </a:lnTo>
                  <a:lnTo>
                    <a:pt x="34" y="10"/>
                  </a:lnTo>
                  <a:lnTo>
                    <a:pt x="34" y="9"/>
                  </a:lnTo>
                  <a:lnTo>
                    <a:pt x="34" y="6"/>
                  </a:lnTo>
                  <a:lnTo>
                    <a:pt x="33" y="6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29" y="3"/>
                  </a:lnTo>
                  <a:lnTo>
                    <a:pt x="27" y="4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6" y="7"/>
                  </a:lnTo>
                  <a:lnTo>
                    <a:pt x="25" y="9"/>
                  </a:lnTo>
                  <a:lnTo>
                    <a:pt x="23" y="8"/>
                  </a:lnTo>
                  <a:lnTo>
                    <a:pt x="22" y="9"/>
                  </a:lnTo>
                  <a:lnTo>
                    <a:pt x="22" y="11"/>
                  </a:lnTo>
                  <a:lnTo>
                    <a:pt x="23" y="14"/>
                  </a:lnTo>
                  <a:lnTo>
                    <a:pt x="19" y="18"/>
                  </a:lnTo>
                  <a:lnTo>
                    <a:pt x="18" y="20"/>
                  </a:lnTo>
                  <a:lnTo>
                    <a:pt x="13" y="25"/>
                  </a:lnTo>
                  <a:lnTo>
                    <a:pt x="12" y="26"/>
                  </a:lnTo>
                  <a:lnTo>
                    <a:pt x="9" y="27"/>
                  </a:lnTo>
                  <a:lnTo>
                    <a:pt x="7" y="27"/>
                  </a:lnTo>
                  <a:lnTo>
                    <a:pt x="5" y="27"/>
                  </a:lnTo>
                  <a:lnTo>
                    <a:pt x="3" y="28"/>
                  </a:lnTo>
                  <a:lnTo>
                    <a:pt x="2" y="29"/>
                  </a:lnTo>
                  <a:lnTo>
                    <a:pt x="1" y="3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4661957" y="4249171"/>
              <a:ext cx="529898" cy="495312"/>
            </a:xfrm>
            <a:custGeom>
              <a:avLst/>
              <a:gdLst>
                <a:gd name="T0" fmla="*/ 2147483647 w 47"/>
                <a:gd name="T1" fmla="*/ 2147483647 h 45"/>
                <a:gd name="T2" fmla="*/ 2147483647 w 47"/>
                <a:gd name="T3" fmla="*/ 2147483647 h 45"/>
                <a:gd name="T4" fmla="*/ 2147483647 w 47"/>
                <a:gd name="T5" fmla="*/ 2147483647 h 45"/>
                <a:gd name="T6" fmla="*/ 2147483647 w 47"/>
                <a:gd name="T7" fmla="*/ 2147483647 h 45"/>
                <a:gd name="T8" fmla="*/ 2147483647 w 47"/>
                <a:gd name="T9" fmla="*/ 2147483647 h 45"/>
                <a:gd name="T10" fmla="*/ 2147483647 w 47"/>
                <a:gd name="T11" fmla="*/ 2147483647 h 45"/>
                <a:gd name="T12" fmla="*/ 2147483647 w 47"/>
                <a:gd name="T13" fmla="*/ 2147483647 h 45"/>
                <a:gd name="T14" fmla="*/ 2147483647 w 47"/>
                <a:gd name="T15" fmla="*/ 2147483647 h 45"/>
                <a:gd name="T16" fmla="*/ 2147483647 w 47"/>
                <a:gd name="T17" fmla="*/ 2147483647 h 45"/>
                <a:gd name="T18" fmla="*/ 2147483647 w 47"/>
                <a:gd name="T19" fmla="*/ 2147483647 h 45"/>
                <a:gd name="T20" fmla="*/ 2147483647 w 47"/>
                <a:gd name="T21" fmla="*/ 0 h 45"/>
                <a:gd name="T22" fmla="*/ 2147483647 w 47"/>
                <a:gd name="T23" fmla="*/ 2147483647 h 45"/>
                <a:gd name="T24" fmla="*/ 2147483647 w 47"/>
                <a:gd name="T25" fmla="*/ 2147483647 h 45"/>
                <a:gd name="T26" fmla="*/ 2147483647 w 47"/>
                <a:gd name="T27" fmla="*/ 2147483647 h 45"/>
                <a:gd name="T28" fmla="*/ 2147483647 w 47"/>
                <a:gd name="T29" fmla="*/ 2147483647 h 45"/>
                <a:gd name="T30" fmla="*/ 2147483647 w 47"/>
                <a:gd name="T31" fmla="*/ 2147483647 h 45"/>
                <a:gd name="T32" fmla="*/ 2147483647 w 47"/>
                <a:gd name="T33" fmla="*/ 2147483647 h 45"/>
                <a:gd name="T34" fmla="*/ 2147483647 w 47"/>
                <a:gd name="T35" fmla="*/ 2147483647 h 45"/>
                <a:gd name="T36" fmla="*/ 2147483647 w 47"/>
                <a:gd name="T37" fmla="*/ 2147483647 h 45"/>
                <a:gd name="T38" fmla="*/ 2147483647 w 47"/>
                <a:gd name="T39" fmla="*/ 2147483647 h 45"/>
                <a:gd name="T40" fmla="*/ 2147483647 w 47"/>
                <a:gd name="T41" fmla="*/ 2147483647 h 45"/>
                <a:gd name="T42" fmla="*/ 2147483647 w 47"/>
                <a:gd name="T43" fmla="*/ 2147483647 h 45"/>
                <a:gd name="T44" fmla="*/ 2147483647 w 47"/>
                <a:gd name="T45" fmla="*/ 2147483647 h 45"/>
                <a:gd name="T46" fmla="*/ 2147483647 w 47"/>
                <a:gd name="T47" fmla="*/ 2147483647 h 45"/>
                <a:gd name="T48" fmla="*/ 2147483647 w 47"/>
                <a:gd name="T49" fmla="*/ 2147483647 h 45"/>
                <a:gd name="T50" fmla="*/ 2147483647 w 47"/>
                <a:gd name="T51" fmla="*/ 2147483647 h 45"/>
                <a:gd name="T52" fmla="*/ 2147483647 w 47"/>
                <a:gd name="T53" fmla="*/ 2147483647 h 45"/>
                <a:gd name="T54" fmla="*/ 2147483647 w 47"/>
                <a:gd name="T55" fmla="*/ 2147483647 h 45"/>
                <a:gd name="T56" fmla="*/ 2147483647 w 47"/>
                <a:gd name="T57" fmla="*/ 2147483647 h 45"/>
                <a:gd name="T58" fmla="*/ 2147483647 w 47"/>
                <a:gd name="T59" fmla="*/ 2147483647 h 45"/>
                <a:gd name="T60" fmla="*/ 2147483647 w 47"/>
                <a:gd name="T61" fmla="*/ 2147483647 h 45"/>
                <a:gd name="T62" fmla="*/ 2147483647 w 47"/>
                <a:gd name="T63" fmla="*/ 2147483647 h 45"/>
                <a:gd name="T64" fmla="*/ 2147483647 w 47"/>
                <a:gd name="T65" fmla="*/ 2147483647 h 45"/>
                <a:gd name="T66" fmla="*/ 2147483647 w 47"/>
                <a:gd name="T67" fmla="*/ 2147483647 h 45"/>
                <a:gd name="T68" fmla="*/ 2147483647 w 47"/>
                <a:gd name="T69" fmla="*/ 2147483647 h 45"/>
                <a:gd name="T70" fmla="*/ 2147483647 w 47"/>
                <a:gd name="T71" fmla="*/ 2147483647 h 45"/>
                <a:gd name="T72" fmla="*/ 2147483647 w 47"/>
                <a:gd name="T73" fmla="*/ 2147483647 h 45"/>
                <a:gd name="T74" fmla="*/ 2147483647 w 47"/>
                <a:gd name="T75" fmla="*/ 2147483647 h 45"/>
                <a:gd name="T76" fmla="*/ 2147483647 w 47"/>
                <a:gd name="T77" fmla="*/ 2147483647 h 45"/>
                <a:gd name="T78" fmla="*/ 2147483647 w 47"/>
                <a:gd name="T79" fmla="*/ 2147483647 h 45"/>
                <a:gd name="T80" fmla="*/ 2147483647 w 47"/>
                <a:gd name="T81" fmla="*/ 2147483647 h 45"/>
                <a:gd name="T82" fmla="*/ 2147483647 w 47"/>
                <a:gd name="T83" fmla="*/ 2147483647 h 45"/>
                <a:gd name="T84" fmla="*/ 2147483647 w 47"/>
                <a:gd name="T85" fmla="*/ 2147483647 h 45"/>
                <a:gd name="T86" fmla="*/ 2147483647 w 47"/>
                <a:gd name="T87" fmla="*/ 2147483647 h 45"/>
                <a:gd name="T88" fmla="*/ 2147483647 w 47"/>
                <a:gd name="T89" fmla="*/ 2147483647 h 45"/>
                <a:gd name="T90" fmla="*/ 2147483647 w 47"/>
                <a:gd name="T91" fmla="*/ 2147483647 h 45"/>
                <a:gd name="T92" fmla="*/ 2147483647 w 47"/>
                <a:gd name="T93" fmla="*/ 2147483647 h 45"/>
                <a:gd name="T94" fmla="*/ 2147483647 w 47"/>
                <a:gd name="T95" fmla="*/ 2147483647 h 45"/>
                <a:gd name="T96" fmla="*/ 2147483647 w 47"/>
                <a:gd name="T97" fmla="*/ 2147483647 h 45"/>
                <a:gd name="T98" fmla="*/ 2147483647 w 47"/>
                <a:gd name="T99" fmla="*/ 2147483647 h 45"/>
                <a:gd name="T100" fmla="*/ 2147483647 w 47"/>
                <a:gd name="T101" fmla="*/ 2147483647 h 45"/>
                <a:gd name="T102" fmla="*/ 2147483647 w 47"/>
                <a:gd name="T103" fmla="*/ 2147483647 h 45"/>
                <a:gd name="T104" fmla="*/ 2147483647 w 47"/>
                <a:gd name="T105" fmla="*/ 2147483647 h 45"/>
                <a:gd name="T106" fmla="*/ 2147483647 w 47"/>
                <a:gd name="T107" fmla="*/ 2147483647 h 45"/>
                <a:gd name="T108" fmla="*/ 2147483647 w 47"/>
                <a:gd name="T109" fmla="*/ 2147483647 h 45"/>
                <a:gd name="T110" fmla="*/ 2147483647 w 47"/>
                <a:gd name="T111" fmla="*/ 2147483647 h 45"/>
                <a:gd name="T112" fmla="*/ 2147483647 w 47"/>
                <a:gd name="T113" fmla="*/ 2147483647 h 45"/>
                <a:gd name="T114" fmla="*/ 2147483647 w 47"/>
                <a:gd name="T115" fmla="*/ 2147483647 h 45"/>
                <a:gd name="T116" fmla="*/ 2147483647 w 47"/>
                <a:gd name="T117" fmla="*/ 2147483647 h 45"/>
                <a:gd name="T118" fmla="*/ 2147483647 w 47"/>
                <a:gd name="T119" fmla="*/ 2147483647 h 45"/>
                <a:gd name="T120" fmla="*/ 2147483647 w 47"/>
                <a:gd name="T121" fmla="*/ 2147483647 h 45"/>
                <a:gd name="T122" fmla="*/ 0 w 47"/>
                <a:gd name="T123" fmla="*/ 2147483647 h 4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7" h="45">
                  <a:moveTo>
                    <a:pt x="0" y="32"/>
                  </a:moveTo>
                  <a:lnTo>
                    <a:pt x="1" y="32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0" y="23"/>
                  </a:lnTo>
                  <a:lnTo>
                    <a:pt x="1" y="23"/>
                  </a:lnTo>
                  <a:lnTo>
                    <a:pt x="2" y="22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5" y="17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10" y="12"/>
                  </a:lnTo>
                  <a:lnTo>
                    <a:pt x="11" y="10"/>
                  </a:lnTo>
                  <a:lnTo>
                    <a:pt x="10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1" y="4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20" y="3"/>
                  </a:lnTo>
                  <a:lnTo>
                    <a:pt x="21" y="3"/>
                  </a:lnTo>
                  <a:lnTo>
                    <a:pt x="23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6" y="7"/>
                  </a:lnTo>
                  <a:lnTo>
                    <a:pt x="27" y="8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1" y="6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41" y="9"/>
                  </a:lnTo>
                  <a:lnTo>
                    <a:pt x="42" y="9"/>
                  </a:lnTo>
                  <a:lnTo>
                    <a:pt x="44" y="9"/>
                  </a:lnTo>
                  <a:lnTo>
                    <a:pt x="45" y="9"/>
                  </a:lnTo>
                  <a:lnTo>
                    <a:pt x="45" y="11"/>
                  </a:lnTo>
                  <a:lnTo>
                    <a:pt x="46" y="11"/>
                  </a:lnTo>
                  <a:lnTo>
                    <a:pt x="46" y="12"/>
                  </a:lnTo>
                  <a:lnTo>
                    <a:pt x="46" y="13"/>
                  </a:lnTo>
                  <a:lnTo>
                    <a:pt x="47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45" y="16"/>
                  </a:lnTo>
                  <a:lnTo>
                    <a:pt x="44" y="15"/>
                  </a:lnTo>
                  <a:lnTo>
                    <a:pt x="43" y="15"/>
                  </a:lnTo>
                  <a:lnTo>
                    <a:pt x="41" y="15"/>
                  </a:lnTo>
                  <a:lnTo>
                    <a:pt x="40" y="18"/>
                  </a:lnTo>
                  <a:lnTo>
                    <a:pt x="40" y="19"/>
                  </a:lnTo>
                  <a:lnTo>
                    <a:pt x="40" y="20"/>
                  </a:lnTo>
                  <a:lnTo>
                    <a:pt x="39" y="21"/>
                  </a:lnTo>
                  <a:lnTo>
                    <a:pt x="38" y="20"/>
                  </a:lnTo>
                  <a:lnTo>
                    <a:pt x="37" y="20"/>
                  </a:lnTo>
                  <a:lnTo>
                    <a:pt x="36" y="19"/>
                  </a:lnTo>
                  <a:lnTo>
                    <a:pt x="35" y="20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3" y="22"/>
                  </a:lnTo>
                  <a:lnTo>
                    <a:pt x="33" y="21"/>
                  </a:lnTo>
                  <a:lnTo>
                    <a:pt x="32" y="21"/>
                  </a:lnTo>
                  <a:lnTo>
                    <a:pt x="31" y="21"/>
                  </a:lnTo>
                  <a:lnTo>
                    <a:pt x="31" y="22"/>
                  </a:lnTo>
                  <a:lnTo>
                    <a:pt x="31" y="23"/>
                  </a:lnTo>
                  <a:lnTo>
                    <a:pt x="30" y="25"/>
                  </a:lnTo>
                  <a:lnTo>
                    <a:pt x="30" y="26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2" y="32"/>
                  </a:lnTo>
                  <a:lnTo>
                    <a:pt x="33" y="33"/>
                  </a:lnTo>
                  <a:lnTo>
                    <a:pt x="33" y="34"/>
                  </a:lnTo>
                  <a:lnTo>
                    <a:pt x="34" y="35"/>
                  </a:lnTo>
                  <a:lnTo>
                    <a:pt x="36" y="36"/>
                  </a:lnTo>
                  <a:lnTo>
                    <a:pt x="36" y="37"/>
                  </a:lnTo>
                  <a:lnTo>
                    <a:pt x="37" y="38"/>
                  </a:lnTo>
                  <a:lnTo>
                    <a:pt x="38" y="39"/>
                  </a:lnTo>
                  <a:lnTo>
                    <a:pt x="38" y="40"/>
                  </a:lnTo>
                  <a:lnTo>
                    <a:pt x="37" y="41"/>
                  </a:lnTo>
                  <a:lnTo>
                    <a:pt x="36" y="42"/>
                  </a:lnTo>
                  <a:lnTo>
                    <a:pt x="35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2" y="44"/>
                  </a:lnTo>
                  <a:lnTo>
                    <a:pt x="31" y="45"/>
                  </a:lnTo>
                  <a:lnTo>
                    <a:pt x="29" y="45"/>
                  </a:lnTo>
                  <a:lnTo>
                    <a:pt x="28" y="45"/>
                  </a:lnTo>
                  <a:lnTo>
                    <a:pt x="28" y="44"/>
                  </a:lnTo>
                  <a:lnTo>
                    <a:pt x="26" y="44"/>
                  </a:lnTo>
                  <a:lnTo>
                    <a:pt x="25" y="45"/>
                  </a:lnTo>
                  <a:lnTo>
                    <a:pt x="24" y="45"/>
                  </a:lnTo>
                  <a:lnTo>
                    <a:pt x="24" y="44"/>
                  </a:lnTo>
                  <a:lnTo>
                    <a:pt x="25" y="44"/>
                  </a:lnTo>
                  <a:lnTo>
                    <a:pt x="25" y="43"/>
                  </a:lnTo>
                  <a:lnTo>
                    <a:pt x="25" y="42"/>
                  </a:lnTo>
                  <a:lnTo>
                    <a:pt x="24" y="41"/>
                  </a:lnTo>
                  <a:lnTo>
                    <a:pt x="23" y="41"/>
                  </a:lnTo>
                  <a:lnTo>
                    <a:pt x="22" y="41"/>
                  </a:lnTo>
                  <a:lnTo>
                    <a:pt x="21" y="42"/>
                  </a:lnTo>
                  <a:lnTo>
                    <a:pt x="20" y="41"/>
                  </a:lnTo>
                  <a:lnTo>
                    <a:pt x="19" y="42"/>
                  </a:lnTo>
                  <a:lnTo>
                    <a:pt x="18" y="42"/>
                  </a:lnTo>
                  <a:lnTo>
                    <a:pt x="17" y="42"/>
                  </a:lnTo>
                  <a:lnTo>
                    <a:pt x="16" y="42"/>
                  </a:lnTo>
                  <a:lnTo>
                    <a:pt x="15" y="41"/>
                  </a:lnTo>
                  <a:lnTo>
                    <a:pt x="14" y="40"/>
                  </a:lnTo>
                  <a:lnTo>
                    <a:pt x="14" y="35"/>
                  </a:lnTo>
                  <a:lnTo>
                    <a:pt x="13" y="35"/>
                  </a:lnTo>
                  <a:lnTo>
                    <a:pt x="12" y="35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0" y="36"/>
                  </a:lnTo>
                  <a:lnTo>
                    <a:pt x="9" y="37"/>
                  </a:lnTo>
                  <a:lnTo>
                    <a:pt x="8" y="37"/>
                  </a:lnTo>
                  <a:lnTo>
                    <a:pt x="7" y="37"/>
                  </a:lnTo>
                  <a:lnTo>
                    <a:pt x="6" y="36"/>
                  </a:lnTo>
                  <a:lnTo>
                    <a:pt x="5" y="36"/>
                  </a:lnTo>
                  <a:lnTo>
                    <a:pt x="4" y="35"/>
                  </a:lnTo>
                  <a:lnTo>
                    <a:pt x="4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3760003" y="3940977"/>
              <a:ext cx="428428" cy="583367"/>
            </a:xfrm>
            <a:custGeom>
              <a:avLst/>
              <a:gdLst>
                <a:gd name="T0" fmla="*/ 2147483647 w 38"/>
                <a:gd name="T1" fmla="*/ 2147483647 h 53"/>
                <a:gd name="T2" fmla="*/ 2147483647 w 38"/>
                <a:gd name="T3" fmla="*/ 2147483647 h 53"/>
                <a:gd name="T4" fmla="*/ 2147483647 w 38"/>
                <a:gd name="T5" fmla="*/ 2147483647 h 53"/>
                <a:gd name="T6" fmla="*/ 2147483647 w 38"/>
                <a:gd name="T7" fmla="*/ 2147483647 h 53"/>
                <a:gd name="T8" fmla="*/ 2147483647 w 38"/>
                <a:gd name="T9" fmla="*/ 2147483647 h 53"/>
                <a:gd name="T10" fmla="*/ 2147483647 w 38"/>
                <a:gd name="T11" fmla="*/ 2147483647 h 53"/>
                <a:gd name="T12" fmla="*/ 2147483647 w 38"/>
                <a:gd name="T13" fmla="*/ 2147483647 h 53"/>
                <a:gd name="T14" fmla="*/ 2147483647 w 38"/>
                <a:gd name="T15" fmla="*/ 2147483647 h 53"/>
                <a:gd name="T16" fmla="*/ 2147483647 w 38"/>
                <a:gd name="T17" fmla="*/ 2147483647 h 53"/>
                <a:gd name="T18" fmla="*/ 2147483647 w 38"/>
                <a:gd name="T19" fmla="*/ 2147483647 h 53"/>
                <a:gd name="T20" fmla="*/ 2147483647 w 38"/>
                <a:gd name="T21" fmla="*/ 2147483647 h 53"/>
                <a:gd name="T22" fmla="*/ 2147483647 w 38"/>
                <a:gd name="T23" fmla="*/ 2147483647 h 53"/>
                <a:gd name="T24" fmla="*/ 2147483647 w 38"/>
                <a:gd name="T25" fmla="*/ 2147483647 h 53"/>
                <a:gd name="T26" fmla="*/ 2147483647 w 38"/>
                <a:gd name="T27" fmla="*/ 2147483647 h 53"/>
                <a:gd name="T28" fmla="*/ 2147483647 w 38"/>
                <a:gd name="T29" fmla="*/ 2147483647 h 53"/>
                <a:gd name="T30" fmla="*/ 2147483647 w 38"/>
                <a:gd name="T31" fmla="*/ 2147483647 h 53"/>
                <a:gd name="T32" fmla="*/ 2147483647 w 38"/>
                <a:gd name="T33" fmla="*/ 2147483647 h 53"/>
                <a:gd name="T34" fmla="*/ 2147483647 w 38"/>
                <a:gd name="T35" fmla="*/ 2147483647 h 53"/>
                <a:gd name="T36" fmla="*/ 2147483647 w 38"/>
                <a:gd name="T37" fmla="*/ 2147483647 h 53"/>
                <a:gd name="T38" fmla="*/ 2147483647 w 38"/>
                <a:gd name="T39" fmla="*/ 2147483647 h 53"/>
                <a:gd name="T40" fmla="*/ 2147483647 w 38"/>
                <a:gd name="T41" fmla="*/ 2147483647 h 53"/>
                <a:gd name="T42" fmla="*/ 2147483647 w 38"/>
                <a:gd name="T43" fmla="*/ 2147483647 h 53"/>
                <a:gd name="T44" fmla="*/ 2147483647 w 38"/>
                <a:gd name="T45" fmla="*/ 2147483647 h 53"/>
                <a:gd name="T46" fmla="*/ 2147483647 w 38"/>
                <a:gd name="T47" fmla="*/ 2147483647 h 53"/>
                <a:gd name="T48" fmla="*/ 2147483647 w 38"/>
                <a:gd name="T49" fmla="*/ 2147483647 h 53"/>
                <a:gd name="T50" fmla="*/ 2147483647 w 38"/>
                <a:gd name="T51" fmla="*/ 2147483647 h 53"/>
                <a:gd name="T52" fmla="*/ 2147483647 w 38"/>
                <a:gd name="T53" fmla="*/ 2147483647 h 53"/>
                <a:gd name="T54" fmla="*/ 2147483647 w 38"/>
                <a:gd name="T55" fmla="*/ 2147483647 h 53"/>
                <a:gd name="T56" fmla="*/ 2147483647 w 38"/>
                <a:gd name="T57" fmla="*/ 2147483647 h 53"/>
                <a:gd name="T58" fmla="*/ 2147483647 w 38"/>
                <a:gd name="T59" fmla="*/ 2147483647 h 53"/>
                <a:gd name="T60" fmla="*/ 2147483647 w 38"/>
                <a:gd name="T61" fmla="*/ 2147483647 h 53"/>
                <a:gd name="T62" fmla="*/ 2147483647 w 38"/>
                <a:gd name="T63" fmla="*/ 2147483647 h 53"/>
                <a:gd name="T64" fmla="*/ 2147483647 w 38"/>
                <a:gd name="T65" fmla="*/ 2147483647 h 53"/>
                <a:gd name="T66" fmla="*/ 2147483647 w 38"/>
                <a:gd name="T67" fmla="*/ 2147483647 h 53"/>
                <a:gd name="T68" fmla="*/ 2147483647 w 38"/>
                <a:gd name="T69" fmla="*/ 2147483647 h 53"/>
                <a:gd name="T70" fmla="*/ 2147483647 w 38"/>
                <a:gd name="T71" fmla="*/ 2147483647 h 53"/>
                <a:gd name="T72" fmla="*/ 2147483647 w 38"/>
                <a:gd name="T73" fmla="*/ 2147483647 h 53"/>
                <a:gd name="T74" fmla="*/ 2147483647 w 38"/>
                <a:gd name="T75" fmla="*/ 2147483647 h 53"/>
                <a:gd name="T76" fmla="*/ 2147483647 w 38"/>
                <a:gd name="T77" fmla="*/ 2147483647 h 53"/>
                <a:gd name="T78" fmla="*/ 2147483647 w 38"/>
                <a:gd name="T79" fmla="*/ 2147483647 h 53"/>
                <a:gd name="T80" fmla="*/ 2147483647 w 38"/>
                <a:gd name="T81" fmla="*/ 2147483647 h 53"/>
                <a:gd name="T82" fmla="*/ 2147483647 w 38"/>
                <a:gd name="T83" fmla="*/ 2147483647 h 53"/>
                <a:gd name="T84" fmla="*/ 2147483647 w 38"/>
                <a:gd name="T85" fmla="*/ 2147483647 h 53"/>
                <a:gd name="T86" fmla="*/ 2147483647 w 38"/>
                <a:gd name="T87" fmla="*/ 2147483647 h 53"/>
                <a:gd name="T88" fmla="*/ 2147483647 w 38"/>
                <a:gd name="T89" fmla="*/ 2147483647 h 53"/>
                <a:gd name="T90" fmla="*/ 2147483647 w 38"/>
                <a:gd name="T91" fmla="*/ 2147483647 h 53"/>
                <a:gd name="T92" fmla="*/ 2147483647 w 38"/>
                <a:gd name="T93" fmla="*/ 2147483647 h 53"/>
                <a:gd name="T94" fmla="*/ 0 w 38"/>
                <a:gd name="T95" fmla="*/ 2147483647 h 5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38" h="53">
                  <a:moveTo>
                    <a:pt x="0" y="9"/>
                  </a:moveTo>
                  <a:lnTo>
                    <a:pt x="1" y="10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6" y="29"/>
                  </a:lnTo>
                  <a:lnTo>
                    <a:pt x="6" y="30"/>
                  </a:lnTo>
                  <a:lnTo>
                    <a:pt x="7" y="31"/>
                  </a:lnTo>
                  <a:lnTo>
                    <a:pt x="8" y="32"/>
                  </a:lnTo>
                  <a:lnTo>
                    <a:pt x="9" y="32"/>
                  </a:lnTo>
                  <a:lnTo>
                    <a:pt x="10" y="33"/>
                  </a:lnTo>
                  <a:lnTo>
                    <a:pt x="11" y="33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0" y="36"/>
                  </a:lnTo>
                  <a:lnTo>
                    <a:pt x="10" y="37"/>
                  </a:lnTo>
                  <a:lnTo>
                    <a:pt x="10" y="38"/>
                  </a:lnTo>
                  <a:lnTo>
                    <a:pt x="11" y="39"/>
                  </a:lnTo>
                  <a:lnTo>
                    <a:pt x="10" y="39"/>
                  </a:lnTo>
                  <a:lnTo>
                    <a:pt x="11" y="40"/>
                  </a:lnTo>
                  <a:lnTo>
                    <a:pt x="10" y="40"/>
                  </a:lnTo>
                  <a:lnTo>
                    <a:pt x="10" y="41"/>
                  </a:lnTo>
                  <a:lnTo>
                    <a:pt x="10" y="42"/>
                  </a:lnTo>
                  <a:lnTo>
                    <a:pt x="10" y="43"/>
                  </a:lnTo>
                  <a:lnTo>
                    <a:pt x="9" y="44"/>
                  </a:lnTo>
                  <a:lnTo>
                    <a:pt x="8" y="44"/>
                  </a:lnTo>
                  <a:lnTo>
                    <a:pt x="8" y="45"/>
                  </a:lnTo>
                  <a:lnTo>
                    <a:pt x="7" y="46"/>
                  </a:lnTo>
                  <a:lnTo>
                    <a:pt x="6" y="47"/>
                  </a:lnTo>
                  <a:lnTo>
                    <a:pt x="5" y="47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49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6" y="50"/>
                  </a:lnTo>
                  <a:lnTo>
                    <a:pt x="7" y="50"/>
                  </a:lnTo>
                  <a:lnTo>
                    <a:pt x="8" y="50"/>
                  </a:lnTo>
                  <a:lnTo>
                    <a:pt x="9" y="52"/>
                  </a:lnTo>
                  <a:lnTo>
                    <a:pt x="9" y="51"/>
                  </a:lnTo>
                  <a:lnTo>
                    <a:pt x="9" y="52"/>
                  </a:lnTo>
                  <a:lnTo>
                    <a:pt x="10" y="52"/>
                  </a:lnTo>
                  <a:lnTo>
                    <a:pt x="10" y="50"/>
                  </a:lnTo>
                  <a:lnTo>
                    <a:pt x="11" y="49"/>
                  </a:lnTo>
                  <a:lnTo>
                    <a:pt x="12" y="48"/>
                  </a:lnTo>
                  <a:lnTo>
                    <a:pt x="13" y="47"/>
                  </a:lnTo>
                  <a:lnTo>
                    <a:pt x="14" y="47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8" y="4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2" y="46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8" y="50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51"/>
                  </a:lnTo>
                  <a:lnTo>
                    <a:pt x="32" y="49"/>
                  </a:lnTo>
                  <a:lnTo>
                    <a:pt x="33" y="46"/>
                  </a:lnTo>
                  <a:lnTo>
                    <a:pt x="32" y="45"/>
                  </a:lnTo>
                  <a:lnTo>
                    <a:pt x="33" y="44"/>
                  </a:lnTo>
                  <a:lnTo>
                    <a:pt x="32" y="43"/>
                  </a:lnTo>
                  <a:lnTo>
                    <a:pt x="32" y="42"/>
                  </a:lnTo>
                  <a:lnTo>
                    <a:pt x="33" y="42"/>
                  </a:lnTo>
                  <a:lnTo>
                    <a:pt x="36" y="41"/>
                  </a:lnTo>
                  <a:lnTo>
                    <a:pt x="38" y="40"/>
                  </a:lnTo>
                  <a:lnTo>
                    <a:pt x="38" y="38"/>
                  </a:lnTo>
                  <a:lnTo>
                    <a:pt x="33" y="34"/>
                  </a:lnTo>
                  <a:lnTo>
                    <a:pt x="34" y="32"/>
                  </a:lnTo>
                  <a:lnTo>
                    <a:pt x="33" y="27"/>
                  </a:lnTo>
                  <a:lnTo>
                    <a:pt x="31" y="26"/>
                  </a:lnTo>
                  <a:lnTo>
                    <a:pt x="29" y="22"/>
                  </a:lnTo>
                  <a:lnTo>
                    <a:pt x="30" y="18"/>
                  </a:lnTo>
                  <a:lnTo>
                    <a:pt x="29" y="13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4" y="12"/>
                  </a:lnTo>
                  <a:lnTo>
                    <a:pt x="23" y="9"/>
                  </a:lnTo>
                  <a:lnTo>
                    <a:pt x="22" y="8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7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7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3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1" y="9"/>
                  </a:lnTo>
                  <a:lnTo>
                    <a:pt x="0" y="9"/>
                  </a:lnTo>
                  <a:close/>
                </a:path>
              </a:pathLst>
            </a:custGeom>
            <a:pattFill prst="pct25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5079111" y="2774242"/>
              <a:ext cx="687740" cy="1386873"/>
            </a:xfrm>
            <a:custGeom>
              <a:avLst/>
              <a:gdLst>
                <a:gd name="T0" fmla="*/ 2147483647 w 61"/>
                <a:gd name="T1" fmla="*/ 2147483647 h 126"/>
                <a:gd name="T2" fmla="*/ 2147483647 w 61"/>
                <a:gd name="T3" fmla="*/ 2147483647 h 126"/>
                <a:gd name="T4" fmla="*/ 2147483647 w 61"/>
                <a:gd name="T5" fmla="*/ 2147483647 h 126"/>
                <a:gd name="T6" fmla="*/ 2147483647 w 61"/>
                <a:gd name="T7" fmla="*/ 2147483647 h 126"/>
                <a:gd name="T8" fmla="*/ 2147483647 w 61"/>
                <a:gd name="T9" fmla="*/ 2147483647 h 126"/>
                <a:gd name="T10" fmla="*/ 2147483647 w 61"/>
                <a:gd name="T11" fmla="*/ 2147483647 h 126"/>
                <a:gd name="T12" fmla="*/ 2147483647 w 61"/>
                <a:gd name="T13" fmla="*/ 2147483647 h 126"/>
                <a:gd name="T14" fmla="*/ 2147483647 w 61"/>
                <a:gd name="T15" fmla="*/ 2147483647 h 126"/>
                <a:gd name="T16" fmla="*/ 2147483647 w 61"/>
                <a:gd name="T17" fmla="*/ 2147483647 h 126"/>
                <a:gd name="T18" fmla="*/ 2147483647 w 61"/>
                <a:gd name="T19" fmla="*/ 2147483647 h 126"/>
                <a:gd name="T20" fmla="*/ 2147483647 w 61"/>
                <a:gd name="T21" fmla="*/ 2147483647 h 126"/>
                <a:gd name="T22" fmla="*/ 2147483647 w 61"/>
                <a:gd name="T23" fmla="*/ 2147483647 h 126"/>
                <a:gd name="T24" fmla="*/ 2147483647 w 61"/>
                <a:gd name="T25" fmla="*/ 2147483647 h 126"/>
                <a:gd name="T26" fmla="*/ 2147483647 w 61"/>
                <a:gd name="T27" fmla="*/ 2147483647 h 126"/>
                <a:gd name="T28" fmla="*/ 2147483647 w 61"/>
                <a:gd name="T29" fmla="*/ 2147483647 h 126"/>
                <a:gd name="T30" fmla="*/ 2147483647 w 61"/>
                <a:gd name="T31" fmla="*/ 2147483647 h 126"/>
                <a:gd name="T32" fmla="*/ 2147483647 w 61"/>
                <a:gd name="T33" fmla="*/ 2147483647 h 126"/>
                <a:gd name="T34" fmla="*/ 2147483647 w 61"/>
                <a:gd name="T35" fmla="*/ 2147483647 h 126"/>
                <a:gd name="T36" fmla="*/ 2147483647 w 61"/>
                <a:gd name="T37" fmla="*/ 2147483647 h 126"/>
                <a:gd name="T38" fmla="*/ 2147483647 w 61"/>
                <a:gd name="T39" fmla="*/ 2147483647 h 126"/>
                <a:gd name="T40" fmla="*/ 2147483647 w 61"/>
                <a:gd name="T41" fmla="*/ 2147483647 h 126"/>
                <a:gd name="T42" fmla="*/ 2147483647 w 61"/>
                <a:gd name="T43" fmla="*/ 2147483647 h 126"/>
                <a:gd name="T44" fmla="*/ 2147483647 w 61"/>
                <a:gd name="T45" fmla="*/ 2147483647 h 126"/>
                <a:gd name="T46" fmla="*/ 2147483647 w 61"/>
                <a:gd name="T47" fmla="*/ 2147483647 h 126"/>
                <a:gd name="T48" fmla="*/ 2147483647 w 61"/>
                <a:gd name="T49" fmla="*/ 2147483647 h 126"/>
                <a:gd name="T50" fmla="*/ 2147483647 w 61"/>
                <a:gd name="T51" fmla="*/ 2147483647 h 126"/>
                <a:gd name="T52" fmla="*/ 2147483647 w 61"/>
                <a:gd name="T53" fmla="*/ 2147483647 h 126"/>
                <a:gd name="T54" fmla="*/ 2147483647 w 61"/>
                <a:gd name="T55" fmla="*/ 2147483647 h 126"/>
                <a:gd name="T56" fmla="*/ 2147483647 w 61"/>
                <a:gd name="T57" fmla="*/ 2147483647 h 126"/>
                <a:gd name="T58" fmla="*/ 2147483647 w 61"/>
                <a:gd name="T59" fmla="*/ 2147483647 h 126"/>
                <a:gd name="T60" fmla="*/ 2147483647 w 61"/>
                <a:gd name="T61" fmla="*/ 2147483647 h 126"/>
                <a:gd name="T62" fmla="*/ 2147483647 w 61"/>
                <a:gd name="T63" fmla="*/ 2147483647 h 126"/>
                <a:gd name="T64" fmla="*/ 2147483647 w 61"/>
                <a:gd name="T65" fmla="*/ 2147483647 h 126"/>
                <a:gd name="T66" fmla="*/ 2147483647 w 61"/>
                <a:gd name="T67" fmla="*/ 2147483647 h 126"/>
                <a:gd name="T68" fmla="*/ 2147483647 w 61"/>
                <a:gd name="T69" fmla="*/ 2147483647 h 126"/>
                <a:gd name="T70" fmla="*/ 2147483647 w 61"/>
                <a:gd name="T71" fmla="*/ 2147483647 h 126"/>
                <a:gd name="T72" fmla="*/ 2147483647 w 61"/>
                <a:gd name="T73" fmla="*/ 2147483647 h 126"/>
                <a:gd name="T74" fmla="*/ 2147483647 w 61"/>
                <a:gd name="T75" fmla="*/ 2147483647 h 126"/>
                <a:gd name="T76" fmla="*/ 2147483647 w 61"/>
                <a:gd name="T77" fmla="*/ 2147483647 h 126"/>
                <a:gd name="T78" fmla="*/ 2147483647 w 61"/>
                <a:gd name="T79" fmla="*/ 2147483647 h 126"/>
                <a:gd name="T80" fmla="*/ 2147483647 w 61"/>
                <a:gd name="T81" fmla="*/ 2147483647 h 126"/>
                <a:gd name="T82" fmla="*/ 2147483647 w 61"/>
                <a:gd name="T83" fmla="*/ 2147483647 h 126"/>
                <a:gd name="T84" fmla="*/ 2147483647 w 61"/>
                <a:gd name="T85" fmla="*/ 2147483647 h 126"/>
                <a:gd name="T86" fmla="*/ 2147483647 w 61"/>
                <a:gd name="T87" fmla="*/ 2147483647 h 126"/>
                <a:gd name="T88" fmla="*/ 2147483647 w 61"/>
                <a:gd name="T89" fmla="*/ 2147483647 h 126"/>
                <a:gd name="T90" fmla="*/ 2147483647 w 61"/>
                <a:gd name="T91" fmla="*/ 2147483647 h 126"/>
                <a:gd name="T92" fmla="*/ 2147483647 w 61"/>
                <a:gd name="T93" fmla="*/ 2147483647 h 126"/>
                <a:gd name="T94" fmla="*/ 2147483647 w 61"/>
                <a:gd name="T95" fmla="*/ 2147483647 h 126"/>
                <a:gd name="T96" fmla="*/ 2147483647 w 61"/>
                <a:gd name="T97" fmla="*/ 2147483647 h 126"/>
                <a:gd name="T98" fmla="*/ 2147483647 w 61"/>
                <a:gd name="T99" fmla="*/ 2147483647 h 126"/>
                <a:gd name="T100" fmla="*/ 2147483647 w 61"/>
                <a:gd name="T101" fmla="*/ 2147483647 h 126"/>
                <a:gd name="T102" fmla="*/ 2147483647 w 61"/>
                <a:gd name="T103" fmla="*/ 2147483647 h 126"/>
                <a:gd name="T104" fmla="*/ 2147483647 w 61"/>
                <a:gd name="T105" fmla="*/ 2147483647 h 126"/>
                <a:gd name="T106" fmla="*/ 2147483647 w 61"/>
                <a:gd name="T107" fmla="*/ 2147483647 h 126"/>
                <a:gd name="T108" fmla="*/ 2147483647 w 61"/>
                <a:gd name="T109" fmla="*/ 2147483647 h 126"/>
                <a:gd name="T110" fmla="*/ 2147483647 w 61"/>
                <a:gd name="T111" fmla="*/ 2147483647 h 126"/>
                <a:gd name="T112" fmla="*/ 2147483647 w 61"/>
                <a:gd name="T113" fmla="*/ 2147483647 h 126"/>
                <a:gd name="T114" fmla="*/ 2147483647 w 61"/>
                <a:gd name="T115" fmla="*/ 2147483647 h 126"/>
                <a:gd name="T116" fmla="*/ 2147483647 w 61"/>
                <a:gd name="T117" fmla="*/ 2147483647 h 126"/>
                <a:gd name="T118" fmla="*/ 2147483647 w 61"/>
                <a:gd name="T119" fmla="*/ 2147483647 h 126"/>
                <a:gd name="T120" fmla="*/ 2147483647 w 61"/>
                <a:gd name="T121" fmla="*/ 2147483647 h 12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1" h="126">
                  <a:moveTo>
                    <a:pt x="61" y="38"/>
                  </a:moveTo>
                  <a:lnTo>
                    <a:pt x="60" y="43"/>
                  </a:lnTo>
                  <a:lnTo>
                    <a:pt x="60" y="44"/>
                  </a:lnTo>
                  <a:lnTo>
                    <a:pt x="60" y="45"/>
                  </a:lnTo>
                  <a:lnTo>
                    <a:pt x="59" y="50"/>
                  </a:lnTo>
                  <a:lnTo>
                    <a:pt x="58" y="51"/>
                  </a:lnTo>
                  <a:lnTo>
                    <a:pt x="56" y="55"/>
                  </a:lnTo>
                  <a:lnTo>
                    <a:pt x="54" y="59"/>
                  </a:lnTo>
                  <a:lnTo>
                    <a:pt x="53" y="63"/>
                  </a:lnTo>
                  <a:lnTo>
                    <a:pt x="52" y="63"/>
                  </a:lnTo>
                  <a:lnTo>
                    <a:pt x="51" y="64"/>
                  </a:lnTo>
                  <a:lnTo>
                    <a:pt x="50" y="67"/>
                  </a:lnTo>
                  <a:lnTo>
                    <a:pt x="50" y="69"/>
                  </a:lnTo>
                  <a:lnTo>
                    <a:pt x="50" y="71"/>
                  </a:lnTo>
                  <a:lnTo>
                    <a:pt x="49" y="71"/>
                  </a:lnTo>
                  <a:lnTo>
                    <a:pt x="48" y="73"/>
                  </a:lnTo>
                  <a:lnTo>
                    <a:pt x="49" y="75"/>
                  </a:lnTo>
                  <a:lnTo>
                    <a:pt x="50" y="75"/>
                  </a:lnTo>
                  <a:lnTo>
                    <a:pt x="50" y="77"/>
                  </a:lnTo>
                  <a:lnTo>
                    <a:pt x="49" y="84"/>
                  </a:lnTo>
                  <a:lnTo>
                    <a:pt x="49" y="85"/>
                  </a:lnTo>
                  <a:lnTo>
                    <a:pt x="49" y="86"/>
                  </a:lnTo>
                  <a:lnTo>
                    <a:pt x="49" y="87"/>
                  </a:lnTo>
                  <a:lnTo>
                    <a:pt x="49" y="93"/>
                  </a:lnTo>
                  <a:lnTo>
                    <a:pt x="49" y="94"/>
                  </a:lnTo>
                  <a:lnTo>
                    <a:pt x="51" y="103"/>
                  </a:lnTo>
                  <a:lnTo>
                    <a:pt x="51" y="104"/>
                  </a:lnTo>
                  <a:lnTo>
                    <a:pt x="51" y="105"/>
                  </a:lnTo>
                  <a:lnTo>
                    <a:pt x="51" y="106"/>
                  </a:lnTo>
                  <a:lnTo>
                    <a:pt x="52" y="106"/>
                  </a:lnTo>
                  <a:lnTo>
                    <a:pt x="52" y="107"/>
                  </a:lnTo>
                  <a:lnTo>
                    <a:pt x="52" y="108"/>
                  </a:lnTo>
                  <a:lnTo>
                    <a:pt x="52" y="110"/>
                  </a:lnTo>
                  <a:lnTo>
                    <a:pt x="51" y="110"/>
                  </a:lnTo>
                  <a:lnTo>
                    <a:pt x="51" y="111"/>
                  </a:lnTo>
                  <a:lnTo>
                    <a:pt x="51" y="112"/>
                  </a:lnTo>
                  <a:lnTo>
                    <a:pt x="51" y="113"/>
                  </a:lnTo>
                  <a:lnTo>
                    <a:pt x="51" y="114"/>
                  </a:lnTo>
                  <a:lnTo>
                    <a:pt x="50" y="114"/>
                  </a:lnTo>
                  <a:lnTo>
                    <a:pt x="49" y="115"/>
                  </a:lnTo>
                  <a:lnTo>
                    <a:pt x="49" y="116"/>
                  </a:lnTo>
                  <a:lnTo>
                    <a:pt x="49" y="117"/>
                  </a:lnTo>
                  <a:lnTo>
                    <a:pt x="48" y="118"/>
                  </a:lnTo>
                  <a:lnTo>
                    <a:pt x="49" y="120"/>
                  </a:lnTo>
                  <a:lnTo>
                    <a:pt x="50" y="120"/>
                  </a:lnTo>
                  <a:lnTo>
                    <a:pt x="50" y="119"/>
                  </a:lnTo>
                  <a:lnTo>
                    <a:pt x="50" y="121"/>
                  </a:lnTo>
                  <a:lnTo>
                    <a:pt x="50" y="122"/>
                  </a:lnTo>
                  <a:lnTo>
                    <a:pt x="51" y="123"/>
                  </a:lnTo>
                  <a:lnTo>
                    <a:pt x="51" y="124"/>
                  </a:lnTo>
                  <a:lnTo>
                    <a:pt x="51" y="125"/>
                  </a:lnTo>
                  <a:lnTo>
                    <a:pt x="52" y="125"/>
                  </a:lnTo>
                  <a:lnTo>
                    <a:pt x="50" y="126"/>
                  </a:lnTo>
                  <a:lnTo>
                    <a:pt x="49" y="125"/>
                  </a:lnTo>
                  <a:lnTo>
                    <a:pt x="48" y="123"/>
                  </a:lnTo>
                  <a:lnTo>
                    <a:pt x="47" y="122"/>
                  </a:lnTo>
                  <a:lnTo>
                    <a:pt x="46" y="122"/>
                  </a:lnTo>
                  <a:lnTo>
                    <a:pt x="46" y="121"/>
                  </a:lnTo>
                  <a:lnTo>
                    <a:pt x="45" y="121"/>
                  </a:lnTo>
                  <a:lnTo>
                    <a:pt x="44" y="120"/>
                  </a:lnTo>
                  <a:lnTo>
                    <a:pt x="43" y="121"/>
                  </a:lnTo>
                  <a:lnTo>
                    <a:pt x="43" y="122"/>
                  </a:lnTo>
                  <a:lnTo>
                    <a:pt x="42" y="122"/>
                  </a:lnTo>
                  <a:lnTo>
                    <a:pt x="41" y="121"/>
                  </a:lnTo>
                  <a:lnTo>
                    <a:pt x="40" y="121"/>
                  </a:lnTo>
                  <a:lnTo>
                    <a:pt x="40" y="122"/>
                  </a:lnTo>
                  <a:lnTo>
                    <a:pt x="40" y="121"/>
                  </a:lnTo>
                  <a:lnTo>
                    <a:pt x="39" y="122"/>
                  </a:lnTo>
                  <a:lnTo>
                    <a:pt x="39" y="121"/>
                  </a:lnTo>
                  <a:lnTo>
                    <a:pt x="38" y="121"/>
                  </a:lnTo>
                  <a:lnTo>
                    <a:pt x="38" y="122"/>
                  </a:lnTo>
                  <a:lnTo>
                    <a:pt x="37" y="122"/>
                  </a:lnTo>
                  <a:lnTo>
                    <a:pt x="30" y="122"/>
                  </a:lnTo>
                  <a:lnTo>
                    <a:pt x="27" y="122"/>
                  </a:lnTo>
                  <a:lnTo>
                    <a:pt x="24" y="121"/>
                  </a:lnTo>
                  <a:lnTo>
                    <a:pt x="23" y="122"/>
                  </a:lnTo>
                  <a:lnTo>
                    <a:pt x="21" y="121"/>
                  </a:lnTo>
                  <a:lnTo>
                    <a:pt x="20" y="121"/>
                  </a:lnTo>
                  <a:lnTo>
                    <a:pt x="19" y="121"/>
                  </a:lnTo>
                  <a:lnTo>
                    <a:pt x="18" y="120"/>
                  </a:lnTo>
                  <a:lnTo>
                    <a:pt x="18" y="118"/>
                  </a:lnTo>
                  <a:lnTo>
                    <a:pt x="17" y="116"/>
                  </a:lnTo>
                  <a:lnTo>
                    <a:pt x="14" y="115"/>
                  </a:lnTo>
                  <a:lnTo>
                    <a:pt x="13" y="114"/>
                  </a:lnTo>
                  <a:lnTo>
                    <a:pt x="13" y="115"/>
                  </a:lnTo>
                  <a:lnTo>
                    <a:pt x="13" y="116"/>
                  </a:lnTo>
                  <a:lnTo>
                    <a:pt x="13" y="117"/>
                  </a:lnTo>
                  <a:lnTo>
                    <a:pt x="6" y="114"/>
                  </a:lnTo>
                  <a:lnTo>
                    <a:pt x="3" y="113"/>
                  </a:lnTo>
                  <a:lnTo>
                    <a:pt x="2" y="112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5" y="106"/>
                  </a:lnTo>
                  <a:lnTo>
                    <a:pt x="3" y="105"/>
                  </a:lnTo>
                  <a:lnTo>
                    <a:pt x="3" y="104"/>
                  </a:lnTo>
                  <a:lnTo>
                    <a:pt x="1" y="104"/>
                  </a:lnTo>
                  <a:lnTo>
                    <a:pt x="0" y="103"/>
                  </a:lnTo>
                  <a:lnTo>
                    <a:pt x="1" y="101"/>
                  </a:lnTo>
                  <a:lnTo>
                    <a:pt x="1" y="100"/>
                  </a:lnTo>
                  <a:lnTo>
                    <a:pt x="0" y="100"/>
                  </a:lnTo>
                  <a:lnTo>
                    <a:pt x="1" y="99"/>
                  </a:lnTo>
                  <a:lnTo>
                    <a:pt x="2" y="98"/>
                  </a:lnTo>
                  <a:lnTo>
                    <a:pt x="3" y="99"/>
                  </a:lnTo>
                  <a:lnTo>
                    <a:pt x="4" y="99"/>
                  </a:lnTo>
                  <a:lnTo>
                    <a:pt x="4" y="93"/>
                  </a:lnTo>
                  <a:lnTo>
                    <a:pt x="5" y="91"/>
                  </a:lnTo>
                  <a:lnTo>
                    <a:pt x="6" y="90"/>
                  </a:lnTo>
                  <a:lnTo>
                    <a:pt x="7" y="90"/>
                  </a:lnTo>
                  <a:lnTo>
                    <a:pt x="8" y="90"/>
                  </a:lnTo>
                  <a:lnTo>
                    <a:pt x="10" y="90"/>
                  </a:lnTo>
                  <a:lnTo>
                    <a:pt x="11" y="89"/>
                  </a:lnTo>
                  <a:lnTo>
                    <a:pt x="14" y="89"/>
                  </a:lnTo>
                  <a:lnTo>
                    <a:pt x="14" y="86"/>
                  </a:lnTo>
                  <a:lnTo>
                    <a:pt x="13" y="85"/>
                  </a:lnTo>
                  <a:lnTo>
                    <a:pt x="12" y="84"/>
                  </a:lnTo>
                  <a:lnTo>
                    <a:pt x="11" y="83"/>
                  </a:lnTo>
                  <a:lnTo>
                    <a:pt x="11" y="81"/>
                  </a:lnTo>
                  <a:lnTo>
                    <a:pt x="10" y="79"/>
                  </a:lnTo>
                  <a:lnTo>
                    <a:pt x="11" y="77"/>
                  </a:lnTo>
                  <a:lnTo>
                    <a:pt x="12" y="76"/>
                  </a:lnTo>
                  <a:lnTo>
                    <a:pt x="11" y="75"/>
                  </a:lnTo>
                  <a:lnTo>
                    <a:pt x="11" y="73"/>
                  </a:lnTo>
                  <a:lnTo>
                    <a:pt x="9" y="73"/>
                  </a:lnTo>
                  <a:lnTo>
                    <a:pt x="9" y="72"/>
                  </a:lnTo>
                  <a:lnTo>
                    <a:pt x="9" y="71"/>
                  </a:lnTo>
                  <a:lnTo>
                    <a:pt x="11" y="70"/>
                  </a:lnTo>
                  <a:lnTo>
                    <a:pt x="12" y="70"/>
                  </a:lnTo>
                  <a:lnTo>
                    <a:pt x="12" y="71"/>
                  </a:lnTo>
                  <a:lnTo>
                    <a:pt x="12" y="70"/>
                  </a:lnTo>
                  <a:lnTo>
                    <a:pt x="13" y="70"/>
                  </a:lnTo>
                  <a:lnTo>
                    <a:pt x="13" y="69"/>
                  </a:lnTo>
                  <a:lnTo>
                    <a:pt x="14" y="68"/>
                  </a:lnTo>
                  <a:lnTo>
                    <a:pt x="15" y="68"/>
                  </a:lnTo>
                  <a:lnTo>
                    <a:pt x="16" y="67"/>
                  </a:lnTo>
                  <a:lnTo>
                    <a:pt x="17" y="67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19" y="66"/>
                  </a:lnTo>
                  <a:lnTo>
                    <a:pt x="19" y="64"/>
                  </a:lnTo>
                  <a:lnTo>
                    <a:pt x="20" y="64"/>
                  </a:lnTo>
                  <a:lnTo>
                    <a:pt x="20" y="63"/>
                  </a:lnTo>
                  <a:lnTo>
                    <a:pt x="20" y="62"/>
                  </a:lnTo>
                  <a:lnTo>
                    <a:pt x="21" y="61"/>
                  </a:lnTo>
                  <a:lnTo>
                    <a:pt x="21" y="60"/>
                  </a:lnTo>
                  <a:lnTo>
                    <a:pt x="22" y="60"/>
                  </a:lnTo>
                  <a:lnTo>
                    <a:pt x="23" y="61"/>
                  </a:lnTo>
                  <a:lnTo>
                    <a:pt x="24" y="60"/>
                  </a:lnTo>
                  <a:lnTo>
                    <a:pt x="25" y="60"/>
                  </a:lnTo>
                  <a:lnTo>
                    <a:pt x="30" y="55"/>
                  </a:lnTo>
                  <a:lnTo>
                    <a:pt x="35" y="52"/>
                  </a:lnTo>
                  <a:lnTo>
                    <a:pt x="35" y="50"/>
                  </a:lnTo>
                  <a:lnTo>
                    <a:pt x="32" y="50"/>
                  </a:lnTo>
                  <a:lnTo>
                    <a:pt x="31" y="48"/>
                  </a:lnTo>
                  <a:lnTo>
                    <a:pt x="31" y="47"/>
                  </a:lnTo>
                  <a:lnTo>
                    <a:pt x="31" y="40"/>
                  </a:lnTo>
                  <a:lnTo>
                    <a:pt x="31" y="38"/>
                  </a:lnTo>
                  <a:lnTo>
                    <a:pt x="30" y="38"/>
                  </a:lnTo>
                  <a:lnTo>
                    <a:pt x="28" y="38"/>
                  </a:lnTo>
                  <a:lnTo>
                    <a:pt x="27" y="38"/>
                  </a:lnTo>
                  <a:lnTo>
                    <a:pt x="26" y="38"/>
                  </a:lnTo>
                  <a:lnTo>
                    <a:pt x="25" y="39"/>
                  </a:lnTo>
                  <a:lnTo>
                    <a:pt x="23" y="37"/>
                  </a:lnTo>
                  <a:lnTo>
                    <a:pt x="22" y="37"/>
                  </a:lnTo>
                  <a:lnTo>
                    <a:pt x="20" y="37"/>
                  </a:lnTo>
                  <a:lnTo>
                    <a:pt x="19" y="34"/>
                  </a:lnTo>
                  <a:lnTo>
                    <a:pt x="17" y="32"/>
                  </a:lnTo>
                  <a:lnTo>
                    <a:pt x="16" y="31"/>
                  </a:lnTo>
                  <a:lnTo>
                    <a:pt x="15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4" y="26"/>
                  </a:lnTo>
                  <a:lnTo>
                    <a:pt x="14" y="24"/>
                  </a:lnTo>
                  <a:lnTo>
                    <a:pt x="11" y="23"/>
                  </a:lnTo>
                  <a:lnTo>
                    <a:pt x="10" y="23"/>
                  </a:lnTo>
                  <a:lnTo>
                    <a:pt x="10" y="21"/>
                  </a:lnTo>
                  <a:lnTo>
                    <a:pt x="11" y="19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9" y="15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8" y="10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3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3" y="5"/>
                  </a:lnTo>
                  <a:lnTo>
                    <a:pt x="14" y="10"/>
                  </a:lnTo>
                  <a:lnTo>
                    <a:pt x="15" y="16"/>
                  </a:lnTo>
                  <a:lnTo>
                    <a:pt x="18" y="20"/>
                  </a:lnTo>
                  <a:lnTo>
                    <a:pt x="20" y="26"/>
                  </a:lnTo>
                  <a:lnTo>
                    <a:pt x="23" y="30"/>
                  </a:lnTo>
                  <a:lnTo>
                    <a:pt x="28" y="31"/>
                  </a:lnTo>
                  <a:lnTo>
                    <a:pt x="28" y="32"/>
                  </a:lnTo>
                  <a:lnTo>
                    <a:pt x="30" y="33"/>
                  </a:lnTo>
                  <a:lnTo>
                    <a:pt x="32" y="33"/>
                  </a:lnTo>
                  <a:lnTo>
                    <a:pt x="37" y="36"/>
                  </a:lnTo>
                  <a:lnTo>
                    <a:pt x="38" y="36"/>
                  </a:lnTo>
                  <a:lnTo>
                    <a:pt x="38" y="37"/>
                  </a:lnTo>
                  <a:lnTo>
                    <a:pt x="46" y="37"/>
                  </a:lnTo>
                  <a:lnTo>
                    <a:pt x="51" y="39"/>
                  </a:lnTo>
                  <a:lnTo>
                    <a:pt x="54" y="41"/>
                  </a:lnTo>
                  <a:lnTo>
                    <a:pt x="56" y="41"/>
                  </a:lnTo>
                  <a:lnTo>
                    <a:pt x="61" y="3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1820802" y="1420390"/>
              <a:ext cx="1398029" cy="1651040"/>
            </a:xfrm>
            <a:custGeom>
              <a:avLst/>
              <a:gdLst>
                <a:gd name="T0" fmla="*/ 2147483647 w 124"/>
                <a:gd name="T1" fmla="*/ 2147483647 h 150"/>
                <a:gd name="T2" fmla="*/ 2147483647 w 124"/>
                <a:gd name="T3" fmla="*/ 2147483647 h 150"/>
                <a:gd name="T4" fmla="*/ 2147483647 w 124"/>
                <a:gd name="T5" fmla="*/ 2147483647 h 150"/>
                <a:gd name="T6" fmla="*/ 2147483647 w 124"/>
                <a:gd name="T7" fmla="*/ 2147483647 h 150"/>
                <a:gd name="T8" fmla="*/ 2147483647 w 124"/>
                <a:gd name="T9" fmla="*/ 2147483647 h 150"/>
                <a:gd name="T10" fmla="*/ 2147483647 w 124"/>
                <a:gd name="T11" fmla="*/ 2147483647 h 150"/>
                <a:gd name="T12" fmla="*/ 2147483647 w 124"/>
                <a:gd name="T13" fmla="*/ 2147483647 h 150"/>
                <a:gd name="T14" fmla="*/ 2147483647 w 124"/>
                <a:gd name="T15" fmla="*/ 2147483647 h 150"/>
                <a:gd name="T16" fmla="*/ 2147483647 w 124"/>
                <a:gd name="T17" fmla="*/ 2147483647 h 150"/>
                <a:gd name="T18" fmla="*/ 2147483647 w 124"/>
                <a:gd name="T19" fmla="*/ 2147483647 h 150"/>
                <a:gd name="T20" fmla="*/ 2147483647 w 124"/>
                <a:gd name="T21" fmla="*/ 2147483647 h 150"/>
                <a:gd name="T22" fmla="*/ 2147483647 w 124"/>
                <a:gd name="T23" fmla="*/ 2147483647 h 150"/>
                <a:gd name="T24" fmla="*/ 2147483647 w 124"/>
                <a:gd name="T25" fmla="*/ 2147483647 h 150"/>
                <a:gd name="T26" fmla="*/ 2147483647 w 124"/>
                <a:gd name="T27" fmla="*/ 2147483647 h 150"/>
                <a:gd name="T28" fmla="*/ 2147483647 w 124"/>
                <a:gd name="T29" fmla="*/ 2147483647 h 150"/>
                <a:gd name="T30" fmla="*/ 2147483647 w 124"/>
                <a:gd name="T31" fmla="*/ 2147483647 h 150"/>
                <a:gd name="T32" fmla="*/ 2147483647 w 124"/>
                <a:gd name="T33" fmla="*/ 2147483647 h 150"/>
                <a:gd name="T34" fmla="*/ 2147483647 w 124"/>
                <a:gd name="T35" fmla="*/ 2147483647 h 150"/>
                <a:gd name="T36" fmla="*/ 2147483647 w 124"/>
                <a:gd name="T37" fmla="*/ 2147483647 h 150"/>
                <a:gd name="T38" fmla="*/ 2147483647 w 124"/>
                <a:gd name="T39" fmla="*/ 2147483647 h 150"/>
                <a:gd name="T40" fmla="*/ 2147483647 w 124"/>
                <a:gd name="T41" fmla="*/ 2147483647 h 150"/>
                <a:gd name="T42" fmla="*/ 2147483647 w 124"/>
                <a:gd name="T43" fmla="*/ 2147483647 h 150"/>
                <a:gd name="T44" fmla="*/ 2147483647 w 124"/>
                <a:gd name="T45" fmla="*/ 2147483647 h 150"/>
                <a:gd name="T46" fmla="*/ 2147483647 w 124"/>
                <a:gd name="T47" fmla="*/ 2147483647 h 150"/>
                <a:gd name="T48" fmla="*/ 2147483647 w 124"/>
                <a:gd name="T49" fmla="*/ 2147483647 h 150"/>
                <a:gd name="T50" fmla="*/ 2147483647 w 124"/>
                <a:gd name="T51" fmla="*/ 2147483647 h 150"/>
                <a:gd name="T52" fmla="*/ 2147483647 w 124"/>
                <a:gd name="T53" fmla="*/ 2147483647 h 150"/>
                <a:gd name="T54" fmla="*/ 2147483647 w 124"/>
                <a:gd name="T55" fmla="*/ 2147483647 h 150"/>
                <a:gd name="T56" fmla="*/ 2147483647 w 124"/>
                <a:gd name="T57" fmla="*/ 2147483647 h 150"/>
                <a:gd name="T58" fmla="*/ 2147483647 w 124"/>
                <a:gd name="T59" fmla="*/ 2147483647 h 150"/>
                <a:gd name="T60" fmla="*/ 2147483647 w 124"/>
                <a:gd name="T61" fmla="*/ 2147483647 h 150"/>
                <a:gd name="T62" fmla="*/ 2147483647 w 124"/>
                <a:gd name="T63" fmla="*/ 2147483647 h 150"/>
                <a:gd name="T64" fmla="*/ 2147483647 w 124"/>
                <a:gd name="T65" fmla="*/ 2147483647 h 150"/>
                <a:gd name="T66" fmla="*/ 2147483647 w 124"/>
                <a:gd name="T67" fmla="*/ 2147483647 h 150"/>
                <a:gd name="T68" fmla="*/ 2147483647 w 124"/>
                <a:gd name="T69" fmla="*/ 2147483647 h 150"/>
                <a:gd name="T70" fmla="*/ 2147483647 w 124"/>
                <a:gd name="T71" fmla="*/ 2147483647 h 150"/>
                <a:gd name="T72" fmla="*/ 2147483647 w 124"/>
                <a:gd name="T73" fmla="*/ 2147483647 h 150"/>
                <a:gd name="T74" fmla="*/ 2147483647 w 124"/>
                <a:gd name="T75" fmla="*/ 2147483647 h 150"/>
                <a:gd name="T76" fmla="*/ 2147483647 w 124"/>
                <a:gd name="T77" fmla="*/ 2147483647 h 150"/>
                <a:gd name="T78" fmla="*/ 2147483647 w 124"/>
                <a:gd name="T79" fmla="*/ 2147483647 h 150"/>
                <a:gd name="T80" fmla="*/ 2147483647 w 124"/>
                <a:gd name="T81" fmla="*/ 2147483647 h 150"/>
                <a:gd name="T82" fmla="*/ 2147483647 w 124"/>
                <a:gd name="T83" fmla="*/ 2147483647 h 150"/>
                <a:gd name="T84" fmla="*/ 2147483647 w 124"/>
                <a:gd name="T85" fmla="*/ 2147483647 h 150"/>
                <a:gd name="T86" fmla="*/ 2147483647 w 124"/>
                <a:gd name="T87" fmla="*/ 2147483647 h 150"/>
                <a:gd name="T88" fmla="*/ 2147483647 w 124"/>
                <a:gd name="T89" fmla="*/ 2147483647 h 150"/>
                <a:gd name="T90" fmla="*/ 2147483647 w 124"/>
                <a:gd name="T91" fmla="*/ 2147483647 h 150"/>
                <a:gd name="T92" fmla="*/ 2147483647 w 124"/>
                <a:gd name="T93" fmla="*/ 2147483647 h 150"/>
                <a:gd name="T94" fmla="*/ 2147483647 w 124"/>
                <a:gd name="T95" fmla="*/ 2147483647 h 150"/>
                <a:gd name="T96" fmla="*/ 2147483647 w 124"/>
                <a:gd name="T97" fmla="*/ 2147483647 h 150"/>
                <a:gd name="T98" fmla="*/ 2147483647 w 124"/>
                <a:gd name="T99" fmla="*/ 2147483647 h 150"/>
                <a:gd name="T100" fmla="*/ 2147483647 w 124"/>
                <a:gd name="T101" fmla="*/ 2147483647 h 150"/>
                <a:gd name="T102" fmla="*/ 2147483647 w 124"/>
                <a:gd name="T103" fmla="*/ 2147483647 h 150"/>
                <a:gd name="T104" fmla="*/ 2147483647 w 124"/>
                <a:gd name="T105" fmla="*/ 2147483647 h 150"/>
                <a:gd name="T106" fmla="*/ 2147483647 w 124"/>
                <a:gd name="T107" fmla="*/ 2147483647 h 150"/>
                <a:gd name="T108" fmla="*/ 2147483647 w 124"/>
                <a:gd name="T109" fmla="*/ 2147483647 h 150"/>
                <a:gd name="T110" fmla="*/ 2147483647 w 124"/>
                <a:gd name="T111" fmla="*/ 2147483647 h 150"/>
                <a:gd name="T112" fmla="*/ 2147483647 w 124"/>
                <a:gd name="T113" fmla="*/ 2147483647 h 150"/>
                <a:gd name="T114" fmla="*/ 2147483647 w 124"/>
                <a:gd name="T115" fmla="*/ 2147483647 h 150"/>
                <a:gd name="T116" fmla="*/ 2147483647 w 124"/>
                <a:gd name="T117" fmla="*/ 2147483647 h 150"/>
                <a:gd name="T118" fmla="*/ 2147483647 w 124"/>
                <a:gd name="T119" fmla="*/ 0 h 150"/>
                <a:gd name="T120" fmla="*/ 2147483647 w 124"/>
                <a:gd name="T121" fmla="*/ 2147483647 h 15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24" h="150">
                  <a:moveTo>
                    <a:pt x="120" y="36"/>
                  </a:moveTo>
                  <a:lnTo>
                    <a:pt x="118" y="39"/>
                  </a:lnTo>
                  <a:lnTo>
                    <a:pt x="119" y="39"/>
                  </a:lnTo>
                  <a:lnTo>
                    <a:pt x="120" y="42"/>
                  </a:lnTo>
                  <a:lnTo>
                    <a:pt x="121" y="52"/>
                  </a:lnTo>
                  <a:lnTo>
                    <a:pt x="123" y="57"/>
                  </a:lnTo>
                  <a:lnTo>
                    <a:pt x="124" y="64"/>
                  </a:lnTo>
                  <a:lnTo>
                    <a:pt x="122" y="80"/>
                  </a:lnTo>
                  <a:lnTo>
                    <a:pt x="121" y="80"/>
                  </a:lnTo>
                  <a:lnTo>
                    <a:pt x="121" y="83"/>
                  </a:lnTo>
                  <a:lnTo>
                    <a:pt x="122" y="88"/>
                  </a:lnTo>
                  <a:lnTo>
                    <a:pt x="122" y="92"/>
                  </a:lnTo>
                  <a:lnTo>
                    <a:pt x="122" y="95"/>
                  </a:lnTo>
                  <a:lnTo>
                    <a:pt x="121" y="97"/>
                  </a:lnTo>
                  <a:lnTo>
                    <a:pt x="122" y="99"/>
                  </a:lnTo>
                  <a:lnTo>
                    <a:pt x="122" y="101"/>
                  </a:lnTo>
                  <a:lnTo>
                    <a:pt x="122" y="103"/>
                  </a:lnTo>
                  <a:lnTo>
                    <a:pt x="122" y="104"/>
                  </a:lnTo>
                  <a:lnTo>
                    <a:pt x="122" y="105"/>
                  </a:lnTo>
                  <a:lnTo>
                    <a:pt x="120" y="106"/>
                  </a:lnTo>
                  <a:lnTo>
                    <a:pt x="118" y="105"/>
                  </a:lnTo>
                  <a:lnTo>
                    <a:pt x="117" y="105"/>
                  </a:lnTo>
                  <a:lnTo>
                    <a:pt x="114" y="105"/>
                  </a:lnTo>
                  <a:lnTo>
                    <a:pt x="113" y="105"/>
                  </a:lnTo>
                  <a:lnTo>
                    <a:pt x="113" y="104"/>
                  </a:lnTo>
                  <a:lnTo>
                    <a:pt x="112" y="104"/>
                  </a:lnTo>
                  <a:lnTo>
                    <a:pt x="112" y="105"/>
                  </a:lnTo>
                  <a:lnTo>
                    <a:pt x="111" y="105"/>
                  </a:lnTo>
                  <a:lnTo>
                    <a:pt x="110" y="106"/>
                  </a:lnTo>
                  <a:lnTo>
                    <a:pt x="110" y="107"/>
                  </a:lnTo>
                  <a:lnTo>
                    <a:pt x="110" y="108"/>
                  </a:lnTo>
                  <a:lnTo>
                    <a:pt x="111" y="110"/>
                  </a:lnTo>
                  <a:lnTo>
                    <a:pt x="112" y="111"/>
                  </a:lnTo>
                  <a:lnTo>
                    <a:pt x="113" y="111"/>
                  </a:lnTo>
                  <a:lnTo>
                    <a:pt x="113" y="112"/>
                  </a:lnTo>
                  <a:lnTo>
                    <a:pt x="114" y="113"/>
                  </a:lnTo>
                  <a:lnTo>
                    <a:pt x="115" y="116"/>
                  </a:lnTo>
                  <a:lnTo>
                    <a:pt x="117" y="119"/>
                  </a:lnTo>
                  <a:lnTo>
                    <a:pt x="117" y="120"/>
                  </a:lnTo>
                  <a:lnTo>
                    <a:pt x="117" y="121"/>
                  </a:lnTo>
                  <a:lnTo>
                    <a:pt x="119" y="122"/>
                  </a:lnTo>
                  <a:lnTo>
                    <a:pt x="119" y="124"/>
                  </a:lnTo>
                  <a:lnTo>
                    <a:pt x="120" y="126"/>
                  </a:lnTo>
                  <a:lnTo>
                    <a:pt x="119" y="127"/>
                  </a:lnTo>
                  <a:lnTo>
                    <a:pt x="118" y="128"/>
                  </a:lnTo>
                  <a:lnTo>
                    <a:pt x="118" y="129"/>
                  </a:lnTo>
                  <a:lnTo>
                    <a:pt x="118" y="131"/>
                  </a:lnTo>
                  <a:lnTo>
                    <a:pt x="119" y="132"/>
                  </a:lnTo>
                  <a:lnTo>
                    <a:pt x="120" y="133"/>
                  </a:lnTo>
                  <a:lnTo>
                    <a:pt x="121" y="134"/>
                  </a:lnTo>
                  <a:lnTo>
                    <a:pt x="121" y="136"/>
                  </a:lnTo>
                  <a:lnTo>
                    <a:pt x="122" y="138"/>
                  </a:lnTo>
                  <a:lnTo>
                    <a:pt x="121" y="138"/>
                  </a:lnTo>
                  <a:lnTo>
                    <a:pt x="119" y="141"/>
                  </a:lnTo>
                  <a:lnTo>
                    <a:pt x="116" y="144"/>
                  </a:lnTo>
                  <a:lnTo>
                    <a:pt x="110" y="148"/>
                  </a:lnTo>
                  <a:lnTo>
                    <a:pt x="107" y="150"/>
                  </a:lnTo>
                  <a:lnTo>
                    <a:pt x="106" y="148"/>
                  </a:lnTo>
                  <a:lnTo>
                    <a:pt x="105" y="148"/>
                  </a:lnTo>
                  <a:lnTo>
                    <a:pt x="105" y="145"/>
                  </a:lnTo>
                  <a:lnTo>
                    <a:pt x="105" y="143"/>
                  </a:lnTo>
                  <a:lnTo>
                    <a:pt x="104" y="143"/>
                  </a:lnTo>
                  <a:lnTo>
                    <a:pt x="104" y="142"/>
                  </a:lnTo>
                  <a:lnTo>
                    <a:pt x="103" y="142"/>
                  </a:lnTo>
                  <a:lnTo>
                    <a:pt x="102" y="141"/>
                  </a:lnTo>
                  <a:lnTo>
                    <a:pt x="101" y="140"/>
                  </a:lnTo>
                  <a:lnTo>
                    <a:pt x="101" y="141"/>
                  </a:lnTo>
                  <a:lnTo>
                    <a:pt x="100" y="140"/>
                  </a:lnTo>
                  <a:lnTo>
                    <a:pt x="99" y="140"/>
                  </a:lnTo>
                  <a:lnTo>
                    <a:pt x="98" y="140"/>
                  </a:lnTo>
                  <a:lnTo>
                    <a:pt x="97" y="140"/>
                  </a:lnTo>
                  <a:lnTo>
                    <a:pt x="96" y="140"/>
                  </a:lnTo>
                  <a:lnTo>
                    <a:pt x="96" y="139"/>
                  </a:lnTo>
                  <a:lnTo>
                    <a:pt x="95" y="139"/>
                  </a:lnTo>
                  <a:lnTo>
                    <a:pt x="94" y="138"/>
                  </a:lnTo>
                  <a:lnTo>
                    <a:pt x="93" y="135"/>
                  </a:lnTo>
                  <a:lnTo>
                    <a:pt x="92" y="133"/>
                  </a:lnTo>
                  <a:lnTo>
                    <a:pt x="93" y="132"/>
                  </a:lnTo>
                  <a:lnTo>
                    <a:pt x="93" y="131"/>
                  </a:lnTo>
                  <a:lnTo>
                    <a:pt x="92" y="130"/>
                  </a:lnTo>
                  <a:lnTo>
                    <a:pt x="90" y="131"/>
                  </a:lnTo>
                  <a:lnTo>
                    <a:pt x="90" y="130"/>
                  </a:lnTo>
                  <a:lnTo>
                    <a:pt x="89" y="130"/>
                  </a:lnTo>
                  <a:lnTo>
                    <a:pt x="87" y="129"/>
                  </a:lnTo>
                  <a:lnTo>
                    <a:pt x="86" y="129"/>
                  </a:lnTo>
                  <a:lnTo>
                    <a:pt x="85" y="128"/>
                  </a:lnTo>
                  <a:lnTo>
                    <a:pt x="84" y="127"/>
                  </a:lnTo>
                  <a:lnTo>
                    <a:pt x="83" y="126"/>
                  </a:lnTo>
                  <a:lnTo>
                    <a:pt x="82" y="126"/>
                  </a:lnTo>
                  <a:lnTo>
                    <a:pt x="81" y="125"/>
                  </a:lnTo>
                  <a:lnTo>
                    <a:pt x="82" y="125"/>
                  </a:lnTo>
                  <a:lnTo>
                    <a:pt x="82" y="124"/>
                  </a:lnTo>
                  <a:lnTo>
                    <a:pt x="82" y="123"/>
                  </a:lnTo>
                  <a:lnTo>
                    <a:pt x="81" y="124"/>
                  </a:lnTo>
                  <a:lnTo>
                    <a:pt x="81" y="123"/>
                  </a:lnTo>
                  <a:lnTo>
                    <a:pt x="81" y="122"/>
                  </a:lnTo>
                  <a:lnTo>
                    <a:pt x="80" y="122"/>
                  </a:lnTo>
                  <a:lnTo>
                    <a:pt x="80" y="120"/>
                  </a:lnTo>
                  <a:lnTo>
                    <a:pt x="80" y="119"/>
                  </a:lnTo>
                  <a:lnTo>
                    <a:pt x="80" y="118"/>
                  </a:lnTo>
                  <a:lnTo>
                    <a:pt x="80" y="117"/>
                  </a:lnTo>
                  <a:lnTo>
                    <a:pt x="80" y="116"/>
                  </a:lnTo>
                  <a:lnTo>
                    <a:pt x="80" y="117"/>
                  </a:lnTo>
                  <a:lnTo>
                    <a:pt x="80" y="116"/>
                  </a:lnTo>
                  <a:lnTo>
                    <a:pt x="80" y="115"/>
                  </a:lnTo>
                  <a:lnTo>
                    <a:pt x="80" y="114"/>
                  </a:lnTo>
                  <a:lnTo>
                    <a:pt x="80" y="113"/>
                  </a:lnTo>
                  <a:lnTo>
                    <a:pt x="81" y="113"/>
                  </a:lnTo>
                  <a:lnTo>
                    <a:pt x="81" y="112"/>
                  </a:lnTo>
                  <a:lnTo>
                    <a:pt x="80" y="112"/>
                  </a:lnTo>
                  <a:lnTo>
                    <a:pt x="79" y="112"/>
                  </a:lnTo>
                  <a:lnTo>
                    <a:pt x="78" y="111"/>
                  </a:lnTo>
                  <a:lnTo>
                    <a:pt x="77" y="111"/>
                  </a:lnTo>
                  <a:lnTo>
                    <a:pt x="76" y="111"/>
                  </a:lnTo>
                  <a:lnTo>
                    <a:pt x="75" y="111"/>
                  </a:lnTo>
                  <a:lnTo>
                    <a:pt x="75" y="112"/>
                  </a:lnTo>
                  <a:lnTo>
                    <a:pt x="74" y="111"/>
                  </a:lnTo>
                  <a:lnTo>
                    <a:pt x="73" y="111"/>
                  </a:lnTo>
                  <a:lnTo>
                    <a:pt x="74" y="111"/>
                  </a:lnTo>
                  <a:lnTo>
                    <a:pt x="74" y="110"/>
                  </a:lnTo>
                  <a:lnTo>
                    <a:pt x="73" y="110"/>
                  </a:lnTo>
                  <a:lnTo>
                    <a:pt x="72" y="109"/>
                  </a:lnTo>
                  <a:lnTo>
                    <a:pt x="72" y="110"/>
                  </a:lnTo>
                  <a:lnTo>
                    <a:pt x="71" y="110"/>
                  </a:lnTo>
                  <a:lnTo>
                    <a:pt x="71" y="109"/>
                  </a:lnTo>
                  <a:lnTo>
                    <a:pt x="70" y="110"/>
                  </a:lnTo>
                  <a:lnTo>
                    <a:pt x="71" y="109"/>
                  </a:lnTo>
                  <a:lnTo>
                    <a:pt x="70" y="109"/>
                  </a:lnTo>
                  <a:lnTo>
                    <a:pt x="69" y="108"/>
                  </a:lnTo>
                  <a:lnTo>
                    <a:pt x="69" y="107"/>
                  </a:lnTo>
                  <a:lnTo>
                    <a:pt x="68" y="107"/>
                  </a:lnTo>
                  <a:lnTo>
                    <a:pt x="68" y="106"/>
                  </a:lnTo>
                  <a:lnTo>
                    <a:pt x="67" y="106"/>
                  </a:lnTo>
                  <a:lnTo>
                    <a:pt x="67" y="105"/>
                  </a:lnTo>
                  <a:lnTo>
                    <a:pt x="67" y="104"/>
                  </a:lnTo>
                  <a:lnTo>
                    <a:pt x="66" y="103"/>
                  </a:lnTo>
                  <a:lnTo>
                    <a:pt x="66" y="102"/>
                  </a:lnTo>
                  <a:lnTo>
                    <a:pt x="65" y="102"/>
                  </a:lnTo>
                  <a:lnTo>
                    <a:pt x="65" y="101"/>
                  </a:lnTo>
                  <a:lnTo>
                    <a:pt x="64" y="101"/>
                  </a:lnTo>
                  <a:lnTo>
                    <a:pt x="64" y="100"/>
                  </a:lnTo>
                  <a:lnTo>
                    <a:pt x="64" y="99"/>
                  </a:lnTo>
                  <a:lnTo>
                    <a:pt x="63" y="99"/>
                  </a:lnTo>
                  <a:lnTo>
                    <a:pt x="62" y="99"/>
                  </a:lnTo>
                  <a:lnTo>
                    <a:pt x="61" y="98"/>
                  </a:lnTo>
                  <a:lnTo>
                    <a:pt x="60" y="97"/>
                  </a:lnTo>
                  <a:lnTo>
                    <a:pt x="59" y="96"/>
                  </a:lnTo>
                  <a:lnTo>
                    <a:pt x="59" y="95"/>
                  </a:lnTo>
                  <a:lnTo>
                    <a:pt x="59" y="94"/>
                  </a:lnTo>
                  <a:lnTo>
                    <a:pt x="58" y="94"/>
                  </a:lnTo>
                  <a:lnTo>
                    <a:pt x="57" y="93"/>
                  </a:lnTo>
                  <a:lnTo>
                    <a:pt x="57" y="92"/>
                  </a:lnTo>
                  <a:lnTo>
                    <a:pt x="56" y="91"/>
                  </a:lnTo>
                  <a:lnTo>
                    <a:pt x="56" y="90"/>
                  </a:lnTo>
                  <a:lnTo>
                    <a:pt x="55" y="90"/>
                  </a:lnTo>
                  <a:lnTo>
                    <a:pt x="56" y="90"/>
                  </a:lnTo>
                  <a:lnTo>
                    <a:pt x="55" y="88"/>
                  </a:lnTo>
                  <a:lnTo>
                    <a:pt x="54" y="88"/>
                  </a:lnTo>
                  <a:lnTo>
                    <a:pt x="54" y="87"/>
                  </a:lnTo>
                  <a:lnTo>
                    <a:pt x="53" y="86"/>
                  </a:lnTo>
                  <a:lnTo>
                    <a:pt x="53" y="85"/>
                  </a:lnTo>
                  <a:lnTo>
                    <a:pt x="52" y="85"/>
                  </a:lnTo>
                  <a:lnTo>
                    <a:pt x="52" y="84"/>
                  </a:lnTo>
                  <a:lnTo>
                    <a:pt x="52" y="83"/>
                  </a:lnTo>
                  <a:lnTo>
                    <a:pt x="51" y="83"/>
                  </a:lnTo>
                  <a:lnTo>
                    <a:pt x="52" y="82"/>
                  </a:lnTo>
                  <a:lnTo>
                    <a:pt x="52" y="81"/>
                  </a:lnTo>
                  <a:lnTo>
                    <a:pt x="51" y="81"/>
                  </a:lnTo>
                  <a:lnTo>
                    <a:pt x="51" y="80"/>
                  </a:lnTo>
                  <a:lnTo>
                    <a:pt x="51" y="79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0" y="77"/>
                  </a:lnTo>
                  <a:lnTo>
                    <a:pt x="49" y="77"/>
                  </a:lnTo>
                  <a:lnTo>
                    <a:pt x="49" y="78"/>
                  </a:lnTo>
                  <a:lnTo>
                    <a:pt x="48" y="77"/>
                  </a:lnTo>
                  <a:lnTo>
                    <a:pt x="48" y="76"/>
                  </a:lnTo>
                  <a:lnTo>
                    <a:pt x="47" y="76"/>
                  </a:lnTo>
                  <a:lnTo>
                    <a:pt x="48" y="74"/>
                  </a:lnTo>
                  <a:lnTo>
                    <a:pt x="48" y="73"/>
                  </a:lnTo>
                  <a:lnTo>
                    <a:pt x="47" y="72"/>
                  </a:lnTo>
                  <a:lnTo>
                    <a:pt x="47" y="71"/>
                  </a:lnTo>
                  <a:lnTo>
                    <a:pt x="46" y="70"/>
                  </a:lnTo>
                  <a:lnTo>
                    <a:pt x="46" y="68"/>
                  </a:lnTo>
                  <a:lnTo>
                    <a:pt x="45" y="68"/>
                  </a:lnTo>
                  <a:lnTo>
                    <a:pt x="44" y="66"/>
                  </a:lnTo>
                  <a:lnTo>
                    <a:pt x="44" y="65"/>
                  </a:lnTo>
                  <a:lnTo>
                    <a:pt x="44" y="64"/>
                  </a:lnTo>
                  <a:lnTo>
                    <a:pt x="43" y="63"/>
                  </a:lnTo>
                  <a:lnTo>
                    <a:pt x="42" y="63"/>
                  </a:lnTo>
                  <a:lnTo>
                    <a:pt x="42" y="60"/>
                  </a:lnTo>
                  <a:lnTo>
                    <a:pt x="42" y="59"/>
                  </a:lnTo>
                  <a:lnTo>
                    <a:pt x="42" y="57"/>
                  </a:lnTo>
                  <a:lnTo>
                    <a:pt x="42" y="56"/>
                  </a:lnTo>
                  <a:lnTo>
                    <a:pt x="41" y="55"/>
                  </a:lnTo>
                  <a:lnTo>
                    <a:pt x="40" y="55"/>
                  </a:lnTo>
                  <a:lnTo>
                    <a:pt x="41" y="53"/>
                  </a:lnTo>
                  <a:lnTo>
                    <a:pt x="41" y="52"/>
                  </a:lnTo>
                  <a:lnTo>
                    <a:pt x="40" y="50"/>
                  </a:lnTo>
                  <a:lnTo>
                    <a:pt x="39" y="49"/>
                  </a:lnTo>
                  <a:lnTo>
                    <a:pt x="38" y="49"/>
                  </a:lnTo>
                  <a:lnTo>
                    <a:pt x="37" y="46"/>
                  </a:lnTo>
                  <a:lnTo>
                    <a:pt x="37" y="45"/>
                  </a:lnTo>
                  <a:lnTo>
                    <a:pt x="37" y="43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7" y="39"/>
                  </a:lnTo>
                  <a:lnTo>
                    <a:pt x="37" y="38"/>
                  </a:lnTo>
                  <a:lnTo>
                    <a:pt x="37" y="37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8" y="35"/>
                  </a:lnTo>
                  <a:lnTo>
                    <a:pt x="39" y="35"/>
                  </a:lnTo>
                  <a:lnTo>
                    <a:pt x="38" y="34"/>
                  </a:lnTo>
                  <a:lnTo>
                    <a:pt x="37" y="34"/>
                  </a:lnTo>
                  <a:lnTo>
                    <a:pt x="36" y="33"/>
                  </a:lnTo>
                  <a:lnTo>
                    <a:pt x="36" y="32"/>
                  </a:lnTo>
                  <a:lnTo>
                    <a:pt x="35" y="32"/>
                  </a:lnTo>
                  <a:lnTo>
                    <a:pt x="34" y="32"/>
                  </a:lnTo>
                  <a:lnTo>
                    <a:pt x="32" y="31"/>
                  </a:lnTo>
                  <a:lnTo>
                    <a:pt x="31" y="31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7" y="29"/>
                  </a:lnTo>
                  <a:lnTo>
                    <a:pt x="28" y="28"/>
                  </a:lnTo>
                  <a:lnTo>
                    <a:pt x="28" y="27"/>
                  </a:lnTo>
                  <a:lnTo>
                    <a:pt x="27" y="26"/>
                  </a:lnTo>
                  <a:lnTo>
                    <a:pt x="27" y="25"/>
                  </a:lnTo>
                  <a:lnTo>
                    <a:pt x="25" y="24"/>
                  </a:lnTo>
                  <a:lnTo>
                    <a:pt x="24" y="24"/>
                  </a:lnTo>
                  <a:lnTo>
                    <a:pt x="24" y="23"/>
                  </a:lnTo>
                  <a:lnTo>
                    <a:pt x="23" y="24"/>
                  </a:lnTo>
                  <a:lnTo>
                    <a:pt x="23" y="23"/>
                  </a:lnTo>
                  <a:lnTo>
                    <a:pt x="22" y="23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0" y="23"/>
                  </a:lnTo>
                  <a:lnTo>
                    <a:pt x="19" y="24"/>
                  </a:lnTo>
                  <a:lnTo>
                    <a:pt x="19" y="25"/>
                  </a:lnTo>
                  <a:lnTo>
                    <a:pt x="18" y="25"/>
                  </a:lnTo>
                  <a:lnTo>
                    <a:pt x="17" y="25"/>
                  </a:lnTo>
                  <a:lnTo>
                    <a:pt x="17" y="24"/>
                  </a:lnTo>
                  <a:lnTo>
                    <a:pt x="16" y="24"/>
                  </a:lnTo>
                  <a:lnTo>
                    <a:pt x="15" y="24"/>
                  </a:lnTo>
                  <a:lnTo>
                    <a:pt x="15" y="23"/>
                  </a:lnTo>
                  <a:lnTo>
                    <a:pt x="14" y="22"/>
                  </a:lnTo>
                  <a:lnTo>
                    <a:pt x="13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9" y="18"/>
                  </a:lnTo>
                  <a:lnTo>
                    <a:pt x="8" y="18"/>
                  </a:lnTo>
                  <a:lnTo>
                    <a:pt x="7" y="17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5" y="18"/>
                  </a:lnTo>
                  <a:lnTo>
                    <a:pt x="4" y="17"/>
                  </a:lnTo>
                  <a:lnTo>
                    <a:pt x="2" y="14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8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5"/>
                  </a:lnTo>
                  <a:lnTo>
                    <a:pt x="5" y="2"/>
                  </a:lnTo>
                  <a:lnTo>
                    <a:pt x="7" y="0"/>
                  </a:lnTo>
                  <a:lnTo>
                    <a:pt x="10" y="3"/>
                  </a:lnTo>
                  <a:lnTo>
                    <a:pt x="35" y="14"/>
                  </a:lnTo>
                  <a:lnTo>
                    <a:pt x="69" y="30"/>
                  </a:lnTo>
                  <a:lnTo>
                    <a:pt x="71" y="31"/>
                  </a:lnTo>
                  <a:lnTo>
                    <a:pt x="72" y="31"/>
                  </a:lnTo>
                  <a:lnTo>
                    <a:pt x="77" y="34"/>
                  </a:lnTo>
                  <a:lnTo>
                    <a:pt x="89" y="34"/>
                  </a:lnTo>
                  <a:lnTo>
                    <a:pt x="116" y="36"/>
                  </a:lnTo>
                  <a:lnTo>
                    <a:pt x="120" y="36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5000190" y="4304011"/>
              <a:ext cx="360782" cy="407256"/>
            </a:xfrm>
            <a:custGeom>
              <a:avLst/>
              <a:gdLst>
                <a:gd name="T0" fmla="*/ 2147483647 w 32"/>
                <a:gd name="T1" fmla="*/ 2147483647 h 37"/>
                <a:gd name="T2" fmla="*/ 2147483647 w 32"/>
                <a:gd name="T3" fmla="*/ 2147483647 h 37"/>
                <a:gd name="T4" fmla="*/ 2147483647 w 32"/>
                <a:gd name="T5" fmla="*/ 2147483647 h 37"/>
                <a:gd name="T6" fmla="*/ 2147483647 w 32"/>
                <a:gd name="T7" fmla="*/ 2147483647 h 37"/>
                <a:gd name="T8" fmla="*/ 2147483647 w 32"/>
                <a:gd name="T9" fmla="*/ 2147483647 h 37"/>
                <a:gd name="T10" fmla="*/ 2147483647 w 32"/>
                <a:gd name="T11" fmla="*/ 2147483647 h 37"/>
                <a:gd name="T12" fmla="*/ 2147483647 w 32"/>
                <a:gd name="T13" fmla="*/ 2147483647 h 37"/>
                <a:gd name="T14" fmla="*/ 2147483647 w 32"/>
                <a:gd name="T15" fmla="*/ 2147483647 h 37"/>
                <a:gd name="T16" fmla="*/ 2147483647 w 32"/>
                <a:gd name="T17" fmla="*/ 2147483647 h 37"/>
                <a:gd name="T18" fmla="*/ 2147483647 w 32"/>
                <a:gd name="T19" fmla="*/ 2147483647 h 37"/>
                <a:gd name="T20" fmla="*/ 2147483647 w 32"/>
                <a:gd name="T21" fmla="*/ 2147483647 h 37"/>
                <a:gd name="T22" fmla="*/ 2147483647 w 32"/>
                <a:gd name="T23" fmla="*/ 2147483647 h 37"/>
                <a:gd name="T24" fmla="*/ 2147483647 w 32"/>
                <a:gd name="T25" fmla="*/ 2147483647 h 37"/>
                <a:gd name="T26" fmla="*/ 2147483647 w 32"/>
                <a:gd name="T27" fmla="*/ 2147483647 h 37"/>
                <a:gd name="T28" fmla="*/ 2147483647 w 32"/>
                <a:gd name="T29" fmla="*/ 2147483647 h 37"/>
                <a:gd name="T30" fmla="*/ 2147483647 w 32"/>
                <a:gd name="T31" fmla="*/ 2147483647 h 37"/>
                <a:gd name="T32" fmla="*/ 2147483647 w 32"/>
                <a:gd name="T33" fmla="*/ 2147483647 h 37"/>
                <a:gd name="T34" fmla="*/ 2147483647 w 32"/>
                <a:gd name="T35" fmla="*/ 2147483647 h 37"/>
                <a:gd name="T36" fmla="*/ 2147483647 w 32"/>
                <a:gd name="T37" fmla="*/ 2147483647 h 37"/>
                <a:gd name="T38" fmla="*/ 2147483647 w 32"/>
                <a:gd name="T39" fmla="*/ 2147483647 h 37"/>
                <a:gd name="T40" fmla="*/ 2147483647 w 32"/>
                <a:gd name="T41" fmla="*/ 2147483647 h 37"/>
                <a:gd name="T42" fmla="*/ 2147483647 w 32"/>
                <a:gd name="T43" fmla="*/ 2147483647 h 37"/>
                <a:gd name="T44" fmla="*/ 2147483647 w 32"/>
                <a:gd name="T45" fmla="*/ 2147483647 h 37"/>
                <a:gd name="T46" fmla="*/ 2147483647 w 32"/>
                <a:gd name="T47" fmla="*/ 2147483647 h 37"/>
                <a:gd name="T48" fmla="*/ 2147483647 w 32"/>
                <a:gd name="T49" fmla="*/ 2147483647 h 37"/>
                <a:gd name="T50" fmla="*/ 2147483647 w 32"/>
                <a:gd name="T51" fmla="*/ 2147483647 h 37"/>
                <a:gd name="T52" fmla="*/ 2147483647 w 32"/>
                <a:gd name="T53" fmla="*/ 2147483647 h 37"/>
                <a:gd name="T54" fmla="*/ 2147483647 w 32"/>
                <a:gd name="T55" fmla="*/ 0 h 37"/>
                <a:gd name="T56" fmla="*/ 2147483647 w 32"/>
                <a:gd name="T57" fmla="*/ 0 h 37"/>
                <a:gd name="T58" fmla="*/ 2147483647 w 32"/>
                <a:gd name="T59" fmla="*/ 0 h 37"/>
                <a:gd name="T60" fmla="*/ 2147483647 w 32"/>
                <a:gd name="T61" fmla="*/ 2147483647 h 37"/>
                <a:gd name="T62" fmla="*/ 2147483647 w 32"/>
                <a:gd name="T63" fmla="*/ 2147483647 h 37"/>
                <a:gd name="T64" fmla="*/ 2147483647 w 32"/>
                <a:gd name="T65" fmla="*/ 2147483647 h 37"/>
                <a:gd name="T66" fmla="*/ 2147483647 w 32"/>
                <a:gd name="T67" fmla="*/ 2147483647 h 37"/>
                <a:gd name="T68" fmla="*/ 2147483647 w 32"/>
                <a:gd name="T69" fmla="*/ 2147483647 h 37"/>
                <a:gd name="T70" fmla="*/ 2147483647 w 32"/>
                <a:gd name="T71" fmla="*/ 2147483647 h 37"/>
                <a:gd name="T72" fmla="*/ 2147483647 w 32"/>
                <a:gd name="T73" fmla="*/ 2147483647 h 37"/>
                <a:gd name="T74" fmla="*/ 2147483647 w 32"/>
                <a:gd name="T75" fmla="*/ 2147483647 h 37"/>
                <a:gd name="T76" fmla="*/ 2147483647 w 32"/>
                <a:gd name="T77" fmla="*/ 2147483647 h 37"/>
                <a:gd name="T78" fmla="*/ 2147483647 w 32"/>
                <a:gd name="T79" fmla="*/ 2147483647 h 37"/>
                <a:gd name="T80" fmla="*/ 2147483647 w 32"/>
                <a:gd name="T81" fmla="*/ 2147483647 h 37"/>
                <a:gd name="T82" fmla="*/ 2147483647 w 32"/>
                <a:gd name="T83" fmla="*/ 2147483647 h 37"/>
                <a:gd name="T84" fmla="*/ 2147483647 w 32"/>
                <a:gd name="T85" fmla="*/ 2147483647 h 37"/>
                <a:gd name="T86" fmla="*/ 2147483647 w 32"/>
                <a:gd name="T87" fmla="*/ 2147483647 h 37"/>
                <a:gd name="T88" fmla="*/ 2147483647 w 32"/>
                <a:gd name="T89" fmla="*/ 2147483647 h 37"/>
                <a:gd name="T90" fmla="*/ 2147483647 w 32"/>
                <a:gd name="T91" fmla="*/ 2147483647 h 37"/>
                <a:gd name="T92" fmla="*/ 2147483647 w 32"/>
                <a:gd name="T93" fmla="*/ 2147483647 h 37"/>
                <a:gd name="T94" fmla="*/ 2147483647 w 32"/>
                <a:gd name="T95" fmla="*/ 2147483647 h 37"/>
                <a:gd name="T96" fmla="*/ 2147483647 w 32"/>
                <a:gd name="T97" fmla="*/ 2147483647 h 37"/>
                <a:gd name="T98" fmla="*/ 2147483647 w 32"/>
                <a:gd name="T99" fmla="*/ 2147483647 h 37"/>
                <a:gd name="T100" fmla="*/ 2147483647 w 32"/>
                <a:gd name="T101" fmla="*/ 2147483647 h 37"/>
                <a:gd name="T102" fmla="*/ 2147483647 w 32"/>
                <a:gd name="T103" fmla="*/ 2147483647 h 37"/>
                <a:gd name="T104" fmla="*/ 2147483647 w 32"/>
                <a:gd name="T105" fmla="*/ 2147483647 h 37"/>
                <a:gd name="T106" fmla="*/ 2147483647 w 32"/>
                <a:gd name="T107" fmla="*/ 2147483647 h 37"/>
                <a:gd name="T108" fmla="*/ 2147483647 w 32"/>
                <a:gd name="T109" fmla="*/ 2147483647 h 37"/>
                <a:gd name="T110" fmla="*/ 2147483647 w 32"/>
                <a:gd name="T111" fmla="*/ 2147483647 h 37"/>
                <a:gd name="T112" fmla="*/ 2147483647 w 32"/>
                <a:gd name="T113" fmla="*/ 2147483647 h 37"/>
                <a:gd name="T114" fmla="*/ 0 w 32"/>
                <a:gd name="T115" fmla="*/ 2147483647 h 3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2" h="37">
                  <a:moveTo>
                    <a:pt x="0" y="20"/>
                  </a:moveTo>
                  <a:lnTo>
                    <a:pt x="1" y="18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4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9" y="16"/>
                  </a:lnTo>
                  <a:lnTo>
                    <a:pt x="10" y="15"/>
                  </a:lnTo>
                  <a:lnTo>
                    <a:pt x="10" y="14"/>
                  </a:lnTo>
                  <a:lnTo>
                    <a:pt x="10" y="13"/>
                  </a:lnTo>
                  <a:lnTo>
                    <a:pt x="11" y="10"/>
                  </a:lnTo>
                  <a:lnTo>
                    <a:pt x="13" y="10"/>
                  </a:lnTo>
                  <a:lnTo>
                    <a:pt x="14" y="10"/>
                  </a:lnTo>
                  <a:lnTo>
                    <a:pt x="15" y="11"/>
                  </a:lnTo>
                  <a:lnTo>
                    <a:pt x="16" y="10"/>
                  </a:lnTo>
                  <a:lnTo>
                    <a:pt x="17" y="9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8" y="2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4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9" y="2"/>
                  </a:lnTo>
                  <a:lnTo>
                    <a:pt x="30" y="5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1" y="9"/>
                  </a:lnTo>
                  <a:lnTo>
                    <a:pt x="30" y="10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6" y="11"/>
                  </a:lnTo>
                  <a:lnTo>
                    <a:pt x="25" y="15"/>
                  </a:lnTo>
                  <a:lnTo>
                    <a:pt x="23" y="17"/>
                  </a:lnTo>
                  <a:lnTo>
                    <a:pt x="22" y="18"/>
                  </a:lnTo>
                  <a:lnTo>
                    <a:pt x="22" y="19"/>
                  </a:lnTo>
                  <a:lnTo>
                    <a:pt x="22" y="20"/>
                  </a:lnTo>
                  <a:lnTo>
                    <a:pt x="22" y="21"/>
                  </a:lnTo>
                  <a:lnTo>
                    <a:pt x="20" y="21"/>
                  </a:lnTo>
                  <a:lnTo>
                    <a:pt x="19" y="22"/>
                  </a:lnTo>
                  <a:lnTo>
                    <a:pt x="17" y="23"/>
                  </a:lnTo>
                  <a:lnTo>
                    <a:pt x="16" y="23"/>
                  </a:lnTo>
                  <a:lnTo>
                    <a:pt x="15" y="27"/>
                  </a:lnTo>
                  <a:lnTo>
                    <a:pt x="15" y="28"/>
                  </a:lnTo>
                  <a:lnTo>
                    <a:pt x="14" y="29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7" y="32"/>
                  </a:lnTo>
                  <a:lnTo>
                    <a:pt x="16" y="36"/>
                  </a:lnTo>
                  <a:lnTo>
                    <a:pt x="15" y="35"/>
                  </a:lnTo>
                  <a:lnTo>
                    <a:pt x="16" y="37"/>
                  </a:lnTo>
                  <a:lnTo>
                    <a:pt x="11" y="36"/>
                  </a:lnTo>
                  <a:lnTo>
                    <a:pt x="10" y="35"/>
                  </a:lnTo>
                  <a:lnTo>
                    <a:pt x="8" y="34"/>
                  </a:lnTo>
                  <a:lnTo>
                    <a:pt x="7" y="33"/>
                  </a:lnTo>
                  <a:lnTo>
                    <a:pt x="6" y="32"/>
                  </a:lnTo>
                  <a:lnTo>
                    <a:pt x="6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2" y="24"/>
                  </a:lnTo>
                  <a:lnTo>
                    <a:pt x="1" y="23"/>
                  </a:lnTo>
                  <a:lnTo>
                    <a:pt x="0" y="21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4661957" y="4997642"/>
              <a:ext cx="890680" cy="605381"/>
            </a:xfrm>
            <a:custGeom>
              <a:avLst/>
              <a:gdLst>
                <a:gd name="T0" fmla="*/ 2147483647 w 79"/>
                <a:gd name="T1" fmla="*/ 2147483647 h 55"/>
                <a:gd name="T2" fmla="*/ 2147483647 w 79"/>
                <a:gd name="T3" fmla="*/ 2147483647 h 55"/>
                <a:gd name="T4" fmla="*/ 2147483647 w 79"/>
                <a:gd name="T5" fmla="*/ 2147483647 h 55"/>
                <a:gd name="T6" fmla="*/ 2147483647 w 79"/>
                <a:gd name="T7" fmla="*/ 2147483647 h 55"/>
                <a:gd name="T8" fmla="*/ 2147483647 w 79"/>
                <a:gd name="T9" fmla="*/ 2147483647 h 55"/>
                <a:gd name="T10" fmla="*/ 2147483647 w 79"/>
                <a:gd name="T11" fmla="*/ 2147483647 h 55"/>
                <a:gd name="T12" fmla="*/ 2147483647 w 79"/>
                <a:gd name="T13" fmla="*/ 2147483647 h 55"/>
                <a:gd name="T14" fmla="*/ 2147483647 w 79"/>
                <a:gd name="T15" fmla="*/ 2147483647 h 55"/>
                <a:gd name="T16" fmla="*/ 2147483647 w 79"/>
                <a:gd name="T17" fmla="*/ 2147483647 h 55"/>
                <a:gd name="T18" fmla="*/ 2147483647 w 79"/>
                <a:gd name="T19" fmla="*/ 2147483647 h 55"/>
                <a:gd name="T20" fmla="*/ 2147483647 w 79"/>
                <a:gd name="T21" fmla="*/ 2147483647 h 55"/>
                <a:gd name="T22" fmla="*/ 2147483647 w 79"/>
                <a:gd name="T23" fmla="*/ 2147483647 h 55"/>
                <a:gd name="T24" fmla="*/ 2147483647 w 79"/>
                <a:gd name="T25" fmla="*/ 2147483647 h 55"/>
                <a:gd name="T26" fmla="*/ 2147483647 w 79"/>
                <a:gd name="T27" fmla="*/ 2147483647 h 55"/>
                <a:gd name="T28" fmla="*/ 2147483647 w 79"/>
                <a:gd name="T29" fmla="*/ 2147483647 h 55"/>
                <a:gd name="T30" fmla="*/ 2147483647 w 79"/>
                <a:gd name="T31" fmla="*/ 2147483647 h 55"/>
                <a:gd name="T32" fmla="*/ 2147483647 w 79"/>
                <a:gd name="T33" fmla="*/ 2147483647 h 55"/>
                <a:gd name="T34" fmla="*/ 2147483647 w 79"/>
                <a:gd name="T35" fmla="*/ 2147483647 h 55"/>
                <a:gd name="T36" fmla="*/ 2147483647 w 79"/>
                <a:gd name="T37" fmla="*/ 2147483647 h 55"/>
                <a:gd name="T38" fmla="*/ 2147483647 w 79"/>
                <a:gd name="T39" fmla="*/ 2147483647 h 55"/>
                <a:gd name="T40" fmla="*/ 2147483647 w 79"/>
                <a:gd name="T41" fmla="*/ 2147483647 h 55"/>
                <a:gd name="T42" fmla="*/ 2147483647 w 79"/>
                <a:gd name="T43" fmla="*/ 2147483647 h 55"/>
                <a:gd name="T44" fmla="*/ 2147483647 w 79"/>
                <a:gd name="T45" fmla="*/ 2147483647 h 55"/>
                <a:gd name="T46" fmla="*/ 2147483647 w 79"/>
                <a:gd name="T47" fmla="*/ 2147483647 h 55"/>
                <a:gd name="T48" fmla="*/ 2147483647 w 79"/>
                <a:gd name="T49" fmla="*/ 2147483647 h 55"/>
                <a:gd name="T50" fmla="*/ 2147483647 w 79"/>
                <a:gd name="T51" fmla="*/ 2147483647 h 55"/>
                <a:gd name="T52" fmla="*/ 2147483647 w 79"/>
                <a:gd name="T53" fmla="*/ 2147483647 h 55"/>
                <a:gd name="T54" fmla="*/ 2147483647 w 79"/>
                <a:gd name="T55" fmla="*/ 2147483647 h 55"/>
                <a:gd name="T56" fmla="*/ 2147483647 w 79"/>
                <a:gd name="T57" fmla="*/ 2147483647 h 55"/>
                <a:gd name="T58" fmla="*/ 2147483647 w 79"/>
                <a:gd name="T59" fmla="*/ 2147483647 h 55"/>
                <a:gd name="T60" fmla="*/ 2147483647 w 79"/>
                <a:gd name="T61" fmla="*/ 2147483647 h 55"/>
                <a:gd name="T62" fmla="*/ 2147483647 w 79"/>
                <a:gd name="T63" fmla="*/ 2147483647 h 55"/>
                <a:gd name="T64" fmla="*/ 2147483647 w 79"/>
                <a:gd name="T65" fmla="*/ 2147483647 h 55"/>
                <a:gd name="T66" fmla="*/ 2147483647 w 79"/>
                <a:gd name="T67" fmla="*/ 2147483647 h 55"/>
                <a:gd name="T68" fmla="*/ 2147483647 w 79"/>
                <a:gd name="T69" fmla="*/ 2147483647 h 55"/>
                <a:gd name="T70" fmla="*/ 2147483647 w 79"/>
                <a:gd name="T71" fmla="*/ 2147483647 h 55"/>
                <a:gd name="T72" fmla="*/ 2147483647 w 79"/>
                <a:gd name="T73" fmla="*/ 2147483647 h 55"/>
                <a:gd name="T74" fmla="*/ 2147483647 w 79"/>
                <a:gd name="T75" fmla="*/ 2147483647 h 55"/>
                <a:gd name="T76" fmla="*/ 2147483647 w 79"/>
                <a:gd name="T77" fmla="*/ 2147483647 h 55"/>
                <a:gd name="T78" fmla="*/ 2147483647 w 79"/>
                <a:gd name="T79" fmla="*/ 2147483647 h 55"/>
                <a:gd name="T80" fmla="*/ 2147483647 w 79"/>
                <a:gd name="T81" fmla="*/ 2147483647 h 55"/>
                <a:gd name="T82" fmla="*/ 2147483647 w 79"/>
                <a:gd name="T83" fmla="*/ 2147483647 h 55"/>
                <a:gd name="T84" fmla="*/ 2147483647 w 79"/>
                <a:gd name="T85" fmla="*/ 2147483647 h 55"/>
                <a:gd name="T86" fmla="*/ 2147483647 w 79"/>
                <a:gd name="T87" fmla="*/ 2147483647 h 55"/>
                <a:gd name="T88" fmla="*/ 2147483647 w 79"/>
                <a:gd name="T89" fmla="*/ 2147483647 h 55"/>
                <a:gd name="T90" fmla="*/ 2147483647 w 79"/>
                <a:gd name="T91" fmla="*/ 2147483647 h 55"/>
                <a:gd name="T92" fmla="*/ 2147483647 w 79"/>
                <a:gd name="T93" fmla="*/ 2147483647 h 55"/>
                <a:gd name="T94" fmla="*/ 2147483647 w 79"/>
                <a:gd name="T95" fmla="*/ 2147483647 h 55"/>
                <a:gd name="T96" fmla="*/ 2147483647 w 79"/>
                <a:gd name="T97" fmla="*/ 2147483647 h 55"/>
                <a:gd name="T98" fmla="*/ 2147483647 w 79"/>
                <a:gd name="T99" fmla="*/ 2147483647 h 55"/>
                <a:gd name="T100" fmla="*/ 2147483647 w 79"/>
                <a:gd name="T101" fmla="*/ 2147483647 h 55"/>
                <a:gd name="T102" fmla="*/ 2147483647 w 79"/>
                <a:gd name="T103" fmla="*/ 2147483647 h 55"/>
                <a:gd name="T104" fmla="*/ 2147483647 w 79"/>
                <a:gd name="T105" fmla="*/ 2147483647 h 55"/>
                <a:gd name="T106" fmla="*/ 2147483647 w 79"/>
                <a:gd name="T107" fmla="*/ 2147483647 h 55"/>
                <a:gd name="T108" fmla="*/ 2147483647 w 79"/>
                <a:gd name="T109" fmla="*/ 2147483647 h 55"/>
                <a:gd name="T110" fmla="*/ 2147483647 w 79"/>
                <a:gd name="T111" fmla="*/ 2147483647 h 55"/>
                <a:gd name="T112" fmla="*/ 2147483647 w 79"/>
                <a:gd name="T113" fmla="*/ 2147483647 h 55"/>
                <a:gd name="T114" fmla="*/ 2147483647 w 79"/>
                <a:gd name="T115" fmla="*/ 2147483647 h 55"/>
                <a:gd name="T116" fmla="*/ 2147483647 w 79"/>
                <a:gd name="T117" fmla="*/ 2147483647 h 55"/>
                <a:gd name="T118" fmla="*/ 2147483647 w 79"/>
                <a:gd name="T119" fmla="*/ 2147483647 h 55"/>
                <a:gd name="T120" fmla="*/ 2147483647 w 79"/>
                <a:gd name="T121" fmla="*/ 2147483647 h 55"/>
                <a:gd name="T122" fmla="*/ 2147483647 w 79"/>
                <a:gd name="T123" fmla="*/ 2147483647 h 55"/>
                <a:gd name="T124" fmla="*/ 2147483647 w 79"/>
                <a:gd name="T125" fmla="*/ 2147483647 h 5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79" h="55">
                  <a:moveTo>
                    <a:pt x="0" y="19"/>
                  </a:moveTo>
                  <a:lnTo>
                    <a:pt x="0" y="18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3" y="14"/>
                  </a:lnTo>
                  <a:lnTo>
                    <a:pt x="2" y="14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7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12" y="8"/>
                  </a:lnTo>
                  <a:lnTo>
                    <a:pt x="13" y="9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7" y="8"/>
                  </a:lnTo>
                  <a:lnTo>
                    <a:pt x="19" y="9"/>
                  </a:lnTo>
                  <a:lnTo>
                    <a:pt x="21" y="9"/>
                  </a:lnTo>
                  <a:lnTo>
                    <a:pt x="22" y="10"/>
                  </a:lnTo>
                  <a:lnTo>
                    <a:pt x="24" y="10"/>
                  </a:lnTo>
                  <a:lnTo>
                    <a:pt x="25" y="10"/>
                  </a:lnTo>
                  <a:lnTo>
                    <a:pt x="25" y="11"/>
                  </a:lnTo>
                  <a:lnTo>
                    <a:pt x="26" y="11"/>
                  </a:lnTo>
                  <a:lnTo>
                    <a:pt x="27" y="11"/>
                  </a:lnTo>
                  <a:lnTo>
                    <a:pt x="28" y="11"/>
                  </a:lnTo>
                  <a:lnTo>
                    <a:pt x="29" y="11"/>
                  </a:lnTo>
                  <a:lnTo>
                    <a:pt x="29" y="12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1" y="12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30" y="8"/>
                  </a:lnTo>
                  <a:lnTo>
                    <a:pt x="30" y="7"/>
                  </a:lnTo>
                  <a:lnTo>
                    <a:pt x="29" y="7"/>
                  </a:lnTo>
                  <a:lnTo>
                    <a:pt x="29" y="6"/>
                  </a:lnTo>
                  <a:lnTo>
                    <a:pt x="29" y="5"/>
                  </a:lnTo>
                  <a:lnTo>
                    <a:pt x="29" y="4"/>
                  </a:lnTo>
                  <a:lnTo>
                    <a:pt x="29" y="3"/>
                  </a:lnTo>
                  <a:lnTo>
                    <a:pt x="29" y="2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31" y="2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34" y="1"/>
                  </a:lnTo>
                  <a:lnTo>
                    <a:pt x="35" y="2"/>
                  </a:lnTo>
                  <a:lnTo>
                    <a:pt x="35" y="3"/>
                  </a:lnTo>
                  <a:lnTo>
                    <a:pt x="36" y="3"/>
                  </a:lnTo>
                  <a:lnTo>
                    <a:pt x="37" y="4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6" y="7"/>
                  </a:lnTo>
                  <a:lnTo>
                    <a:pt x="36" y="8"/>
                  </a:lnTo>
                  <a:lnTo>
                    <a:pt x="35" y="8"/>
                  </a:lnTo>
                  <a:lnTo>
                    <a:pt x="35" y="9"/>
                  </a:lnTo>
                  <a:lnTo>
                    <a:pt x="36" y="9"/>
                  </a:lnTo>
                  <a:lnTo>
                    <a:pt x="36" y="8"/>
                  </a:lnTo>
                  <a:lnTo>
                    <a:pt x="37" y="9"/>
                  </a:lnTo>
                  <a:lnTo>
                    <a:pt x="37" y="10"/>
                  </a:lnTo>
                  <a:lnTo>
                    <a:pt x="38" y="10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1" y="7"/>
                  </a:lnTo>
                  <a:lnTo>
                    <a:pt x="43" y="6"/>
                  </a:lnTo>
                  <a:lnTo>
                    <a:pt x="44" y="6"/>
                  </a:lnTo>
                  <a:lnTo>
                    <a:pt x="45" y="5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7" y="5"/>
                  </a:lnTo>
                  <a:lnTo>
                    <a:pt x="48" y="5"/>
                  </a:lnTo>
                  <a:lnTo>
                    <a:pt x="49" y="3"/>
                  </a:lnTo>
                  <a:lnTo>
                    <a:pt x="49" y="2"/>
                  </a:lnTo>
                  <a:lnTo>
                    <a:pt x="50" y="2"/>
                  </a:lnTo>
                  <a:lnTo>
                    <a:pt x="49" y="2"/>
                  </a:lnTo>
                  <a:lnTo>
                    <a:pt x="50" y="1"/>
                  </a:lnTo>
                  <a:lnTo>
                    <a:pt x="50" y="2"/>
                  </a:lnTo>
                  <a:lnTo>
                    <a:pt x="51" y="2"/>
                  </a:lnTo>
                  <a:lnTo>
                    <a:pt x="51" y="3"/>
                  </a:lnTo>
                  <a:lnTo>
                    <a:pt x="51" y="4"/>
                  </a:lnTo>
                  <a:lnTo>
                    <a:pt x="52" y="4"/>
                  </a:lnTo>
                  <a:lnTo>
                    <a:pt x="53" y="6"/>
                  </a:lnTo>
                  <a:lnTo>
                    <a:pt x="53" y="7"/>
                  </a:lnTo>
                  <a:lnTo>
                    <a:pt x="54" y="8"/>
                  </a:lnTo>
                  <a:lnTo>
                    <a:pt x="56" y="8"/>
                  </a:lnTo>
                  <a:lnTo>
                    <a:pt x="56" y="7"/>
                  </a:lnTo>
                  <a:lnTo>
                    <a:pt x="57" y="6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58" y="9"/>
                  </a:lnTo>
                  <a:lnTo>
                    <a:pt x="59" y="9"/>
                  </a:lnTo>
                  <a:lnTo>
                    <a:pt x="59" y="10"/>
                  </a:lnTo>
                  <a:lnTo>
                    <a:pt x="60" y="11"/>
                  </a:lnTo>
                  <a:lnTo>
                    <a:pt x="61" y="13"/>
                  </a:lnTo>
                  <a:lnTo>
                    <a:pt x="62" y="13"/>
                  </a:lnTo>
                  <a:lnTo>
                    <a:pt x="63" y="14"/>
                  </a:lnTo>
                  <a:lnTo>
                    <a:pt x="63" y="15"/>
                  </a:lnTo>
                  <a:lnTo>
                    <a:pt x="65" y="15"/>
                  </a:lnTo>
                  <a:lnTo>
                    <a:pt x="65" y="16"/>
                  </a:lnTo>
                  <a:lnTo>
                    <a:pt x="66" y="17"/>
                  </a:lnTo>
                  <a:lnTo>
                    <a:pt x="67" y="18"/>
                  </a:lnTo>
                  <a:lnTo>
                    <a:pt x="68" y="18"/>
                  </a:lnTo>
                  <a:lnTo>
                    <a:pt x="69" y="18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2" y="20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1" y="27"/>
                  </a:lnTo>
                  <a:lnTo>
                    <a:pt x="72" y="28"/>
                  </a:lnTo>
                  <a:lnTo>
                    <a:pt x="73" y="29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5" y="36"/>
                  </a:lnTo>
                  <a:lnTo>
                    <a:pt x="75" y="38"/>
                  </a:lnTo>
                  <a:lnTo>
                    <a:pt x="76" y="39"/>
                  </a:lnTo>
                  <a:lnTo>
                    <a:pt x="76" y="40"/>
                  </a:lnTo>
                  <a:lnTo>
                    <a:pt x="77" y="40"/>
                  </a:lnTo>
                  <a:lnTo>
                    <a:pt x="79" y="40"/>
                  </a:lnTo>
                  <a:lnTo>
                    <a:pt x="79" y="42"/>
                  </a:lnTo>
                  <a:lnTo>
                    <a:pt x="78" y="42"/>
                  </a:lnTo>
                  <a:lnTo>
                    <a:pt x="78" y="43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7" y="47"/>
                  </a:lnTo>
                  <a:lnTo>
                    <a:pt x="76" y="47"/>
                  </a:lnTo>
                  <a:lnTo>
                    <a:pt x="75" y="48"/>
                  </a:lnTo>
                  <a:lnTo>
                    <a:pt x="74" y="48"/>
                  </a:lnTo>
                  <a:lnTo>
                    <a:pt x="75" y="50"/>
                  </a:lnTo>
                  <a:lnTo>
                    <a:pt x="74" y="50"/>
                  </a:lnTo>
                  <a:lnTo>
                    <a:pt x="73" y="51"/>
                  </a:lnTo>
                  <a:lnTo>
                    <a:pt x="72" y="51"/>
                  </a:lnTo>
                  <a:lnTo>
                    <a:pt x="71" y="52"/>
                  </a:lnTo>
                  <a:lnTo>
                    <a:pt x="70" y="52"/>
                  </a:lnTo>
                  <a:lnTo>
                    <a:pt x="71" y="54"/>
                  </a:lnTo>
                  <a:lnTo>
                    <a:pt x="71" y="55"/>
                  </a:lnTo>
                  <a:lnTo>
                    <a:pt x="70" y="55"/>
                  </a:lnTo>
                  <a:lnTo>
                    <a:pt x="69" y="54"/>
                  </a:lnTo>
                  <a:lnTo>
                    <a:pt x="68" y="53"/>
                  </a:lnTo>
                  <a:lnTo>
                    <a:pt x="68" y="52"/>
                  </a:lnTo>
                  <a:lnTo>
                    <a:pt x="67" y="52"/>
                  </a:lnTo>
                  <a:lnTo>
                    <a:pt x="67" y="51"/>
                  </a:lnTo>
                  <a:lnTo>
                    <a:pt x="66" y="51"/>
                  </a:lnTo>
                  <a:lnTo>
                    <a:pt x="65" y="51"/>
                  </a:lnTo>
                  <a:lnTo>
                    <a:pt x="65" y="52"/>
                  </a:lnTo>
                  <a:lnTo>
                    <a:pt x="62" y="51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9" y="50"/>
                  </a:lnTo>
                  <a:lnTo>
                    <a:pt x="58" y="50"/>
                  </a:lnTo>
                  <a:lnTo>
                    <a:pt x="57" y="50"/>
                  </a:lnTo>
                  <a:lnTo>
                    <a:pt x="56" y="50"/>
                  </a:lnTo>
                  <a:lnTo>
                    <a:pt x="55" y="49"/>
                  </a:lnTo>
                  <a:lnTo>
                    <a:pt x="53" y="49"/>
                  </a:lnTo>
                  <a:lnTo>
                    <a:pt x="51" y="48"/>
                  </a:lnTo>
                  <a:lnTo>
                    <a:pt x="49" y="48"/>
                  </a:lnTo>
                  <a:lnTo>
                    <a:pt x="47" y="48"/>
                  </a:lnTo>
                  <a:lnTo>
                    <a:pt x="45" y="47"/>
                  </a:lnTo>
                  <a:lnTo>
                    <a:pt x="44" y="46"/>
                  </a:lnTo>
                  <a:lnTo>
                    <a:pt x="43" y="46"/>
                  </a:lnTo>
                  <a:lnTo>
                    <a:pt x="42" y="45"/>
                  </a:lnTo>
                  <a:lnTo>
                    <a:pt x="41" y="44"/>
                  </a:lnTo>
                  <a:lnTo>
                    <a:pt x="39" y="43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4" y="41"/>
                  </a:lnTo>
                  <a:lnTo>
                    <a:pt x="31" y="40"/>
                  </a:lnTo>
                  <a:lnTo>
                    <a:pt x="29" y="39"/>
                  </a:lnTo>
                  <a:lnTo>
                    <a:pt x="28" y="39"/>
                  </a:lnTo>
                  <a:lnTo>
                    <a:pt x="26" y="38"/>
                  </a:lnTo>
                  <a:lnTo>
                    <a:pt x="23" y="37"/>
                  </a:lnTo>
                  <a:lnTo>
                    <a:pt x="22" y="37"/>
                  </a:lnTo>
                  <a:lnTo>
                    <a:pt x="20" y="36"/>
                  </a:lnTo>
                  <a:lnTo>
                    <a:pt x="18" y="35"/>
                  </a:lnTo>
                  <a:lnTo>
                    <a:pt x="18" y="36"/>
                  </a:lnTo>
                  <a:lnTo>
                    <a:pt x="18" y="35"/>
                  </a:lnTo>
                  <a:lnTo>
                    <a:pt x="17" y="35"/>
                  </a:lnTo>
                  <a:lnTo>
                    <a:pt x="17" y="34"/>
                  </a:lnTo>
                  <a:lnTo>
                    <a:pt x="15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9" y="29"/>
                  </a:lnTo>
                  <a:lnTo>
                    <a:pt x="8" y="27"/>
                  </a:lnTo>
                  <a:lnTo>
                    <a:pt x="7" y="27"/>
                  </a:lnTo>
                  <a:lnTo>
                    <a:pt x="6" y="27"/>
                  </a:lnTo>
                  <a:lnTo>
                    <a:pt x="7" y="27"/>
                  </a:lnTo>
                  <a:lnTo>
                    <a:pt x="6" y="27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5158908" y="4343487"/>
              <a:ext cx="473526" cy="451284"/>
            </a:xfrm>
            <a:custGeom>
              <a:avLst/>
              <a:gdLst>
                <a:gd name="T0" fmla="*/ 2147483647 w 42"/>
                <a:gd name="T1" fmla="*/ 2147483647 h 41"/>
                <a:gd name="T2" fmla="*/ 2147483647 w 42"/>
                <a:gd name="T3" fmla="*/ 2147483647 h 41"/>
                <a:gd name="T4" fmla="*/ 2147483647 w 42"/>
                <a:gd name="T5" fmla="*/ 2147483647 h 41"/>
                <a:gd name="T6" fmla="*/ 2147483647 w 42"/>
                <a:gd name="T7" fmla="*/ 2147483647 h 41"/>
                <a:gd name="T8" fmla="*/ 2147483647 w 42"/>
                <a:gd name="T9" fmla="*/ 2147483647 h 41"/>
                <a:gd name="T10" fmla="*/ 2147483647 w 42"/>
                <a:gd name="T11" fmla="*/ 2147483647 h 41"/>
                <a:gd name="T12" fmla="*/ 2147483647 w 42"/>
                <a:gd name="T13" fmla="*/ 2147483647 h 41"/>
                <a:gd name="T14" fmla="*/ 2147483647 w 42"/>
                <a:gd name="T15" fmla="*/ 2147483647 h 41"/>
                <a:gd name="T16" fmla="*/ 2147483647 w 42"/>
                <a:gd name="T17" fmla="*/ 2147483647 h 41"/>
                <a:gd name="T18" fmla="*/ 2147483647 w 42"/>
                <a:gd name="T19" fmla="*/ 2147483647 h 41"/>
                <a:gd name="T20" fmla="*/ 2147483647 w 42"/>
                <a:gd name="T21" fmla="*/ 2147483647 h 41"/>
                <a:gd name="T22" fmla="*/ 2147483647 w 42"/>
                <a:gd name="T23" fmla="*/ 2147483647 h 41"/>
                <a:gd name="T24" fmla="*/ 2147483647 w 42"/>
                <a:gd name="T25" fmla="*/ 2147483647 h 41"/>
                <a:gd name="T26" fmla="*/ 2147483647 w 42"/>
                <a:gd name="T27" fmla="*/ 2147483647 h 41"/>
                <a:gd name="T28" fmla="*/ 2147483647 w 42"/>
                <a:gd name="T29" fmla="*/ 2147483647 h 41"/>
                <a:gd name="T30" fmla="*/ 2147483647 w 42"/>
                <a:gd name="T31" fmla="*/ 2147483647 h 41"/>
                <a:gd name="T32" fmla="*/ 2147483647 w 42"/>
                <a:gd name="T33" fmla="*/ 2147483647 h 41"/>
                <a:gd name="T34" fmla="*/ 2147483647 w 42"/>
                <a:gd name="T35" fmla="*/ 2147483647 h 41"/>
                <a:gd name="T36" fmla="*/ 2147483647 w 42"/>
                <a:gd name="T37" fmla="*/ 2147483647 h 41"/>
                <a:gd name="T38" fmla="*/ 2147483647 w 42"/>
                <a:gd name="T39" fmla="*/ 2147483647 h 41"/>
                <a:gd name="T40" fmla="*/ 2147483647 w 42"/>
                <a:gd name="T41" fmla="*/ 2147483647 h 41"/>
                <a:gd name="T42" fmla="*/ 2147483647 w 42"/>
                <a:gd name="T43" fmla="*/ 2147483647 h 41"/>
                <a:gd name="T44" fmla="*/ 2147483647 w 42"/>
                <a:gd name="T45" fmla="*/ 2147483647 h 41"/>
                <a:gd name="T46" fmla="*/ 2147483647 w 42"/>
                <a:gd name="T47" fmla="*/ 2147483647 h 41"/>
                <a:gd name="T48" fmla="*/ 2147483647 w 42"/>
                <a:gd name="T49" fmla="*/ 2147483647 h 41"/>
                <a:gd name="T50" fmla="*/ 2147483647 w 42"/>
                <a:gd name="T51" fmla="*/ 2147483647 h 41"/>
                <a:gd name="T52" fmla="*/ 2147483647 w 42"/>
                <a:gd name="T53" fmla="*/ 2147483647 h 41"/>
                <a:gd name="T54" fmla="*/ 2147483647 w 42"/>
                <a:gd name="T55" fmla="*/ 2147483647 h 41"/>
                <a:gd name="T56" fmla="*/ 2147483647 w 42"/>
                <a:gd name="T57" fmla="*/ 2147483647 h 41"/>
                <a:gd name="T58" fmla="*/ 2147483647 w 42"/>
                <a:gd name="T59" fmla="*/ 2147483647 h 41"/>
                <a:gd name="T60" fmla="*/ 2147483647 w 42"/>
                <a:gd name="T61" fmla="*/ 2147483647 h 41"/>
                <a:gd name="T62" fmla="*/ 2147483647 w 42"/>
                <a:gd name="T63" fmla="*/ 2147483647 h 41"/>
                <a:gd name="T64" fmla="*/ 2147483647 w 42"/>
                <a:gd name="T65" fmla="*/ 2147483647 h 41"/>
                <a:gd name="T66" fmla="*/ 2147483647 w 42"/>
                <a:gd name="T67" fmla="*/ 2147483647 h 41"/>
                <a:gd name="T68" fmla="*/ 2147483647 w 42"/>
                <a:gd name="T69" fmla="*/ 2147483647 h 41"/>
                <a:gd name="T70" fmla="*/ 2147483647 w 42"/>
                <a:gd name="T71" fmla="*/ 2147483647 h 41"/>
                <a:gd name="T72" fmla="*/ 2147483647 w 42"/>
                <a:gd name="T73" fmla="*/ 2147483647 h 41"/>
                <a:gd name="T74" fmla="*/ 2147483647 w 42"/>
                <a:gd name="T75" fmla="*/ 2147483647 h 41"/>
                <a:gd name="T76" fmla="*/ 2147483647 w 42"/>
                <a:gd name="T77" fmla="*/ 2147483647 h 41"/>
                <a:gd name="T78" fmla="*/ 2147483647 w 42"/>
                <a:gd name="T79" fmla="*/ 2147483647 h 41"/>
                <a:gd name="T80" fmla="*/ 2147483647 w 42"/>
                <a:gd name="T81" fmla="*/ 2147483647 h 41"/>
                <a:gd name="T82" fmla="*/ 2147483647 w 42"/>
                <a:gd name="T83" fmla="*/ 2147483647 h 41"/>
                <a:gd name="T84" fmla="*/ 2147483647 w 42"/>
                <a:gd name="T85" fmla="*/ 2147483647 h 41"/>
                <a:gd name="T86" fmla="*/ 2147483647 w 42"/>
                <a:gd name="T87" fmla="*/ 2147483647 h 41"/>
                <a:gd name="T88" fmla="*/ 2147483647 w 42"/>
                <a:gd name="T89" fmla="*/ 2147483647 h 41"/>
                <a:gd name="T90" fmla="*/ 2147483647 w 42"/>
                <a:gd name="T91" fmla="*/ 2147483647 h 41"/>
                <a:gd name="T92" fmla="*/ 2147483647 w 42"/>
                <a:gd name="T93" fmla="*/ 2147483647 h 41"/>
                <a:gd name="T94" fmla="*/ 2147483647 w 42"/>
                <a:gd name="T95" fmla="*/ 2147483647 h 41"/>
                <a:gd name="T96" fmla="*/ 2147483647 w 42"/>
                <a:gd name="T97" fmla="*/ 214748364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2" h="41">
                  <a:moveTo>
                    <a:pt x="0" y="25"/>
                  </a:moveTo>
                  <a:lnTo>
                    <a:pt x="1" y="24"/>
                  </a:lnTo>
                  <a:lnTo>
                    <a:pt x="1" y="23"/>
                  </a:lnTo>
                  <a:lnTo>
                    <a:pt x="2" y="19"/>
                  </a:lnTo>
                  <a:lnTo>
                    <a:pt x="3" y="19"/>
                  </a:lnTo>
                  <a:lnTo>
                    <a:pt x="5" y="18"/>
                  </a:lnTo>
                  <a:lnTo>
                    <a:pt x="6" y="17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4"/>
                  </a:lnTo>
                  <a:lnTo>
                    <a:pt x="9" y="13"/>
                  </a:lnTo>
                  <a:lnTo>
                    <a:pt x="11" y="11"/>
                  </a:lnTo>
                  <a:lnTo>
                    <a:pt x="12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8" y="5"/>
                  </a:lnTo>
                  <a:lnTo>
                    <a:pt x="19" y="3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3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24" y="4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29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1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3" y="6"/>
                  </a:lnTo>
                  <a:lnTo>
                    <a:pt x="34" y="6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5" y="6"/>
                  </a:lnTo>
                  <a:lnTo>
                    <a:pt x="35" y="7"/>
                  </a:lnTo>
                  <a:lnTo>
                    <a:pt x="36" y="7"/>
                  </a:lnTo>
                  <a:lnTo>
                    <a:pt x="37" y="7"/>
                  </a:lnTo>
                  <a:lnTo>
                    <a:pt x="38" y="8"/>
                  </a:lnTo>
                  <a:lnTo>
                    <a:pt x="38" y="9"/>
                  </a:lnTo>
                  <a:lnTo>
                    <a:pt x="37" y="10"/>
                  </a:lnTo>
                  <a:lnTo>
                    <a:pt x="36" y="11"/>
                  </a:lnTo>
                  <a:lnTo>
                    <a:pt x="36" y="12"/>
                  </a:lnTo>
                  <a:lnTo>
                    <a:pt x="36" y="14"/>
                  </a:lnTo>
                  <a:lnTo>
                    <a:pt x="35" y="14"/>
                  </a:lnTo>
                  <a:lnTo>
                    <a:pt x="34" y="14"/>
                  </a:lnTo>
                  <a:lnTo>
                    <a:pt x="34" y="13"/>
                  </a:lnTo>
                  <a:lnTo>
                    <a:pt x="33" y="13"/>
                  </a:lnTo>
                  <a:lnTo>
                    <a:pt x="32" y="13"/>
                  </a:lnTo>
                  <a:lnTo>
                    <a:pt x="32" y="15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9" y="16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1" y="17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31" y="18"/>
                  </a:lnTo>
                  <a:lnTo>
                    <a:pt x="30" y="19"/>
                  </a:lnTo>
                  <a:lnTo>
                    <a:pt x="30" y="20"/>
                  </a:lnTo>
                  <a:lnTo>
                    <a:pt x="30" y="25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3" y="24"/>
                  </a:lnTo>
                  <a:lnTo>
                    <a:pt x="34" y="23"/>
                  </a:lnTo>
                  <a:lnTo>
                    <a:pt x="36" y="21"/>
                  </a:lnTo>
                  <a:lnTo>
                    <a:pt x="38" y="19"/>
                  </a:lnTo>
                  <a:lnTo>
                    <a:pt x="39" y="18"/>
                  </a:lnTo>
                  <a:lnTo>
                    <a:pt x="40" y="18"/>
                  </a:lnTo>
                  <a:lnTo>
                    <a:pt x="41" y="19"/>
                  </a:lnTo>
                  <a:lnTo>
                    <a:pt x="42" y="20"/>
                  </a:lnTo>
                  <a:lnTo>
                    <a:pt x="42" y="22"/>
                  </a:lnTo>
                  <a:lnTo>
                    <a:pt x="41" y="23"/>
                  </a:lnTo>
                  <a:lnTo>
                    <a:pt x="39" y="24"/>
                  </a:lnTo>
                  <a:lnTo>
                    <a:pt x="38" y="26"/>
                  </a:lnTo>
                  <a:lnTo>
                    <a:pt x="37" y="26"/>
                  </a:lnTo>
                  <a:lnTo>
                    <a:pt x="36" y="26"/>
                  </a:lnTo>
                  <a:lnTo>
                    <a:pt x="35" y="26"/>
                  </a:lnTo>
                  <a:lnTo>
                    <a:pt x="35" y="27"/>
                  </a:lnTo>
                  <a:lnTo>
                    <a:pt x="36" y="28"/>
                  </a:lnTo>
                  <a:lnTo>
                    <a:pt x="38" y="29"/>
                  </a:lnTo>
                  <a:lnTo>
                    <a:pt x="38" y="31"/>
                  </a:lnTo>
                  <a:lnTo>
                    <a:pt x="37" y="31"/>
                  </a:lnTo>
                  <a:lnTo>
                    <a:pt x="37" y="32"/>
                  </a:lnTo>
                  <a:lnTo>
                    <a:pt x="37" y="33"/>
                  </a:lnTo>
                  <a:lnTo>
                    <a:pt x="37" y="34"/>
                  </a:lnTo>
                  <a:lnTo>
                    <a:pt x="35" y="35"/>
                  </a:lnTo>
                  <a:lnTo>
                    <a:pt x="35" y="37"/>
                  </a:lnTo>
                  <a:lnTo>
                    <a:pt x="35" y="38"/>
                  </a:lnTo>
                  <a:lnTo>
                    <a:pt x="35" y="39"/>
                  </a:lnTo>
                  <a:lnTo>
                    <a:pt x="34" y="40"/>
                  </a:lnTo>
                  <a:lnTo>
                    <a:pt x="33" y="40"/>
                  </a:lnTo>
                  <a:lnTo>
                    <a:pt x="32" y="41"/>
                  </a:lnTo>
                  <a:lnTo>
                    <a:pt x="30" y="41"/>
                  </a:lnTo>
                  <a:lnTo>
                    <a:pt x="29" y="41"/>
                  </a:lnTo>
                  <a:lnTo>
                    <a:pt x="28" y="41"/>
                  </a:lnTo>
                  <a:lnTo>
                    <a:pt x="27" y="41"/>
                  </a:lnTo>
                  <a:lnTo>
                    <a:pt x="26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6" y="39"/>
                  </a:lnTo>
                  <a:lnTo>
                    <a:pt x="26" y="38"/>
                  </a:lnTo>
                  <a:lnTo>
                    <a:pt x="26" y="37"/>
                  </a:lnTo>
                  <a:lnTo>
                    <a:pt x="25" y="37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6"/>
                  </a:lnTo>
                  <a:lnTo>
                    <a:pt x="21" y="37"/>
                  </a:lnTo>
                  <a:lnTo>
                    <a:pt x="20" y="37"/>
                  </a:lnTo>
                  <a:lnTo>
                    <a:pt x="19" y="37"/>
                  </a:lnTo>
                  <a:lnTo>
                    <a:pt x="19" y="35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8" y="32"/>
                  </a:lnTo>
                  <a:lnTo>
                    <a:pt x="17" y="33"/>
                  </a:lnTo>
                  <a:lnTo>
                    <a:pt x="16" y="33"/>
                  </a:lnTo>
                  <a:lnTo>
                    <a:pt x="15" y="34"/>
                  </a:lnTo>
                  <a:lnTo>
                    <a:pt x="14" y="36"/>
                  </a:lnTo>
                  <a:lnTo>
                    <a:pt x="13" y="36"/>
                  </a:lnTo>
                  <a:lnTo>
                    <a:pt x="12" y="36"/>
                  </a:lnTo>
                  <a:lnTo>
                    <a:pt x="11" y="36"/>
                  </a:lnTo>
                  <a:lnTo>
                    <a:pt x="11" y="35"/>
                  </a:lnTo>
                  <a:lnTo>
                    <a:pt x="10" y="34"/>
                  </a:lnTo>
                  <a:lnTo>
                    <a:pt x="10" y="33"/>
                  </a:lnTo>
                  <a:lnTo>
                    <a:pt x="9" y="32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9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1" y="27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4222254" y="4601393"/>
              <a:ext cx="958326" cy="616388"/>
            </a:xfrm>
            <a:custGeom>
              <a:avLst/>
              <a:gdLst>
                <a:gd name="T0" fmla="*/ 2147483647 w 85"/>
                <a:gd name="T1" fmla="*/ 2147483647 h 56"/>
                <a:gd name="T2" fmla="*/ 2147483647 w 85"/>
                <a:gd name="T3" fmla="*/ 2147483647 h 56"/>
                <a:gd name="T4" fmla="*/ 2147483647 w 85"/>
                <a:gd name="T5" fmla="*/ 2147483647 h 56"/>
                <a:gd name="T6" fmla="*/ 2147483647 w 85"/>
                <a:gd name="T7" fmla="*/ 2147483647 h 56"/>
                <a:gd name="T8" fmla="*/ 2147483647 w 85"/>
                <a:gd name="T9" fmla="*/ 2147483647 h 56"/>
                <a:gd name="T10" fmla="*/ 2147483647 w 85"/>
                <a:gd name="T11" fmla="*/ 2147483647 h 56"/>
                <a:gd name="T12" fmla="*/ 2147483647 w 85"/>
                <a:gd name="T13" fmla="*/ 2147483647 h 56"/>
                <a:gd name="T14" fmla="*/ 2147483647 w 85"/>
                <a:gd name="T15" fmla="*/ 2147483647 h 56"/>
                <a:gd name="T16" fmla="*/ 2147483647 w 85"/>
                <a:gd name="T17" fmla="*/ 2147483647 h 56"/>
                <a:gd name="T18" fmla="*/ 2147483647 w 85"/>
                <a:gd name="T19" fmla="*/ 2147483647 h 56"/>
                <a:gd name="T20" fmla="*/ 2147483647 w 85"/>
                <a:gd name="T21" fmla="*/ 2147483647 h 56"/>
                <a:gd name="T22" fmla="*/ 2147483647 w 85"/>
                <a:gd name="T23" fmla="*/ 2147483647 h 56"/>
                <a:gd name="T24" fmla="*/ 2147483647 w 85"/>
                <a:gd name="T25" fmla="*/ 2147483647 h 56"/>
                <a:gd name="T26" fmla="*/ 2147483647 w 85"/>
                <a:gd name="T27" fmla="*/ 2147483647 h 56"/>
                <a:gd name="T28" fmla="*/ 2147483647 w 85"/>
                <a:gd name="T29" fmla="*/ 2147483647 h 56"/>
                <a:gd name="T30" fmla="*/ 2147483647 w 85"/>
                <a:gd name="T31" fmla="*/ 2147483647 h 56"/>
                <a:gd name="T32" fmla="*/ 2147483647 w 85"/>
                <a:gd name="T33" fmla="*/ 2147483647 h 56"/>
                <a:gd name="T34" fmla="*/ 2147483647 w 85"/>
                <a:gd name="T35" fmla="*/ 2147483647 h 56"/>
                <a:gd name="T36" fmla="*/ 2147483647 w 85"/>
                <a:gd name="T37" fmla="*/ 2147483647 h 56"/>
                <a:gd name="T38" fmla="*/ 2147483647 w 85"/>
                <a:gd name="T39" fmla="*/ 2147483647 h 56"/>
                <a:gd name="T40" fmla="*/ 2147483647 w 85"/>
                <a:gd name="T41" fmla="*/ 2147483647 h 56"/>
                <a:gd name="T42" fmla="*/ 2147483647 w 85"/>
                <a:gd name="T43" fmla="*/ 2147483647 h 56"/>
                <a:gd name="T44" fmla="*/ 2147483647 w 85"/>
                <a:gd name="T45" fmla="*/ 2147483647 h 56"/>
                <a:gd name="T46" fmla="*/ 2147483647 w 85"/>
                <a:gd name="T47" fmla="*/ 2147483647 h 56"/>
                <a:gd name="T48" fmla="*/ 2147483647 w 85"/>
                <a:gd name="T49" fmla="*/ 2147483647 h 56"/>
                <a:gd name="T50" fmla="*/ 2147483647 w 85"/>
                <a:gd name="T51" fmla="*/ 2147483647 h 56"/>
                <a:gd name="T52" fmla="*/ 2147483647 w 85"/>
                <a:gd name="T53" fmla="*/ 2147483647 h 56"/>
                <a:gd name="T54" fmla="*/ 2147483647 w 85"/>
                <a:gd name="T55" fmla="*/ 2147483647 h 56"/>
                <a:gd name="T56" fmla="*/ 2147483647 w 85"/>
                <a:gd name="T57" fmla="*/ 2147483647 h 56"/>
                <a:gd name="T58" fmla="*/ 2147483647 w 85"/>
                <a:gd name="T59" fmla="*/ 2147483647 h 56"/>
                <a:gd name="T60" fmla="*/ 2147483647 w 85"/>
                <a:gd name="T61" fmla="*/ 2147483647 h 56"/>
                <a:gd name="T62" fmla="*/ 2147483647 w 85"/>
                <a:gd name="T63" fmla="*/ 2147483647 h 56"/>
                <a:gd name="T64" fmla="*/ 2147483647 w 85"/>
                <a:gd name="T65" fmla="*/ 2147483647 h 56"/>
                <a:gd name="T66" fmla="*/ 2147483647 w 85"/>
                <a:gd name="T67" fmla="*/ 2147483647 h 56"/>
                <a:gd name="T68" fmla="*/ 2147483647 w 85"/>
                <a:gd name="T69" fmla="*/ 2147483647 h 56"/>
                <a:gd name="T70" fmla="*/ 2147483647 w 85"/>
                <a:gd name="T71" fmla="*/ 2147483647 h 56"/>
                <a:gd name="T72" fmla="*/ 2147483647 w 85"/>
                <a:gd name="T73" fmla="*/ 2147483647 h 56"/>
                <a:gd name="T74" fmla="*/ 2147483647 w 85"/>
                <a:gd name="T75" fmla="*/ 2147483647 h 56"/>
                <a:gd name="T76" fmla="*/ 2147483647 w 85"/>
                <a:gd name="T77" fmla="*/ 2147483647 h 56"/>
                <a:gd name="T78" fmla="*/ 2147483647 w 85"/>
                <a:gd name="T79" fmla="*/ 0 h 56"/>
                <a:gd name="T80" fmla="*/ 2147483647 w 85"/>
                <a:gd name="T81" fmla="*/ 2147483647 h 56"/>
                <a:gd name="T82" fmla="*/ 2147483647 w 85"/>
                <a:gd name="T83" fmla="*/ 2147483647 h 56"/>
                <a:gd name="T84" fmla="*/ 2147483647 w 85"/>
                <a:gd name="T85" fmla="*/ 2147483647 h 56"/>
                <a:gd name="T86" fmla="*/ 2147483647 w 85"/>
                <a:gd name="T87" fmla="*/ 2147483647 h 56"/>
                <a:gd name="T88" fmla="*/ 2147483647 w 85"/>
                <a:gd name="T89" fmla="*/ 2147483647 h 56"/>
                <a:gd name="T90" fmla="*/ 2147483647 w 85"/>
                <a:gd name="T91" fmla="*/ 2147483647 h 56"/>
                <a:gd name="T92" fmla="*/ 2147483647 w 85"/>
                <a:gd name="T93" fmla="*/ 2147483647 h 56"/>
                <a:gd name="T94" fmla="*/ 2147483647 w 85"/>
                <a:gd name="T95" fmla="*/ 2147483647 h 56"/>
                <a:gd name="T96" fmla="*/ 2147483647 w 85"/>
                <a:gd name="T97" fmla="*/ 2147483647 h 56"/>
                <a:gd name="T98" fmla="*/ 2147483647 w 85"/>
                <a:gd name="T99" fmla="*/ 2147483647 h 56"/>
                <a:gd name="T100" fmla="*/ 2147483647 w 85"/>
                <a:gd name="T101" fmla="*/ 2147483647 h 56"/>
                <a:gd name="T102" fmla="*/ 2147483647 w 85"/>
                <a:gd name="T103" fmla="*/ 2147483647 h 56"/>
                <a:gd name="T104" fmla="*/ 2147483647 w 85"/>
                <a:gd name="T105" fmla="*/ 2147483647 h 56"/>
                <a:gd name="T106" fmla="*/ 2147483647 w 85"/>
                <a:gd name="T107" fmla="*/ 2147483647 h 56"/>
                <a:gd name="T108" fmla="*/ 2147483647 w 85"/>
                <a:gd name="T109" fmla="*/ 2147483647 h 56"/>
                <a:gd name="T110" fmla="*/ 2147483647 w 85"/>
                <a:gd name="T111" fmla="*/ 2147483647 h 56"/>
                <a:gd name="T112" fmla="*/ 2147483647 w 85"/>
                <a:gd name="T113" fmla="*/ 2147483647 h 56"/>
                <a:gd name="T114" fmla="*/ 0 w 85"/>
                <a:gd name="T115" fmla="*/ 2147483647 h 5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85" h="56">
                  <a:moveTo>
                    <a:pt x="0" y="40"/>
                  </a:moveTo>
                  <a:lnTo>
                    <a:pt x="0" y="40"/>
                  </a:lnTo>
                  <a:lnTo>
                    <a:pt x="1" y="41"/>
                  </a:lnTo>
                  <a:lnTo>
                    <a:pt x="2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4" y="46"/>
                  </a:lnTo>
                  <a:lnTo>
                    <a:pt x="5" y="47"/>
                  </a:lnTo>
                  <a:lnTo>
                    <a:pt x="7" y="48"/>
                  </a:lnTo>
                  <a:lnTo>
                    <a:pt x="8" y="48"/>
                  </a:lnTo>
                  <a:lnTo>
                    <a:pt x="9" y="49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49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7" y="51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20" y="53"/>
                  </a:lnTo>
                  <a:lnTo>
                    <a:pt x="21" y="53"/>
                  </a:lnTo>
                  <a:lnTo>
                    <a:pt x="22" y="53"/>
                  </a:lnTo>
                  <a:lnTo>
                    <a:pt x="23" y="53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30" y="55"/>
                  </a:lnTo>
                  <a:lnTo>
                    <a:pt x="31" y="56"/>
                  </a:lnTo>
                  <a:lnTo>
                    <a:pt x="32" y="56"/>
                  </a:lnTo>
                  <a:lnTo>
                    <a:pt x="33" y="56"/>
                  </a:lnTo>
                  <a:lnTo>
                    <a:pt x="34" y="55"/>
                  </a:lnTo>
                  <a:lnTo>
                    <a:pt x="35" y="55"/>
                  </a:lnTo>
                  <a:lnTo>
                    <a:pt x="36" y="55"/>
                  </a:lnTo>
                  <a:lnTo>
                    <a:pt x="37" y="55"/>
                  </a:lnTo>
                  <a:lnTo>
                    <a:pt x="38" y="56"/>
                  </a:lnTo>
                  <a:lnTo>
                    <a:pt x="39" y="56"/>
                  </a:lnTo>
                  <a:lnTo>
                    <a:pt x="39" y="55"/>
                  </a:lnTo>
                  <a:lnTo>
                    <a:pt x="39" y="54"/>
                  </a:lnTo>
                  <a:lnTo>
                    <a:pt x="39" y="51"/>
                  </a:lnTo>
                  <a:lnTo>
                    <a:pt x="40" y="50"/>
                  </a:lnTo>
                  <a:lnTo>
                    <a:pt x="41" y="51"/>
                  </a:lnTo>
                  <a:lnTo>
                    <a:pt x="42" y="50"/>
                  </a:lnTo>
                  <a:lnTo>
                    <a:pt x="41" y="50"/>
                  </a:lnTo>
                  <a:lnTo>
                    <a:pt x="42" y="50"/>
                  </a:lnTo>
                  <a:lnTo>
                    <a:pt x="42" y="51"/>
                  </a:lnTo>
                  <a:lnTo>
                    <a:pt x="43" y="50"/>
                  </a:lnTo>
                  <a:lnTo>
                    <a:pt x="44" y="49"/>
                  </a:lnTo>
                  <a:lnTo>
                    <a:pt x="44" y="48"/>
                  </a:lnTo>
                  <a:lnTo>
                    <a:pt x="44" y="47"/>
                  </a:lnTo>
                  <a:lnTo>
                    <a:pt x="44" y="46"/>
                  </a:lnTo>
                  <a:lnTo>
                    <a:pt x="44" y="44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8" y="42"/>
                  </a:lnTo>
                  <a:lnTo>
                    <a:pt x="49" y="42"/>
                  </a:lnTo>
                  <a:lnTo>
                    <a:pt x="50" y="42"/>
                  </a:lnTo>
                  <a:lnTo>
                    <a:pt x="50" y="43"/>
                  </a:lnTo>
                  <a:lnTo>
                    <a:pt x="51" y="44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4" y="45"/>
                  </a:lnTo>
                  <a:lnTo>
                    <a:pt x="55" y="45"/>
                  </a:lnTo>
                  <a:lnTo>
                    <a:pt x="56" y="44"/>
                  </a:lnTo>
                  <a:lnTo>
                    <a:pt x="58" y="45"/>
                  </a:lnTo>
                  <a:lnTo>
                    <a:pt x="60" y="45"/>
                  </a:lnTo>
                  <a:lnTo>
                    <a:pt x="61" y="46"/>
                  </a:lnTo>
                  <a:lnTo>
                    <a:pt x="63" y="46"/>
                  </a:lnTo>
                  <a:lnTo>
                    <a:pt x="64" y="46"/>
                  </a:lnTo>
                  <a:lnTo>
                    <a:pt x="64" y="47"/>
                  </a:lnTo>
                  <a:lnTo>
                    <a:pt x="65" y="47"/>
                  </a:lnTo>
                  <a:lnTo>
                    <a:pt x="66" y="47"/>
                  </a:lnTo>
                  <a:lnTo>
                    <a:pt x="67" y="47"/>
                  </a:lnTo>
                  <a:lnTo>
                    <a:pt x="68" y="47"/>
                  </a:lnTo>
                  <a:lnTo>
                    <a:pt x="68" y="48"/>
                  </a:lnTo>
                  <a:lnTo>
                    <a:pt x="68" y="49"/>
                  </a:lnTo>
                  <a:lnTo>
                    <a:pt x="69" y="49"/>
                  </a:lnTo>
                  <a:lnTo>
                    <a:pt x="70" y="48"/>
                  </a:lnTo>
                  <a:lnTo>
                    <a:pt x="70" y="47"/>
                  </a:lnTo>
                  <a:lnTo>
                    <a:pt x="69" y="46"/>
                  </a:lnTo>
                  <a:lnTo>
                    <a:pt x="69" y="44"/>
                  </a:lnTo>
                  <a:lnTo>
                    <a:pt x="69" y="43"/>
                  </a:lnTo>
                  <a:lnTo>
                    <a:pt x="68" y="43"/>
                  </a:lnTo>
                  <a:lnTo>
                    <a:pt x="68" y="42"/>
                  </a:lnTo>
                  <a:lnTo>
                    <a:pt x="68" y="41"/>
                  </a:lnTo>
                  <a:lnTo>
                    <a:pt x="68" y="40"/>
                  </a:lnTo>
                  <a:lnTo>
                    <a:pt x="68" y="39"/>
                  </a:lnTo>
                  <a:lnTo>
                    <a:pt x="68" y="38"/>
                  </a:lnTo>
                  <a:lnTo>
                    <a:pt x="68" y="37"/>
                  </a:lnTo>
                  <a:lnTo>
                    <a:pt x="69" y="37"/>
                  </a:lnTo>
                  <a:lnTo>
                    <a:pt x="69" y="38"/>
                  </a:lnTo>
                  <a:lnTo>
                    <a:pt x="70" y="38"/>
                  </a:lnTo>
                  <a:lnTo>
                    <a:pt x="70" y="37"/>
                  </a:lnTo>
                  <a:lnTo>
                    <a:pt x="71" y="37"/>
                  </a:lnTo>
                  <a:lnTo>
                    <a:pt x="72" y="37"/>
                  </a:lnTo>
                  <a:lnTo>
                    <a:pt x="73" y="37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4" y="35"/>
                  </a:lnTo>
                  <a:lnTo>
                    <a:pt x="75" y="33"/>
                  </a:lnTo>
                  <a:lnTo>
                    <a:pt x="76" y="32"/>
                  </a:lnTo>
                  <a:lnTo>
                    <a:pt x="77" y="31"/>
                  </a:lnTo>
                  <a:lnTo>
                    <a:pt x="77" y="30"/>
                  </a:lnTo>
                  <a:lnTo>
                    <a:pt x="78" y="30"/>
                  </a:lnTo>
                  <a:lnTo>
                    <a:pt x="78" y="28"/>
                  </a:lnTo>
                  <a:lnTo>
                    <a:pt x="78" y="27"/>
                  </a:lnTo>
                  <a:lnTo>
                    <a:pt x="79" y="27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80" y="26"/>
                  </a:lnTo>
                  <a:lnTo>
                    <a:pt x="81" y="26"/>
                  </a:lnTo>
                  <a:lnTo>
                    <a:pt x="80" y="25"/>
                  </a:lnTo>
                  <a:lnTo>
                    <a:pt x="80" y="24"/>
                  </a:lnTo>
                  <a:lnTo>
                    <a:pt x="80" y="23"/>
                  </a:lnTo>
                  <a:lnTo>
                    <a:pt x="79" y="23"/>
                  </a:lnTo>
                  <a:lnTo>
                    <a:pt x="80" y="22"/>
                  </a:lnTo>
                  <a:lnTo>
                    <a:pt x="80" y="21"/>
                  </a:lnTo>
                  <a:lnTo>
                    <a:pt x="79" y="21"/>
                  </a:lnTo>
                  <a:lnTo>
                    <a:pt x="79" y="20"/>
                  </a:lnTo>
                  <a:lnTo>
                    <a:pt x="80" y="20"/>
                  </a:lnTo>
                  <a:lnTo>
                    <a:pt x="81" y="19"/>
                  </a:lnTo>
                  <a:lnTo>
                    <a:pt x="81" y="17"/>
                  </a:lnTo>
                  <a:lnTo>
                    <a:pt x="82" y="17"/>
                  </a:lnTo>
                  <a:lnTo>
                    <a:pt x="82" y="16"/>
                  </a:lnTo>
                  <a:lnTo>
                    <a:pt x="82" y="15"/>
                  </a:lnTo>
                  <a:lnTo>
                    <a:pt x="81" y="14"/>
                  </a:lnTo>
                  <a:lnTo>
                    <a:pt x="81" y="13"/>
                  </a:lnTo>
                  <a:lnTo>
                    <a:pt x="82" y="13"/>
                  </a:lnTo>
                  <a:lnTo>
                    <a:pt x="83" y="13"/>
                  </a:lnTo>
                  <a:lnTo>
                    <a:pt x="84" y="12"/>
                  </a:lnTo>
                  <a:lnTo>
                    <a:pt x="85" y="11"/>
                  </a:lnTo>
                  <a:lnTo>
                    <a:pt x="85" y="10"/>
                  </a:lnTo>
                  <a:lnTo>
                    <a:pt x="80" y="9"/>
                  </a:lnTo>
                  <a:lnTo>
                    <a:pt x="79" y="8"/>
                  </a:lnTo>
                  <a:lnTo>
                    <a:pt x="77" y="7"/>
                  </a:lnTo>
                  <a:lnTo>
                    <a:pt x="77" y="8"/>
                  </a:lnTo>
                  <a:lnTo>
                    <a:pt x="76" y="9"/>
                  </a:lnTo>
                  <a:lnTo>
                    <a:pt x="75" y="10"/>
                  </a:lnTo>
                  <a:lnTo>
                    <a:pt x="74" y="12"/>
                  </a:lnTo>
                  <a:lnTo>
                    <a:pt x="73" y="12"/>
                  </a:lnTo>
                  <a:lnTo>
                    <a:pt x="72" y="13"/>
                  </a:lnTo>
                  <a:lnTo>
                    <a:pt x="71" y="13"/>
                  </a:lnTo>
                  <a:lnTo>
                    <a:pt x="71" y="12"/>
                  </a:lnTo>
                  <a:lnTo>
                    <a:pt x="70" y="13"/>
                  </a:lnTo>
                  <a:lnTo>
                    <a:pt x="68" y="13"/>
                  </a:lnTo>
                  <a:lnTo>
                    <a:pt x="67" y="13"/>
                  </a:lnTo>
                  <a:lnTo>
                    <a:pt x="67" y="12"/>
                  </a:lnTo>
                  <a:lnTo>
                    <a:pt x="65" y="12"/>
                  </a:lnTo>
                  <a:lnTo>
                    <a:pt x="64" y="13"/>
                  </a:lnTo>
                  <a:lnTo>
                    <a:pt x="63" y="13"/>
                  </a:lnTo>
                  <a:lnTo>
                    <a:pt x="63" y="12"/>
                  </a:lnTo>
                  <a:lnTo>
                    <a:pt x="64" y="12"/>
                  </a:lnTo>
                  <a:lnTo>
                    <a:pt x="64" y="11"/>
                  </a:lnTo>
                  <a:lnTo>
                    <a:pt x="64" y="10"/>
                  </a:lnTo>
                  <a:lnTo>
                    <a:pt x="63" y="9"/>
                  </a:lnTo>
                  <a:lnTo>
                    <a:pt x="62" y="9"/>
                  </a:lnTo>
                  <a:lnTo>
                    <a:pt x="61" y="9"/>
                  </a:lnTo>
                  <a:lnTo>
                    <a:pt x="60" y="10"/>
                  </a:lnTo>
                  <a:lnTo>
                    <a:pt x="59" y="9"/>
                  </a:lnTo>
                  <a:lnTo>
                    <a:pt x="58" y="10"/>
                  </a:lnTo>
                  <a:lnTo>
                    <a:pt x="57" y="10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4" y="9"/>
                  </a:lnTo>
                  <a:lnTo>
                    <a:pt x="53" y="8"/>
                  </a:lnTo>
                  <a:lnTo>
                    <a:pt x="53" y="3"/>
                  </a:lnTo>
                  <a:lnTo>
                    <a:pt x="52" y="3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50" y="3"/>
                  </a:lnTo>
                  <a:lnTo>
                    <a:pt x="49" y="4"/>
                  </a:lnTo>
                  <a:lnTo>
                    <a:pt x="48" y="5"/>
                  </a:lnTo>
                  <a:lnTo>
                    <a:pt x="47" y="5"/>
                  </a:lnTo>
                  <a:lnTo>
                    <a:pt x="46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3" y="2"/>
                  </a:lnTo>
                  <a:lnTo>
                    <a:pt x="43" y="1"/>
                  </a:lnTo>
                  <a:lnTo>
                    <a:pt x="42" y="0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1" y="0"/>
                  </a:lnTo>
                  <a:lnTo>
                    <a:pt x="40" y="0"/>
                  </a:lnTo>
                  <a:lnTo>
                    <a:pt x="39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3" y="2"/>
                  </a:lnTo>
                  <a:lnTo>
                    <a:pt x="32" y="2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27" y="3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5" y="5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3" y="4"/>
                  </a:lnTo>
                  <a:lnTo>
                    <a:pt x="22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1" y="4"/>
                  </a:lnTo>
                  <a:lnTo>
                    <a:pt x="20" y="4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0" y="9"/>
                  </a:lnTo>
                  <a:lnTo>
                    <a:pt x="21" y="9"/>
                  </a:lnTo>
                  <a:lnTo>
                    <a:pt x="22" y="8"/>
                  </a:lnTo>
                  <a:lnTo>
                    <a:pt x="23" y="9"/>
                  </a:lnTo>
                  <a:lnTo>
                    <a:pt x="23" y="10"/>
                  </a:lnTo>
                  <a:lnTo>
                    <a:pt x="24" y="10"/>
                  </a:lnTo>
                  <a:lnTo>
                    <a:pt x="25" y="11"/>
                  </a:lnTo>
                  <a:lnTo>
                    <a:pt x="25" y="12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4"/>
                  </a:lnTo>
                  <a:lnTo>
                    <a:pt x="23" y="15"/>
                  </a:lnTo>
                  <a:lnTo>
                    <a:pt x="24" y="15"/>
                  </a:lnTo>
                  <a:lnTo>
                    <a:pt x="25" y="16"/>
                  </a:lnTo>
                  <a:lnTo>
                    <a:pt x="26" y="17"/>
                  </a:lnTo>
                  <a:lnTo>
                    <a:pt x="26" y="18"/>
                  </a:lnTo>
                  <a:lnTo>
                    <a:pt x="26" y="19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20"/>
                  </a:lnTo>
                  <a:lnTo>
                    <a:pt x="28" y="19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29" y="20"/>
                  </a:lnTo>
                  <a:lnTo>
                    <a:pt x="29" y="21"/>
                  </a:lnTo>
                  <a:lnTo>
                    <a:pt x="29" y="22"/>
                  </a:lnTo>
                  <a:lnTo>
                    <a:pt x="28" y="23"/>
                  </a:lnTo>
                  <a:lnTo>
                    <a:pt x="27" y="24"/>
                  </a:lnTo>
                  <a:lnTo>
                    <a:pt x="27" y="25"/>
                  </a:lnTo>
                  <a:lnTo>
                    <a:pt x="27" y="26"/>
                  </a:lnTo>
                  <a:lnTo>
                    <a:pt x="26" y="25"/>
                  </a:lnTo>
                  <a:lnTo>
                    <a:pt x="25" y="25"/>
                  </a:lnTo>
                  <a:lnTo>
                    <a:pt x="24" y="25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0" y="29"/>
                  </a:lnTo>
                  <a:lnTo>
                    <a:pt x="19" y="29"/>
                  </a:lnTo>
                  <a:lnTo>
                    <a:pt x="19" y="30"/>
                  </a:lnTo>
                  <a:lnTo>
                    <a:pt x="17" y="30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5" y="32"/>
                  </a:lnTo>
                  <a:lnTo>
                    <a:pt x="14" y="31"/>
                  </a:lnTo>
                  <a:lnTo>
                    <a:pt x="13" y="30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8" y="31"/>
                  </a:lnTo>
                  <a:lnTo>
                    <a:pt x="8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4" y="36"/>
                  </a:lnTo>
                  <a:lnTo>
                    <a:pt x="2" y="37"/>
                  </a:lnTo>
                  <a:lnTo>
                    <a:pt x="0" y="39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5432376" y="4774381"/>
              <a:ext cx="248037" cy="143090"/>
            </a:xfrm>
            <a:custGeom>
              <a:avLst/>
              <a:gdLst>
                <a:gd name="T0" fmla="*/ 2147483647 w 22"/>
                <a:gd name="T1" fmla="*/ 2147483647 h 13"/>
                <a:gd name="T2" fmla="*/ 2147483647 w 22"/>
                <a:gd name="T3" fmla="*/ 2147483647 h 13"/>
                <a:gd name="T4" fmla="*/ 2147483647 w 22"/>
                <a:gd name="T5" fmla="*/ 2147483647 h 13"/>
                <a:gd name="T6" fmla="*/ 2147483647 w 22"/>
                <a:gd name="T7" fmla="*/ 2147483647 h 13"/>
                <a:gd name="T8" fmla="*/ 2147483647 w 22"/>
                <a:gd name="T9" fmla="*/ 2147483647 h 13"/>
                <a:gd name="T10" fmla="*/ 2147483647 w 22"/>
                <a:gd name="T11" fmla="*/ 2147483647 h 13"/>
                <a:gd name="T12" fmla="*/ 2147483647 w 22"/>
                <a:gd name="T13" fmla="*/ 0 h 13"/>
                <a:gd name="T14" fmla="*/ 2147483647 w 22"/>
                <a:gd name="T15" fmla="*/ 2147483647 h 13"/>
                <a:gd name="T16" fmla="*/ 2147483647 w 22"/>
                <a:gd name="T17" fmla="*/ 2147483647 h 13"/>
                <a:gd name="T18" fmla="*/ 2147483647 w 22"/>
                <a:gd name="T19" fmla="*/ 2147483647 h 13"/>
                <a:gd name="T20" fmla="*/ 2147483647 w 22"/>
                <a:gd name="T21" fmla="*/ 2147483647 h 13"/>
                <a:gd name="T22" fmla="*/ 2147483647 w 22"/>
                <a:gd name="T23" fmla="*/ 2147483647 h 13"/>
                <a:gd name="T24" fmla="*/ 2147483647 w 22"/>
                <a:gd name="T25" fmla="*/ 2147483647 h 13"/>
                <a:gd name="T26" fmla="*/ 2147483647 w 22"/>
                <a:gd name="T27" fmla="*/ 2147483647 h 13"/>
                <a:gd name="T28" fmla="*/ 2147483647 w 22"/>
                <a:gd name="T29" fmla="*/ 2147483647 h 13"/>
                <a:gd name="T30" fmla="*/ 2147483647 w 22"/>
                <a:gd name="T31" fmla="*/ 2147483647 h 13"/>
                <a:gd name="T32" fmla="*/ 2147483647 w 22"/>
                <a:gd name="T33" fmla="*/ 2147483647 h 13"/>
                <a:gd name="T34" fmla="*/ 2147483647 w 22"/>
                <a:gd name="T35" fmla="*/ 2147483647 h 13"/>
                <a:gd name="T36" fmla="*/ 2147483647 w 22"/>
                <a:gd name="T37" fmla="*/ 2147483647 h 13"/>
                <a:gd name="T38" fmla="*/ 2147483647 w 22"/>
                <a:gd name="T39" fmla="*/ 2147483647 h 13"/>
                <a:gd name="T40" fmla="*/ 2147483647 w 22"/>
                <a:gd name="T41" fmla="*/ 2147483647 h 13"/>
                <a:gd name="T42" fmla="*/ 2147483647 w 22"/>
                <a:gd name="T43" fmla="*/ 2147483647 h 13"/>
                <a:gd name="T44" fmla="*/ 2147483647 w 22"/>
                <a:gd name="T45" fmla="*/ 2147483647 h 13"/>
                <a:gd name="T46" fmla="*/ 2147483647 w 22"/>
                <a:gd name="T47" fmla="*/ 2147483647 h 13"/>
                <a:gd name="T48" fmla="*/ 2147483647 w 22"/>
                <a:gd name="T49" fmla="*/ 2147483647 h 13"/>
                <a:gd name="T50" fmla="*/ 2147483647 w 22"/>
                <a:gd name="T51" fmla="*/ 2147483647 h 13"/>
                <a:gd name="T52" fmla="*/ 2147483647 w 22"/>
                <a:gd name="T53" fmla="*/ 2147483647 h 13"/>
                <a:gd name="T54" fmla="*/ 2147483647 w 22"/>
                <a:gd name="T55" fmla="*/ 2147483647 h 13"/>
                <a:gd name="T56" fmla="*/ 2147483647 w 22"/>
                <a:gd name="T57" fmla="*/ 2147483647 h 13"/>
                <a:gd name="T58" fmla="*/ 2147483647 w 22"/>
                <a:gd name="T59" fmla="*/ 2147483647 h 13"/>
                <a:gd name="T60" fmla="*/ 2147483647 w 22"/>
                <a:gd name="T61" fmla="*/ 2147483647 h 13"/>
                <a:gd name="T62" fmla="*/ 2147483647 w 22"/>
                <a:gd name="T63" fmla="*/ 2147483647 h 13"/>
                <a:gd name="T64" fmla="*/ 2147483647 w 22"/>
                <a:gd name="T65" fmla="*/ 2147483647 h 13"/>
                <a:gd name="T66" fmla="*/ 2147483647 w 22"/>
                <a:gd name="T67" fmla="*/ 2147483647 h 13"/>
                <a:gd name="T68" fmla="*/ 2147483647 w 22"/>
                <a:gd name="T69" fmla="*/ 2147483647 h 13"/>
                <a:gd name="T70" fmla="*/ 2147483647 w 22"/>
                <a:gd name="T71" fmla="*/ 2147483647 h 13"/>
                <a:gd name="T72" fmla="*/ 2147483647 w 22"/>
                <a:gd name="T73" fmla="*/ 2147483647 h 13"/>
                <a:gd name="T74" fmla="*/ 2147483647 w 22"/>
                <a:gd name="T75" fmla="*/ 2147483647 h 13"/>
                <a:gd name="T76" fmla="*/ 2147483647 w 22"/>
                <a:gd name="T77" fmla="*/ 2147483647 h 13"/>
                <a:gd name="T78" fmla="*/ 2147483647 w 22"/>
                <a:gd name="T79" fmla="*/ 2147483647 h 13"/>
                <a:gd name="T80" fmla="*/ 2147483647 w 22"/>
                <a:gd name="T81" fmla="*/ 2147483647 h 13"/>
                <a:gd name="T82" fmla="*/ 2147483647 w 22"/>
                <a:gd name="T83" fmla="*/ 2147483647 h 13"/>
                <a:gd name="T84" fmla="*/ 2147483647 w 22"/>
                <a:gd name="T85" fmla="*/ 2147483647 h 1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2" h="13">
                  <a:moveTo>
                    <a:pt x="0" y="3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1" y="1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8" y="6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7" y="11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5" y="11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2" y="13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10" y="12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7" y="10"/>
                  </a:lnTo>
                  <a:lnTo>
                    <a:pt x="7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706052" y="4172123"/>
              <a:ext cx="529898" cy="968610"/>
            </a:xfrm>
            <a:custGeom>
              <a:avLst/>
              <a:gdLst>
                <a:gd name="T0" fmla="*/ 2147483647 w 47"/>
                <a:gd name="T1" fmla="*/ 2147483647 h 88"/>
                <a:gd name="T2" fmla="*/ 2147483647 w 47"/>
                <a:gd name="T3" fmla="*/ 2147483647 h 88"/>
                <a:gd name="T4" fmla="*/ 2147483647 w 47"/>
                <a:gd name="T5" fmla="*/ 2147483647 h 88"/>
                <a:gd name="T6" fmla="*/ 2147483647 w 47"/>
                <a:gd name="T7" fmla="*/ 2147483647 h 88"/>
                <a:gd name="T8" fmla="*/ 2147483647 w 47"/>
                <a:gd name="T9" fmla="*/ 2147483647 h 88"/>
                <a:gd name="T10" fmla="*/ 2147483647 w 47"/>
                <a:gd name="T11" fmla="*/ 2147483647 h 88"/>
                <a:gd name="T12" fmla="*/ 2147483647 w 47"/>
                <a:gd name="T13" fmla="*/ 2147483647 h 88"/>
                <a:gd name="T14" fmla="*/ 2147483647 w 47"/>
                <a:gd name="T15" fmla="*/ 2147483647 h 88"/>
                <a:gd name="T16" fmla="*/ 2147483647 w 47"/>
                <a:gd name="T17" fmla="*/ 2147483647 h 88"/>
                <a:gd name="T18" fmla="*/ 2147483647 w 47"/>
                <a:gd name="T19" fmla="*/ 2147483647 h 88"/>
                <a:gd name="T20" fmla="*/ 2147483647 w 47"/>
                <a:gd name="T21" fmla="*/ 2147483647 h 88"/>
                <a:gd name="T22" fmla="*/ 2147483647 w 47"/>
                <a:gd name="T23" fmla="*/ 2147483647 h 88"/>
                <a:gd name="T24" fmla="*/ 2147483647 w 47"/>
                <a:gd name="T25" fmla="*/ 2147483647 h 88"/>
                <a:gd name="T26" fmla="*/ 2147483647 w 47"/>
                <a:gd name="T27" fmla="*/ 2147483647 h 88"/>
                <a:gd name="T28" fmla="*/ 2147483647 w 47"/>
                <a:gd name="T29" fmla="*/ 2147483647 h 88"/>
                <a:gd name="T30" fmla="*/ 2147483647 w 47"/>
                <a:gd name="T31" fmla="*/ 2147483647 h 88"/>
                <a:gd name="T32" fmla="*/ 2147483647 w 47"/>
                <a:gd name="T33" fmla="*/ 2147483647 h 88"/>
                <a:gd name="T34" fmla="*/ 2147483647 w 47"/>
                <a:gd name="T35" fmla="*/ 2147483647 h 88"/>
                <a:gd name="T36" fmla="*/ 2147483647 w 47"/>
                <a:gd name="T37" fmla="*/ 2147483647 h 88"/>
                <a:gd name="T38" fmla="*/ 2147483647 w 47"/>
                <a:gd name="T39" fmla="*/ 2147483647 h 88"/>
                <a:gd name="T40" fmla="*/ 2147483647 w 47"/>
                <a:gd name="T41" fmla="*/ 2147483647 h 88"/>
                <a:gd name="T42" fmla="*/ 2147483647 w 47"/>
                <a:gd name="T43" fmla="*/ 2147483647 h 88"/>
                <a:gd name="T44" fmla="*/ 2147483647 w 47"/>
                <a:gd name="T45" fmla="*/ 2147483647 h 88"/>
                <a:gd name="T46" fmla="*/ 2147483647 w 47"/>
                <a:gd name="T47" fmla="*/ 2147483647 h 88"/>
                <a:gd name="T48" fmla="*/ 2147483647 w 47"/>
                <a:gd name="T49" fmla="*/ 2147483647 h 88"/>
                <a:gd name="T50" fmla="*/ 2147483647 w 47"/>
                <a:gd name="T51" fmla="*/ 2147483647 h 88"/>
                <a:gd name="T52" fmla="*/ 2147483647 w 47"/>
                <a:gd name="T53" fmla="*/ 2147483647 h 88"/>
                <a:gd name="T54" fmla="*/ 2147483647 w 47"/>
                <a:gd name="T55" fmla="*/ 2147483647 h 88"/>
                <a:gd name="T56" fmla="*/ 2147483647 w 47"/>
                <a:gd name="T57" fmla="*/ 2147483647 h 88"/>
                <a:gd name="T58" fmla="*/ 2147483647 w 47"/>
                <a:gd name="T59" fmla="*/ 2147483647 h 88"/>
                <a:gd name="T60" fmla="*/ 2147483647 w 47"/>
                <a:gd name="T61" fmla="*/ 2147483647 h 88"/>
                <a:gd name="T62" fmla="*/ 2147483647 w 47"/>
                <a:gd name="T63" fmla="*/ 2147483647 h 88"/>
                <a:gd name="T64" fmla="*/ 2147483647 w 47"/>
                <a:gd name="T65" fmla="*/ 2147483647 h 88"/>
                <a:gd name="T66" fmla="*/ 2147483647 w 47"/>
                <a:gd name="T67" fmla="*/ 2147483647 h 88"/>
                <a:gd name="T68" fmla="*/ 2147483647 w 47"/>
                <a:gd name="T69" fmla="*/ 2147483647 h 88"/>
                <a:gd name="T70" fmla="*/ 2147483647 w 47"/>
                <a:gd name="T71" fmla="*/ 2147483647 h 88"/>
                <a:gd name="T72" fmla="*/ 2147483647 w 47"/>
                <a:gd name="T73" fmla="*/ 2147483647 h 88"/>
                <a:gd name="T74" fmla="*/ 2147483647 w 47"/>
                <a:gd name="T75" fmla="*/ 2147483647 h 88"/>
                <a:gd name="T76" fmla="*/ 2147483647 w 47"/>
                <a:gd name="T77" fmla="*/ 2147483647 h 88"/>
                <a:gd name="T78" fmla="*/ 2147483647 w 47"/>
                <a:gd name="T79" fmla="*/ 2147483647 h 88"/>
                <a:gd name="T80" fmla="*/ 2147483647 w 47"/>
                <a:gd name="T81" fmla="*/ 2147483647 h 88"/>
                <a:gd name="T82" fmla="*/ 2147483647 w 47"/>
                <a:gd name="T83" fmla="*/ 2147483647 h 88"/>
                <a:gd name="T84" fmla="*/ 2147483647 w 47"/>
                <a:gd name="T85" fmla="*/ 2147483647 h 88"/>
                <a:gd name="T86" fmla="*/ 2147483647 w 47"/>
                <a:gd name="T87" fmla="*/ 2147483647 h 88"/>
                <a:gd name="T88" fmla="*/ 2147483647 w 47"/>
                <a:gd name="T89" fmla="*/ 2147483647 h 88"/>
                <a:gd name="T90" fmla="*/ 2147483647 w 47"/>
                <a:gd name="T91" fmla="*/ 2147483647 h 88"/>
                <a:gd name="T92" fmla="*/ 2147483647 w 47"/>
                <a:gd name="T93" fmla="*/ 2147483647 h 88"/>
                <a:gd name="T94" fmla="*/ 2147483647 w 47"/>
                <a:gd name="T95" fmla="*/ 2147483647 h 88"/>
                <a:gd name="T96" fmla="*/ 2147483647 w 47"/>
                <a:gd name="T97" fmla="*/ 2147483647 h 88"/>
                <a:gd name="T98" fmla="*/ 2147483647 w 47"/>
                <a:gd name="T99" fmla="*/ 2147483647 h 88"/>
                <a:gd name="T100" fmla="*/ 2147483647 w 47"/>
                <a:gd name="T101" fmla="*/ 2147483647 h 88"/>
                <a:gd name="T102" fmla="*/ 2147483647 w 47"/>
                <a:gd name="T103" fmla="*/ 2147483647 h 88"/>
                <a:gd name="T104" fmla="*/ 2147483647 w 47"/>
                <a:gd name="T105" fmla="*/ 2147483647 h 88"/>
                <a:gd name="T106" fmla="*/ 2147483647 w 47"/>
                <a:gd name="T107" fmla="*/ 2147483647 h 88"/>
                <a:gd name="T108" fmla="*/ 2147483647 w 47"/>
                <a:gd name="T109" fmla="*/ 2147483647 h 88"/>
                <a:gd name="T110" fmla="*/ 2147483647 w 47"/>
                <a:gd name="T111" fmla="*/ 2147483647 h 88"/>
                <a:gd name="T112" fmla="*/ 2147483647 w 47"/>
                <a:gd name="T113" fmla="*/ 2147483647 h 88"/>
                <a:gd name="T114" fmla="*/ 2147483647 w 47"/>
                <a:gd name="T115" fmla="*/ 2147483647 h 88"/>
                <a:gd name="T116" fmla="*/ 2147483647 w 47"/>
                <a:gd name="T117" fmla="*/ 2147483647 h 88"/>
                <a:gd name="T118" fmla="*/ 0 w 47"/>
                <a:gd name="T119" fmla="*/ 2147483647 h 8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" h="88">
                  <a:moveTo>
                    <a:pt x="0" y="57"/>
                  </a:moveTo>
                  <a:lnTo>
                    <a:pt x="1" y="63"/>
                  </a:lnTo>
                  <a:lnTo>
                    <a:pt x="2" y="86"/>
                  </a:lnTo>
                  <a:lnTo>
                    <a:pt x="3" y="86"/>
                  </a:lnTo>
                  <a:lnTo>
                    <a:pt x="3" y="85"/>
                  </a:lnTo>
                  <a:lnTo>
                    <a:pt x="5" y="85"/>
                  </a:lnTo>
                  <a:lnTo>
                    <a:pt x="6" y="86"/>
                  </a:lnTo>
                  <a:lnTo>
                    <a:pt x="7" y="86"/>
                  </a:lnTo>
                  <a:lnTo>
                    <a:pt x="7" y="87"/>
                  </a:lnTo>
                  <a:lnTo>
                    <a:pt x="8" y="87"/>
                  </a:lnTo>
                  <a:lnTo>
                    <a:pt x="9" y="88"/>
                  </a:lnTo>
                  <a:lnTo>
                    <a:pt x="9" y="87"/>
                  </a:lnTo>
                  <a:lnTo>
                    <a:pt x="9" y="86"/>
                  </a:lnTo>
                  <a:lnTo>
                    <a:pt x="10" y="86"/>
                  </a:lnTo>
                  <a:lnTo>
                    <a:pt x="10" y="85"/>
                  </a:lnTo>
                  <a:lnTo>
                    <a:pt x="10" y="84"/>
                  </a:lnTo>
                  <a:lnTo>
                    <a:pt x="11" y="84"/>
                  </a:lnTo>
                  <a:lnTo>
                    <a:pt x="12" y="83"/>
                  </a:lnTo>
                  <a:lnTo>
                    <a:pt x="12" y="82"/>
                  </a:lnTo>
                  <a:lnTo>
                    <a:pt x="12" y="81"/>
                  </a:lnTo>
                  <a:lnTo>
                    <a:pt x="13" y="81"/>
                  </a:lnTo>
                  <a:lnTo>
                    <a:pt x="13" y="80"/>
                  </a:lnTo>
                  <a:lnTo>
                    <a:pt x="13" y="79"/>
                  </a:lnTo>
                  <a:lnTo>
                    <a:pt x="14" y="78"/>
                  </a:lnTo>
                  <a:lnTo>
                    <a:pt x="15" y="76"/>
                  </a:lnTo>
                  <a:lnTo>
                    <a:pt x="14" y="76"/>
                  </a:lnTo>
                  <a:lnTo>
                    <a:pt x="15" y="75"/>
                  </a:lnTo>
                  <a:lnTo>
                    <a:pt x="15" y="74"/>
                  </a:lnTo>
                  <a:lnTo>
                    <a:pt x="16" y="73"/>
                  </a:lnTo>
                  <a:lnTo>
                    <a:pt x="17" y="73"/>
                  </a:lnTo>
                  <a:lnTo>
                    <a:pt x="18" y="73"/>
                  </a:lnTo>
                  <a:lnTo>
                    <a:pt x="19" y="73"/>
                  </a:lnTo>
                  <a:lnTo>
                    <a:pt x="20" y="73"/>
                  </a:lnTo>
                  <a:lnTo>
                    <a:pt x="20" y="72"/>
                  </a:lnTo>
                  <a:lnTo>
                    <a:pt x="21" y="70"/>
                  </a:lnTo>
                  <a:lnTo>
                    <a:pt x="22" y="69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3" y="67"/>
                  </a:lnTo>
                  <a:lnTo>
                    <a:pt x="23" y="66"/>
                  </a:lnTo>
                  <a:lnTo>
                    <a:pt x="23" y="65"/>
                  </a:lnTo>
                  <a:lnTo>
                    <a:pt x="24" y="65"/>
                  </a:lnTo>
                  <a:lnTo>
                    <a:pt x="24" y="64"/>
                  </a:lnTo>
                  <a:lnTo>
                    <a:pt x="25" y="64"/>
                  </a:lnTo>
                  <a:lnTo>
                    <a:pt x="25" y="65"/>
                  </a:lnTo>
                  <a:lnTo>
                    <a:pt x="25" y="66"/>
                  </a:lnTo>
                  <a:lnTo>
                    <a:pt x="25" y="67"/>
                  </a:lnTo>
                  <a:lnTo>
                    <a:pt x="25" y="68"/>
                  </a:lnTo>
                  <a:lnTo>
                    <a:pt x="25" y="69"/>
                  </a:lnTo>
                  <a:lnTo>
                    <a:pt x="25" y="70"/>
                  </a:lnTo>
                  <a:lnTo>
                    <a:pt x="25" y="71"/>
                  </a:lnTo>
                  <a:lnTo>
                    <a:pt x="24" y="72"/>
                  </a:lnTo>
                  <a:lnTo>
                    <a:pt x="25" y="73"/>
                  </a:lnTo>
                  <a:lnTo>
                    <a:pt x="26" y="73"/>
                  </a:lnTo>
                  <a:lnTo>
                    <a:pt x="27" y="73"/>
                  </a:lnTo>
                  <a:lnTo>
                    <a:pt x="27" y="74"/>
                  </a:lnTo>
                  <a:lnTo>
                    <a:pt x="28" y="75"/>
                  </a:lnTo>
                  <a:lnTo>
                    <a:pt x="28" y="74"/>
                  </a:lnTo>
                  <a:lnTo>
                    <a:pt x="28" y="75"/>
                  </a:lnTo>
                  <a:lnTo>
                    <a:pt x="29" y="75"/>
                  </a:lnTo>
                  <a:lnTo>
                    <a:pt x="29" y="76"/>
                  </a:lnTo>
                  <a:lnTo>
                    <a:pt x="28" y="76"/>
                  </a:lnTo>
                  <a:lnTo>
                    <a:pt x="28" y="77"/>
                  </a:lnTo>
                  <a:lnTo>
                    <a:pt x="29" y="77"/>
                  </a:lnTo>
                  <a:lnTo>
                    <a:pt x="29" y="78"/>
                  </a:lnTo>
                  <a:lnTo>
                    <a:pt x="29" y="79"/>
                  </a:lnTo>
                  <a:lnTo>
                    <a:pt x="29" y="78"/>
                  </a:lnTo>
                  <a:lnTo>
                    <a:pt x="30" y="78"/>
                  </a:lnTo>
                  <a:lnTo>
                    <a:pt x="29" y="78"/>
                  </a:lnTo>
                  <a:lnTo>
                    <a:pt x="30" y="79"/>
                  </a:lnTo>
                  <a:lnTo>
                    <a:pt x="30" y="78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1" y="71"/>
                  </a:lnTo>
                  <a:lnTo>
                    <a:pt x="32" y="71"/>
                  </a:lnTo>
                  <a:lnTo>
                    <a:pt x="31" y="69"/>
                  </a:lnTo>
                  <a:lnTo>
                    <a:pt x="32" y="68"/>
                  </a:lnTo>
                  <a:lnTo>
                    <a:pt x="32" y="67"/>
                  </a:lnTo>
                  <a:lnTo>
                    <a:pt x="32" y="66"/>
                  </a:lnTo>
                  <a:lnTo>
                    <a:pt x="33" y="66"/>
                  </a:lnTo>
                  <a:lnTo>
                    <a:pt x="33" y="65"/>
                  </a:lnTo>
                  <a:lnTo>
                    <a:pt x="33" y="64"/>
                  </a:lnTo>
                  <a:lnTo>
                    <a:pt x="33" y="63"/>
                  </a:lnTo>
                  <a:lnTo>
                    <a:pt x="33" y="61"/>
                  </a:lnTo>
                  <a:lnTo>
                    <a:pt x="34" y="60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5" y="55"/>
                  </a:lnTo>
                  <a:lnTo>
                    <a:pt x="36" y="53"/>
                  </a:lnTo>
                  <a:lnTo>
                    <a:pt x="36" y="52"/>
                  </a:lnTo>
                  <a:lnTo>
                    <a:pt x="36" y="53"/>
                  </a:lnTo>
                  <a:lnTo>
                    <a:pt x="35" y="53"/>
                  </a:lnTo>
                  <a:lnTo>
                    <a:pt x="35" y="52"/>
                  </a:lnTo>
                  <a:lnTo>
                    <a:pt x="35" y="53"/>
                  </a:lnTo>
                  <a:lnTo>
                    <a:pt x="34" y="53"/>
                  </a:lnTo>
                  <a:lnTo>
                    <a:pt x="33" y="55"/>
                  </a:lnTo>
                  <a:lnTo>
                    <a:pt x="32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2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5" y="50"/>
                  </a:lnTo>
                  <a:lnTo>
                    <a:pt x="36" y="49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4" y="47"/>
                  </a:lnTo>
                  <a:lnTo>
                    <a:pt x="33" y="47"/>
                  </a:lnTo>
                  <a:lnTo>
                    <a:pt x="33" y="48"/>
                  </a:lnTo>
                  <a:lnTo>
                    <a:pt x="32" y="48"/>
                  </a:lnTo>
                  <a:lnTo>
                    <a:pt x="31" y="48"/>
                  </a:lnTo>
                  <a:lnTo>
                    <a:pt x="30" y="48"/>
                  </a:lnTo>
                  <a:lnTo>
                    <a:pt x="30" y="47"/>
                  </a:lnTo>
                  <a:lnTo>
                    <a:pt x="31" y="46"/>
                  </a:lnTo>
                  <a:lnTo>
                    <a:pt x="31" y="45"/>
                  </a:lnTo>
                  <a:lnTo>
                    <a:pt x="32" y="44"/>
                  </a:lnTo>
                  <a:lnTo>
                    <a:pt x="33" y="42"/>
                  </a:lnTo>
                  <a:lnTo>
                    <a:pt x="34" y="42"/>
                  </a:lnTo>
                  <a:lnTo>
                    <a:pt x="35" y="42"/>
                  </a:lnTo>
                  <a:lnTo>
                    <a:pt x="35" y="41"/>
                  </a:lnTo>
                  <a:lnTo>
                    <a:pt x="36" y="40"/>
                  </a:lnTo>
                  <a:lnTo>
                    <a:pt x="35" y="39"/>
                  </a:lnTo>
                  <a:lnTo>
                    <a:pt x="35" y="38"/>
                  </a:lnTo>
                  <a:lnTo>
                    <a:pt x="34" y="37"/>
                  </a:lnTo>
                  <a:lnTo>
                    <a:pt x="34" y="35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6" y="30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0" y="24"/>
                  </a:lnTo>
                  <a:lnTo>
                    <a:pt x="42" y="22"/>
                  </a:lnTo>
                  <a:lnTo>
                    <a:pt x="43" y="21"/>
                  </a:lnTo>
                  <a:lnTo>
                    <a:pt x="43" y="20"/>
                  </a:lnTo>
                  <a:lnTo>
                    <a:pt x="44" y="20"/>
                  </a:lnTo>
                  <a:lnTo>
                    <a:pt x="44" y="19"/>
                  </a:lnTo>
                  <a:lnTo>
                    <a:pt x="45" y="18"/>
                  </a:lnTo>
                  <a:lnTo>
                    <a:pt x="45" y="17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6" y="14"/>
                  </a:lnTo>
                  <a:lnTo>
                    <a:pt x="46" y="13"/>
                  </a:lnTo>
                  <a:lnTo>
                    <a:pt x="47" y="13"/>
                  </a:lnTo>
                  <a:lnTo>
                    <a:pt x="47" y="12"/>
                  </a:lnTo>
                  <a:lnTo>
                    <a:pt x="47" y="11"/>
                  </a:lnTo>
                  <a:lnTo>
                    <a:pt x="47" y="10"/>
                  </a:lnTo>
                  <a:lnTo>
                    <a:pt x="46" y="10"/>
                  </a:lnTo>
                  <a:lnTo>
                    <a:pt x="46" y="9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1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2"/>
                  </a:lnTo>
                  <a:lnTo>
                    <a:pt x="33" y="2"/>
                  </a:lnTo>
                  <a:lnTo>
                    <a:pt x="33" y="3"/>
                  </a:lnTo>
                  <a:lnTo>
                    <a:pt x="32" y="3"/>
                  </a:lnTo>
                  <a:lnTo>
                    <a:pt x="31" y="4"/>
                  </a:lnTo>
                  <a:lnTo>
                    <a:pt x="31" y="12"/>
                  </a:lnTo>
                  <a:lnTo>
                    <a:pt x="30" y="19"/>
                  </a:lnTo>
                  <a:lnTo>
                    <a:pt x="24" y="27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6533512" y="4997642"/>
              <a:ext cx="766661" cy="352222"/>
            </a:xfrm>
            <a:custGeom>
              <a:avLst/>
              <a:gdLst>
                <a:gd name="T0" fmla="*/ 0 w 68"/>
                <a:gd name="T1" fmla="*/ 2147483647 h 32"/>
                <a:gd name="T2" fmla="*/ 2147483647 w 68"/>
                <a:gd name="T3" fmla="*/ 2147483647 h 32"/>
                <a:gd name="T4" fmla="*/ 2147483647 w 68"/>
                <a:gd name="T5" fmla="*/ 2147483647 h 32"/>
                <a:gd name="T6" fmla="*/ 2147483647 w 68"/>
                <a:gd name="T7" fmla="*/ 2147483647 h 32"/>
                <a:gd name="T8" fmla="*/ 2147483647 w 68"/>
                <a:gd name="T9" fmla="*/ 2147483647 h 32"/>
                <a:gd name="T10" fmla="*/ 2147483647 w 68"/>
                <a:gd name="T11" fmla="*/ 2147483647 h 32"/>
                <a:gd name="T12" fmla="*/ 2147483647 w 68"/>
                <a:gd name="T13" fmla="*/ 2147483647 h 32"/>
                <a:gd name="T14" fmla="*/ 2147483647 w 68"/>
                <a:gd name="T15" fmla="*/ 2147483647 h 32"/>
                <a:gd name="T16" fmla="*/ 2147483647 w 68"/>
                <a:gd name="T17" fmla="*/ 2147483647 h 32"/>
                <a:gd name="T18" fmla="*/ 2147483647 w 68"/>
                <a:gd name="T19" fmla="*/ 2147483647 h 32"/>
                <a:gd name="T20" fmla="*/ 2147483647 w 68"/>
                <a:gd name="T21" fmla="*/ 2147483647 h 32"/>
                <a:gd name="T22" fmla="*/ 2147483647 w 68"/>
                <a:gd name="T23" fmla="*/ 2147483647 h 32"/>
                <a:gd name="T24" fmla="*/ 2147483647 w 68"/>
                <a:gd name="T25" fmla="*/ 2147483647 h 32"/>
                <a:gd name="T26" fmla="*/ 2147483647 w 68"/>
                <a:gd name="T27" fmla="*/ 2147483647 h 32"/>
                <a:gd name="T28" fmla="*/ 2147483647 w 68"/>
                <a:gd name="T29" fmla="*/ 2147483647 h 32"/>
                <a:gd name="T30" fmla="*/ 2147483647 w 68"/>
                <a:gd name="T31" fmla="*/ 2147483647 h 32"/>
                <a:gd name="T32" fmla="*/ 2147483647 w 68"/>
                <a:gd name="T33" fmla="*/ 2147483647 h 32"/>
                <a:gd name="T34" fmla="*/ 2147483647 w 68"/>
                <a:gd name="T35" fmla="*/ 2147483647 h 32"/>
                <a:gd name="T36" fmla="*/ 2147483647 w 68"/>
                <a:gd name="T37" fmla="*/ 2147483647 h 32"/>
                <a:gd name="T38" fmla="*/ 2147483647 w 68"/>
                <a:gd name="T39" fmla="*/ 2147483647 h 32"/>
                <a:gd name="T40" fmla="*/ 2147483647 w 68"/>
                <a:gd name="T41" fmla="*/ 2147483647 h 32"/>
                <a:gd name="T42" fmla="*/ 2147483647 w 68"/>
                <a:gd name="T43" fmla="*/ 2147483647 h 32"/>
                <a:gd name="T44" fmla="*/ 2147483647 w 68"/>
                <a:gd name="T45" fmla="*/ 2147483647 h 32"/>
                <a:gd name="T46" fmla="*/ 2147483647 w 68"/>
                <a:gd name="T47" fmla="*/ 2147483647 h 32"/>
                <a:gd name="T48" fmla="*/ 2147483647 w 68"/>
                <a:gd name="T49" fmla="*/ 2147483647 h 32"/>
                <a:gd name="T50" fmla="*/ 2147483647 w 68"/>
                <a:gd name="T51" fmla="*/ 2147483647 h 32"/>
                <a:gd name="T52" fmla="*/ 2147483647 w 68"/>
                <a:gd name="T53" fmla="*/ 2147483647 h 32"/>
                <a:gd name="T54" fmla="*/ 2147483647 w 68"/>
                <a:gd name="T55" fmla="*/ 2147483647 h 32"/>
                <a:gd name="T56" fmla="*/ 2147483647 w 68"/>
                <a:gd name="T57" fmla="*/ 2147483647 h 32"/>
                <a:gd name="T58" fmla="*/ 2147483647 w 68"/>
                <a:gd name="T59" fmla="*/ 2147483647 h 32"/>
                <a:gd name="T60" fmla="*/ 2147483647 w 68"/>
                <a:gd name="T61" fmla="*/ 2147483647 h 32"/>
                <a:gd name="T62" fmla="*/ 2147483647 w 68"/>
                <a:gd name="T63" fmla="*/ 2147483647 h 32"/>
                <a:gd name="T64" fmla="*/ 2147483647 w 68"/>
                <a:gd name="T65" fmla="*/ 2147483647 h 32"/>
                <a:gd name="T66" fmla="*/ 2147483647 w 68"/>
                <a:gd name="T67" fmla="*/ 2147483647 h 32"/>
                <a:gd name="T68" fmla="*/ 2147483647 w 68"/>
                <a:gd name="T69" fmla="*/ 2147483647 h 32"/>
                <a:gd name="T70" fmla="*/ 2147483647 w 68"/>
                <a:gd name="T71" fmla="*/ 2147483647 h 32"/>
                <a:gd name="T72" fmla="*/ 2147483647 w 68"/>
                <a:gd name="T73" fmla="*/ 2147483647 h 32"/>
                <a:gd name="T74" fmla="*/ 2147483647 w 68"/>
                <a:gd name="T75" fmla="*/ 2147483647 h 32"/>
                <a:gd name="T76" fmla="*/ 2147483647 w 68"/>
                <a:gd name="T77" fmla="*/ 2147483647 h 32"/>
                <a:gd name="T78" fmla="*/ 2147483647 w 68"/>
                <a:gd name="T79" fmla="*/ 2147483647 h 32"/>
                <a:gd name="T80" fmla="*/ 2147483647 w 68"/>
                <a:gd name="T81" fmla="*/ 2147483647 h 32"/>
                <a:gd name="T82" fmla="*/ 2147483647 w 68"/>
                <a:gd name="T83" fmla="*/ 2147483647 h 32"/>
                <a:gd name="T84" fmla="*/ 2147483647 w 68"/>
                <a:gd name="T85" fmla="*/ 2147483647 h 32"/>
                <a:gd name="T86" fmla="*/ 2147483647 w 68"/>
                <a:gd name="T87" fmla="*/ 2147483647 h 32"/>
                <a:gd name="T88" fmla="*/ 2147483647 w 68"/>
                <a:gd name="T89" fmla="*/ 2147483647 h 32"/>
                <a:gd name="T90" fmla="*/ 2147483647 w 68"/>
                <a:gd name="T91" fmla="*/ 0 h 32"/>
                <a:gd name="T92" fmla="*/ 2147483647 w 68"/>
                <a:gd name="T93" fmla="*/ 2147483647 h 32"/>
                <a:gd name="T94" fmla="*/ 2147483647 w 68"/>
                <a:gd name="T95" fmla="*/ 2147483647 h 32"/>
                <a:gd name="T96" fmla="*/ 2147483647 w 68"/>
                <a:gd name="T97" fmla="*/ 2147483647 h 32"/>
                <a:gd name="T98" fmla="*/ 2147483647 w 68"/>
                <a:gd name="T99" fmla="*/ 2147483647 h 32"/>
                <a:gd name="T100" fmla="*/ 2147483647 w 68"/>
                <a:gd name="T101" fmla="*/ 2147483647 h 32"/>
                <a:gd name="T102" fmla="*/ 2147483647 w 68"/>
                <a:gd name="T103" fmla="*/ 2147483647 h 32"/>
                <a:gd name="T104" fmla="*/ 2147483647 w 68"/>
                <a:gd name="T105" fmla="*/ 2147483647 h 32"/>
                <a:gd name="T106" fmla="*/ 2147483647 w 68"/>
                <a:gd name="T107" fmla="*/ 2147483647 h 32"/>
                <a:gd name="T108" fmla="*/ 2147483647 w 68"/>
                <a:gd name="T109" fmla="*/ 2147483647 h 32"/>
                <a:gd name="T110" fmla="*/ 2147483647 w 68"/>
                <a:gd name="T111" fmla="*/ 2147483647 h 3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68" h="32">
                  <a:moveTo>
                    <a:pt x="0" y="11"/>
                  </a:moveTo>
                  <a:lnTo>
                    <a:pt x="0" y="14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6" y="24"/>
                  </a:lnTo>
                  <a:lnTo>
                    <a:pt x="7" y="24"/>
                  </a:lnTo>
                  <a:lnTo>
                    <a:pt x="8" y="25"/>
                  </a:lnTo>
                  <a:lnTo>
                    <a:pt x="8" y="26"/>
                  </a:lnTo>
                  <a:lnTo>
                    <a:pt x="8" y="27"/>
                  </a:lnTo>
                  <a:lnTo>
                    <a:pt x="9" y="27"/>
                  </a:lnTo>
                  <a:lnTo>
                    <a:pt x="9" y="28"/>
                  </a:lnTo>
                  <a:lnTo>
                    <a:pt x="10" y="31"/>
                  </a:lnTo>
                  <a:lnTo>
                    <a:pt x="10" y="32"/>
                  </a:lnTo>
                  <a:lnTo>
                    <a:pt x="11" y="32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4" y="26"/>
                  </a:lnTo>
                  <a:lnTo>
                    <a:pt x="14" y="25"/>
                  </a:lnTo>
                  <a:lnTo>
                    <a:pt x="15" y="24"/>
                  </a:lnTo>
                  <a:lnTo>
                    <a:pt x="16" y="19"/>
                  </a:lnTo>
                  <a:lnTo>
                    <a:pt x="17" y="17"/>
                  </a:lnTo>
                  <a:lnTo>
                    <a:pt x="18" y="17"/>
                  </a:lnTo>
                  <a:lnTo>
                    <a:pt x="20" y="17"/>
                  </a:lnTo>
                  <a:lnTo>
                    <a:pt x="20" y="18"/>
                  </a:lnTo>
                  <a:lnTo>
                    <a:pt x="22" y="19"/>
                  </a:lnTo>
                  <a:lnTo>
                    <a:pt x="23" y="20"/>
                  </a:lnTo>
                  <a:lnTo>
                    <a:pt x="23" y="21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3" y="25"/>
                  </a:lnTo>
                  <a:lnTo>
                    <a:pt x="24" y="27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7" y="28"/>
                  </a:lnTo>
                  <a:lnTo>
                    <a:pt x="29" y="30"/>
                  </a:lnTo>
                  <a:lnTo>
                    <a:pt x="30" y="30"/>
                  </a:lnTo>
                  <a:lnTo>
                    <a:pt x="31" y="30"/>
                  </a:lnTo>
                  <a:lnTo>
                    <a:pt x="33" y="26"/>
                  </a:lnTo>
                  <a:lnTo>
                    <a:pt x="37" y="22"/>
                  </a:lnTo>
                  <a:lnTo>
                    <a:pt x="37" y="21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1" y="19"/>
                  </a:lnTo>
                  <a:lnTo>
                    <a:pt x="42" y="19"/>
                  </a:lnTo>
                  <a:lnTo>
                    <a:pt x="43" y="19"/>
                  </a:lnTo>
                  <a:lnTo>
                    <a:pt x="43" y="17"/>
                  </a:lnTo>
                  <a:lnTo>
                    <a:pt x="45" y="17"/>
                  </a:lnTo>
                  <a:lnTo>
                    <a:pt x="45" y="18"/>
                  </a:lnTo>
                  <a:lnTo>
                    <a:pt x="46" y="18"/>
                  </a:lnTo>
                  <a:lnTo>
                    <a:pt x="47" y="18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9" y="18"/>
                  </a:lnTo>
                  <a:lnTo>
                    <a:pt x="49" y="19"/>
                  </a:lnTo>
                  <a:lnTo>
                    <a:pt x="49" y="20"/>
                  </a:lnTo>
                  <a:lnTo>
                    <a:pt x="50" y="21"/>
                  </a:lnTo>
                  <a:lnTo>
                    <a:pt x="50" y="22"/>
                  </a:lnTo>
                  <a:lnTo>
                    <a:pt x="52" y="22"/>
                  </a:lnTo>
                  <a:lnTo>
                    <a:pt x="53" y="24"/>
                  </a:lnTo>
                  <a:lnTo>
                    <a:pt x="52" y="25"/>
                  </a:lnTo>
                  <a:lnTo>
                    <a:pt x="52" y="26"/>
                  </a:lnTo>
                  <a:lnTo>
                    <a:pt x="53" y="27"/>
                  </a:lnTo>
                  <a:lnTo>
                    <a:pt x="55" y="27"/>
                  </a:lnTo>
                  <a:lnTo>
                    <a:pt x="56" y="27"/>
                  </a:lnTo>
                  <a:lnTo>
                    <a:pt x="56" y="28"/>
                  </a:lnTo>
                  <a:lnTo>
                    <a:pt x="57" y="28"/>
                  </a:lnTo>
                  <a:lnTo>
                    <a:pt x="58" y="28"/>
                  </a:lnTo>
                  <a:lnTo>
                    <a:pt x="58" y="29"/>
                  </a:lnTo>
                  <a:lnTo>
                    <a:pt x="59" y="29"/>
                  </a:lnTo>
                  <a:lnTo>
                    <a:pt x="59" y="30"/>
                  </a:lnTo>
                  <a:lnTo>
                    <a:pt x="58" y="30"/>
                  </a:lnTo>
                  <a:lnTo>
                    <a:pt x="68" y="30"/>
                  </a:lnTo>
                  <a:lnTo>
                    <a:pt x="67" y="17"/>
                  </a:lnTo>
                  <a:lnTo>
                    <a:pt x="67" y="14"/>
                  </a:lnTo>
                  <a:lnTo>
                    <a:pt x="63" y="14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57" y="11"/>
                  </a:lnTo>
                  <a:lnTo>
                    <a:pt x="55" y="11"/>
                  </a:lnTo>
                  <a:lnTo>
                    <a:pt x="54" y="11"/>
                  </a:lnTo>
                  <a:lnTo>
                    <a:pt x="54" y="12"/>
                  </a:lnTo>
                  <a:lnTo>
                    <a:pt x="54" y="15"/>
                  </a:lnTo>
                  <a:lnTo>
                    <a:pt x="53" y="15"/>
                  </a:lnTo>
                  <a:lnTo>
                    <a:pt x="53" y="16"/>
                  </a:lnTo>
                  <a:lnTo>
                    <a:pt x="52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3" y="12"/>
                  </a:lnTo>
                  <a:lnTo>
                    <a:pt x="42" y="12"/>
                  </a:lnTo>
                  <a:lnTo>
                    <a:pt x="42" y="11"/>
                  </a:lnTo>
                  <a:lnTo>
                    <a:pt x="41" y="11"/>
                  </a:lnTo>
                  <a:lnTo>
                    <a:pt x="41" y="10"/>
                  </a:lnTo>
                  <a:lnTo>
                    <a:pt x="41" y="7"/>
                  </a:lnTo>
                  <a:lnTo>
                    <a:pt x="40" y="4"/>
                  </a:lnTo>
                  <a:lnTo>
                    <a:pt x="37" y="3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8" y="4"/>
                  </a:lnTo>
                  <a:lnTo>
                    <a:pt x="26" y="4"/>
                  </a:lnTo>
                  <a:lnTo>
                    <a:pt x="25" y="5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9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3060989" y="1717577"/>
              <a:ext cx="1352931" cy="1551977"/>
            </a:xfrm>
            <a:custGeom>
              <a:avLst/>
              <a:gdLst>
                <a:gd name="T0" fmla="*/ 2147483647 w 120"/>
                <a:gd name="T1" fmla="*/ 0 h 141"/>
                <a:gd name="T2" fmla="*/ 2147483647 w 120"/>
                <a:gd name="T3" fmla="*/ 2147483647 h 141"/>
                <a:gd name="T4" fmla="*/ 2147483647 w 120"/>
                <a:gd name="T5" fmla="*/ 2147483647 h 141"/>
                <a:gd name="T6" fmla="*/ 2147483647 w 120"/>
                <a:gd name="T7" fmla="*/ 2147483647 h 141"/>
                <a:gd name="T8" fmla="*/ 2147483647 w 120"/>
                <a:gd name="T9" fmla="*/ 2147483647 h 141"/>
                <a:gd name="T10" fmla="*/ 2147483647 w 120"/>
                <a:gd name="T11" fmla="*/ 2147483647 h 141"/>
                <a:gd name="T12" fmla="*/ 2147483647 w 120"/>
                <a:gd name="T13" fmla="*/ 2147483647 h 141"/>
                <a:gd name="T14" fmla="*/ 2147483647 w 120"/>
                <a:gd name="T15" fmla="*/ 2147483647 h 141"/>
                <a:gd name="T16" fmla="*/ 2147483647 w 120"/>
                <a:gd name="T17" fmla="*/ 2147483647 h 141"/>
                <a:gd name="T18" fmla="*/ 2147483647 w 120"/>
                <a:gd name="T19" fmla="*/ 2147483647 h 141"/>
                <a:gd name="T20" fmla="*/ 2147483647 w 120"/>
                <a:gd name="T21" fmla="*/ 2147483647 h 141"/>
                <a:gd name="T22" fmla="*/ 0 w 120"/>
                <a:gd name="T23" fmla="*/ 2147483647 h 141"/>
                <a:gd name="T24" fmla="*/ 2147483647 w 120"/>
                <a:gd name="T25" fmla="*/ 2147483647 h 141"/>
                <a:gd name="T26" fmla="*/ 2147483647 w 120"/>
                <a:gd name="T27" fmla="*/ 2147483647 h 141"/>
                <a:gd name="T28" fmla="*/ 2147483647 w 120"/>
                <a:gd name="T29" fmla="*/ 2147483647 h 141"/>
                <a:gd name="T30" fmla="*/ 2147483647 w 120"/>
                <a:gd name="T31" fmla="*/ 2147483647 h 141"/>
                <a:gd name="T32" fmla="*/ 2147483647 w 120"/>
                <a:gd name="T33" fmla="*/ 2147483647 h 141"/>
                <a:gd name="T34" fmla="*/ 2147483647 w 120"/>
                <a:gd name="T35" fmla="*/ 2147483647 h 141"/>
                <a:gd name="T36" fmla="*/ 2147483647 w 120"/>
                <a:gd name="T37" fmla="*/ 2147483647 h 141"/>
                <a:gd name="T38" fmla="*/ 2147483647 w 120"/>
                <a:gd name="T39" fmla="*/ 2147483647 h 141"/>
                <a:gd name="T40" fmla="*/ 2147483647 w 120"/>
                <a:gd name="T41" fmla="*/ 2147483647 h 141"/>
                <a:gd name="T42" fmla="*/ 2147483647 w 120"/>
                <a:gd name="T43" fmla="*/ 2147483647 h 141"/>
                <a:gd name="T44" fmla="*/ 2147483647 w 120"/>
                <a:gd name="T45" fmla="*/ 2147483647 h 141"/>
                <a:gd name="T46" fmla="*/ 2147483647 w 120"/>
                <a:gd name="T47" fmla="*/ 2147483647 h 141"/>
                <a:gd name="T48" fmla="*/ 2147483647 w 120"/>
                <a:gd name="T49" fmla="*/ 2147483647 h 141"/>
                <a:gd name="T50" fmla="*/ 2147483647 w 120"/>
                <a:gd name="T51" fmla="*/ 2147483647 h 141"/>
                <a:gd name="T52" fmla="*/ 2147483647 w 120"/>
                <a:gd name="T53" fmla="*/ 2147483647 h 141"/>
                <a:gd name="T54" fmla="*/ 2147483647 w 120"/>
                <a:gd name="T55" fmla="*/ 2147483647 h 141"/>
                <a:gd name="T56" fmla="*/ 2147483647 w 120"/>
                <a:gd name="T57" fmla="*/ 2147483647 h 141"/>
                <a:gd name="T58" fmla="*/ 2147483647 w 120"/>
                <a:gd name="T59" fmla="*/ 2147483647 h 141"/>
                <a:gd name="T60" fmla="*/ 2147483647 w 120"/>
                <a:gd name="T61" fmla="*/ 2147483647 h 141"/>
                <a:gd name="T62" fmla="*/ 2147483647 w 120"/>
                <a:gd name="T63" fmla="*/ 2147483647 h 141"/>
                <a:gd name="T64" fmla="*/ 2147483647 w 120"/>
                <a:gd name="T65" fmla="*/ 2147483647 h 141"/>
                <a:gd name="T66" fmla="*/ 2147483647 w 120"/>
                <a:gd name="T67" fmla="*/ 2147483647 h 141"/>
                <a:gd name="T68" fmla="*/ 2147483647 w 120"/>
                <a:gd name="T69" fmla="*/ 2147483647 h 141"/>
                <a:gd name="T70" fmla="*/ 2147483647 w 120"/>
                <a:gd name="T71" fmla="*/ 2147483647 h 141"/>
                <a:gd name="T72" fmla="*/ 2147483647 w 120"/>
                <a:gd name="T73" fmla="*/ 2147483647 h 141"/>
                <a:gd name="T74" fmla="*/ 2147483647 w 120"/>
                <a:gd name="T75" fmla="*/ 2147483647 h 141"/>
                <a:gd name="T76" fmla="*/ 2147483647 w 120"/>
                <a:gd name="T77" fmla="*/ 2147483647 h 141"/>
                <a:gd name="T78" fmla="*/ 2147483647 w 120"/>
                <a:gd name="T79" fmla="*/ 2147483647 h 141"/>
                <a:gd name="T80" fmla="*/ 2147483647 w 120"/>
                <a:gd name="T81" fmla="*/ 2147483647 h 141"/>
                <a:gd name="T82" fmla="*/ 2147483647 w 120"/>
                <a:gd name="T83" fmla="*/ 2147483647 h 141"/>
                <a:gd name="T84" fmla="*/ 2147483647 w 120"/>
                <a:gd name="T85" fmla="*/ 2147483647 h 141"/>
                <a:gd name="T86" fmla="*/ 2147483647 w 120"/>
                <a:gd name="T87" fmla="*/ 2147483647 h 141"/>
                <a:gd name="T88" fmla="*/ 2147483647 w 120"/>
                <a:gd name="T89" fmla="*/ 2147483647 h 141"/>
                <a:gd name="T90" fmla="*/ 2147483647 w 120"/>
                <a:gd name="T91" fmla="*/ 2147483647 h 141"/>
                <a:gd name="T92" fmla="*/ 2147483647 w 120"/>
                <a:gd name="T93" fmla="*/ 2147483647 h 141"/>
                <a:gd name="T94" fmla="*/ 2147483647 w 120"/>
                <a:gd name="T95" fmla="*/ 2147483647 h 141"/>
                <a:gd name="T96" fmla="*/ 2147483647 w 120"/>
                <a:gd name="T97" fmla="*/ 2147483647 h 141"/>
                <a:gd name="T98" fmla="*/ 2147483647 w 120"/>
                <a:gd name="T99" fmla="*/ 2147483647 h 141"/>
                <a:gd name="T100" fmla="*/ 2147483647 w 120"/>
                <a:gd name="T101" fmla="*/ 2147483647 h 141"/>
                <a:gd name="T102" fmla="*/ 2147483647 w 120"/>
                <a:gd name="T103" fmla="*/ 2147483647 h 141"/>
                <a:gd name="T104" fmla="*/ 2147483647 w 120"/>
                <a:gd name="T105" fmla="*/ 2147483647 h 141"/>
                <a:gd name="T106" fmla="*/ 2147483647 w 120"/>
                <a:gd name="T107" fmla="*/ 2147483647 h 141"/>
                <a:gd name="T108" fmla="*/ 2147483647 w 120"/>
                <a:gd name="T109" fmla="*/ 2147483647 h 1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0" h="141">
                  <a:moveTo>
                    <a:pt x="56" y="2"/>
                  </a:moveTo>
                  <a:lnTo>
                    <a:pt x="41" y="1"/>
                  </a:lnTo>
                  <a:lnTo>
                    <a:pt x="23" y="0"/>
                  </a:lnTo>
                  <a:lnTo>
                    <a:pt x="23" y="10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9" y="12"/>
                  </a:lnTo>
                  <a:lnTo>
                    <a:pt x="10" y="15"/>
                  </a:lnTo>
                  <a:lnTo>
                    <a:pt x="11" y="25"/>
                  </a:lnTo>
                  <a:lnTo>
                    <a:pt x="13" y="30"/>
                  </a:lnTo>
                  <a:lnTo>
                    <a:pt x="14" y="37"/>
                  </a:lnTo>
                  <a:lnTo>
                    <a:pt x="12" y="53"/>
                  </a:lnTo>
                  <a:lnTo>
                    <a:pt x="11" y="53"/>
                  </a:lnTo>
                  <a:lnTo>
                    <a:pt x="11" y="56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8"/>
                  </a:lnTo>
                  <a:lnTo>
                    <a:pt x="11" y="70"/>
                  </a:lnTo>
                  <a:lnTo>
                    <a:pt x="12" y="72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7"/>
                  </a:lnTo>
                  <a:lnTo>
                    <a:pt x="12" y="78"/>
                  </a:lnTo>
                  <a:lnTo>
                    <a:pt x="10" y="79"/>
                  </a:lnTo>
                  <a:lnTo>
                    <a:pt x="8" y="78"/>
                  </a:lnTo>
                  <a:lnTo>
                    <a:pt x="7" y="78"/>
                  </a:lnTo>
                  <a:lnTo>
                    <a:pt x="4" y="78"/>
                  </a:lnTo>
                  <a:lnTo>
                    <a:pt x="3" y="78"/>
                  </a:lnTo>
                  <a:lnTo>
                    <a:pt x="3" y="77"/>
                  </a:lnTo>
                  <a:lnTo>
                    <a:pt x="2" y="77"/>
                  </a:lnTo>
                  <a:lnTo>
                    <a:pt x="2" y="78"/>
                  </a:lnTo>
                  <a:lnTo>
                    <a:pt x="1" y="78"/>
                  </a:lnTo>
                  <a:lnTo>
                    <a:pt x="0" y="79"/>
                  </a:lnTo>
                  <a:lnTo>
                    <a:pt x="0" y="80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3" y="84"/>
                  </a:lnTo>
                  <a:lnTo>
                    <a:pt x="3" y="85"/>
                  </a:lnTo>
                  <a:lnTo>
                    <a:pt x="4" y="86"/>
                  </a:lnTo>
                  <a:lnTo>
                    <a:pt x="5" y="89"/>
                  </a:lnTo>
                  <a:lnTo>
                    <a:pt x="7" y="92"/>
                  </a:lnTo>
                  <a:lnTo>
                    <a:pt x="7" y="93"/>
                  </a:lnTo>
                  <a:lnTo>
                    <a:pt x="7" y="94"/>
                  </a:lnTo>
                  <a:lnTo>
                    <a:pt x="9" y="95"/>
                  </a:lnTo>
                  <a:lnTo>
                    <a:pt x="9" y="97"/>
                  </a:lnTo>
                  <a:lnTo>
                    <a:pt x="10" y="99"/>
                  </a:lnTo>
                  <a:lnTo>
                    <a:pt x="9" y="100"/>
                  </a:lnTo>
                  <a:lnTo>
                    <a:pt x="8" y="101"/>
                  </a:lnTo>
                  <a:lnTo>
                    <a:pt x="8" y="102"/>
                  </a:lnTo>
                  <a:lnTo>
                    <a:pt x="8" y="104"/>
                  </a:lnTo>
                  <a:lnTo>
                    <a:pt x="9" y="105"/>
                  </a:lnTo>
                  <a:lnTo>
                    <a:pt x="10" y="106"/>
                  </a:lnTo>
                  <a:lnTo>
                    <a:pt x="11" y="107"/>
                  </a:lnTo>
                  <a:lnTo>
                    <a:pt x="13" y="106"/>
                  </a:lnTo>
                  <a:lnTo>
                    <a:pt x="14" y="106"/>
                  </a:lnTo>
                  <a:lnTo>
                    <a:pt x="15" y="106"/>
                  </a:lnTo>
                  <a:lnTo>
                    <a:pt x="16" y="106"/>
                  </a:lnTo>
                  <a:lnTo>
                    <a:pt x="17" y="107"/>
                  </a:lnTo>
                  <a:lnTo>
                    <a:pt x="19" y="108"/>
                  </a:lnTo>
                  <a:lnTo>
                    <a:pt x="20" y="110"/>
                  </a:lnTo>
                  <a:lnTo>
                    <a:pt x="20" y="111"/>
                  </a:lnTo>
                  <a:lnTo>
                    <a:pt x="21" y="113"/>
                  </a:lnTo>
                  <a:lnTo>
                    <a:pt x="21" y="115"/>
                  </a:lnTo>
                  <a:lnTo>
                    <a:pt x="22" y="117"/>
                  </a:lnTo>
                  <a:lnTo>
                    <a:pt x="23" y="121"/>
                  </a:lnTo>
                  <a:lnTo>
                    <a:pt x="23" y="123"/>
                  </a:lnTo>
                  <a:lnTo>
                    <a:pt x="24" y="126"/>
                  </a:lnTo>
                  <a:lnTo>
                    <a:pt x="24" y="127"/>
                  </a:lnTo>
                  <a:lnTo>
                    <a:pt x="25" y="127"/>
                  </a:lnTo>
                  <a:lnTo>
                    <a:pt x="25" y="128"/>
                  </a:lnTo>
                  <a:lnTo>
                    <a:pt x="26" y="128"/>
                  </a:lnTo>
                  <a:lnTo>
                    <a:pt x="29" y="129"/>
                  </a:lnTo>
                  <a:lnTo>
                    <a:pt x="30" y="129"/>
                  </a:lnTo>
                  <a:lnTo>
                    <a:pt x="31" y="129"/>
                  </a:lnTo>
                  <a:lnTo>
                    <a:pt x="32" y="129"/>
                  </a:lnTo>
                  <a:lnTo>
                    <a:pt x="33" y="130"/>
                  </a:lnTo>
                  <a:lnTo>
                    <a:pt x="33" y="133"/>
                  </a:lnTo>
                  <a:lnTo>
                    <a:pt x="33" y="134"/>
                  </a:lnTo>
                  <a:lnTo>
                    <a:pt x="35" y="134"/>
                  </a:lnTo>
                  <a:lnTo>
                    <a:pt x="37" y="137"/>
                  </a:lnTo>
                  <a:lnTo>
                    <a:pt x="37" y="138"/>
                  </a:lnTo>
                  <a:lnTo>
                    <a:pt x="38" y="140"/>
                  </a:lnTo>
                  <a:lnTo>
                    <a:pt x="41" y="140"/>
                  </a:lnTo>
                  <a:lnTo>
                    <a:pt x="43" y="140"/>
                  </a:lnTo>
                  <a:lnTo>
                    <a:pt x="43" y="141"/>
                  </a:lnTo>
                  <a:lnTo>
                    <a:pt x="44" y="141"/>
                  </a:lnTo>
                  <a:lnTo>
                    <a:pt x="47" y="140"/>
                  </a:lnTo>
                  <a:lnTo>
                    <a:pt x="49" y="139"/>
                  </a:lnTo>
                  <a:lnTo>
                    <a:pt x="49" y="133"/>
                  </a:lnTo>
                  <a:lnTo>
                    <a:pt x="50" y="132"/>
                  </a:lnTo>
                  <a:lnTo>
                    <a:pt x="51" y="131"/>
                  </a:lnTo>
                  <a:lnTo>
                    <a:pt x="52" y="130"/>
                  </a:lnTo>
                  <a:lnTo>
                    <a:pt x="52" y="129"/>
                  </a:lnTo>
                  <a:lnTo>
                    <a:pt x="51" y="126"/>
                  </a:lnTo>
                  <a:lnTo>
                    <a:pt x="51" y="125"/>
                  </a:lnTo>
                  <a:lnTo>
                    <a:pt x="52" y="125"/>
                  </a:lnTo>
                  <a:lnTo>
                    <a:pt x="53" y="125"/>
                  </a:lnTo>
                  <a:lnTo>
                    <a:pt x="55" y="125"/>
                  </a:lnTo>
                  <a:lnTo>
                    <a:pt x="56" y="124"/>
                  </a:lnTo>
                  <a:lnTo>
                    <a:pt x="56" y="123"/>
                  </a:lnTo>
                  <a:lnTo>
                    <a:pt x="56" y="120"/>
                  </a:lnTo>
                  <a:lnTo>
                    <a:pt x="57" y="118"/>
                  </a:lnTo>
                  <a:lnTo>
                    <a:pt x="58" y="117"/>
                  </a:lnTo>
                  <a:lnTo>
                    <a:pt x="59" y="117"/>
                  </a:lnTo>
                  <a:lnTo>
                    <a:pt x="60" y="116"/>
                  </a:lnTo>
                  <a:lnTo>
                    <a:pt x="61" y="115"/>
                  </a:lnTo>
                  <a:lnTo>
                    <a:pt x="62" y="116"/>
                  </a:lnTo>
                  <a:lnTo>
                    <a:pt x="64" y="118"/>
                  </a:lnTo>
                  <a:lnTo>
                    <a:pt x="67" y="120"/>
                  </a:lnTo>
                  <a:lnTo>
                    <a:pt x="68" y="120"/>
                  </a:lnTo>
                  <a:lnTo>
                    <a:pt x="69" y="120"/>
                  </a:lnTo>
                  <a:lnTo>
                    <a:pt x="72" y="124"/>
                  </a:lnTo>
                  <a:lnTo>
                    <a:pt x="73" y="124"/>
                  </a:lnTo>
                  <a:lnTo>
                    <a:pt x="75" y="125"/>
                  </a:lnTo>
                  <a:lnTo>
                    <a:pt x="76" y="125"/>
                  </a:lnTo>
                  <a:lnTo>
                    <a:pt x="77" y="124"/>
                  </a:lnTo>
                  <a:lnTo>
                    <a:pt x="79" y="124"/>
                  </a:lnTo>
                  <a:lnTo>
                    <a:pt x="81" y="125"/>
                  </a:lnTo>
                  <a:lnTo>
                    <a:pt x="83" y="124"/>
                  </a:lnTo>
                  <a:lnTo>
                    <a:pt x="84" y="124"/>
                  </a:lnTo>
                  <a:lnTo>
                    <a:pt x="88" y="125"/>
                  </a:lnTo>
                  <a:lnTo>
                    <a:pt x="89" y="127"/>
                  </a:lnTo>
                  <a:lnTo>
                    <a:pt x="91" y="127"/>
                  </a:lnTo>
                  <a:lnTo>
                    <a:pt x="94" y="124"/>
                  </a:lnTo>
                  <a:lnTo>
                    <a:pt x="95" y="121"/>
                  </a:lnTo>
                  <a:lnTo>
                    <a:pt x="98" y="119"/>
                  </a:lnTo>
                  <a:lnTo>
                    <a:pt x="102" y="119"/>
                  </a:lnTo>
                  <a:lnTo>
                    <a:pt x="103" y="120"/>
                  </a:lnTo>
                  <a:lnTo>
                    <a:pt x="109" y="121"/>
                  </a:lnTo>
                  <a:lnTo>
                    <a:pt x="108" y="118"/>
                  </a:lnTo>
                  <a:lnTo>
                    <a:pt x="104" y="100"/>
                  </a:lnTo>
                  <a:lnTo>
                    <a:pt x="103" y="95"/>
                  </a:lnTo>
                  <a:lnTo>
                    <a:pt x="120" y="67"/>
                  </a:lnTo>
                  <a:lnTo>
                    <a:pt x="115" y="66"/>
                  </a:lnTo>
                  <a:lnTo>
                    <a:pt x="112" y="63"/>
                  </a:lnTo>
                  <a:lnTo>
                    <a:pt x="108" y="61"/>
                  </a:lnTo>
                  <a:lnTo>
                    <a:pt x="107" y="60"/>
                  </a:lnTo>
                  <a:lnTo>
                    <a:pt x="103" y="59"/>
                  </a:lnTo>
                  <a:lnTo>
                    <a:pt x="101" y="57"/>
                  </a:lnTo>
                  <a:lnTo>
                    <a:pt x="98" y="54"/>
                  </a:lnTo>
                  <a:lnTo>
                    <a:pt x="93" y="51"/>
                  </a:lnTo>
                  <a:lnTo>
                    <a:pt x="90" y="43"/>
                  </a:lnTo>
                  <a:lnTo>
                    <a:pt x="89" y="37"/>
                  </a:lnTo>
                  <a:lnTo>
                    <a:pt x="86" y="31"/>
                  </a:lnTo>
                  <a:lnTo>
                    <a:pt x="85" y="29"/>
                  </a:lnTo>
                  <a:lnTo>
                    <a:pt x="84" y="28"/>
                  </a:lnTo>
                  <a:lnTo>
                    <a:pt x="77" y="23"/>
                  </a:lnTo>
                  <a:lnTo>
                    <a:pt x="72" y="18"/>
                  </a:lnTo>
                  <a:lnTo>
                    <a:pt x="70" y="16"/>
                  </a:lnTo>
                  <a:lnTo>
                    <a:pt x="66" y="11"/>
                  </a:lnTo>
                  <a:lnTo>
                    <a:pt x="63" y="10"/>
                  </a:lnTo>
                  <a:lnTo>
                    <a:pt x="61" y="8"/>
                  </a:lnTo>
                  <a:lnTo>
                    <a:pt x="58" y="2"/>
                  </a:lnTo>
                  <a:lnTo>
                    <a:pt x="56" y="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5340302" y="4509668"/>
              <a:ext cx="529898" cy="715451"/>
            </a:xfrm>
            <a:custGeom>
              <a:avLst/>
              <a:gdLst>
                <a:gd name="T0" fmla="*/ 2147483647 w 47"/>
                <a:gd name="T1" fmla="*/ 2147483647 h 65"/>
                <a:gd name="T2" fmla="*/ 2147483647 w 47"/>
                <a:gd name="T3" fmla="*/ 2147483647 h 65"/>
                <a:gd name="T4" fmla="*/ 2147483647 w 47"/>
                <a:gd name="T5" fmla="*/ 2147483647 h 65"/>
                <a:gd name="T6" fmla="*/ 2147483647 w 47"/>
                <a:gd name="T7" fmla="*/ 2147483647 h 65"/>
                <a:gd name="T8" fmla="*/ 2147483647 w 47"/>
                <a:gd name="T9" fmla="*/ 2147483647 h 65"/>
                <a:gd name="T10" fmla="*/ 2147483647 w 47"/>
                <a:gd name="T11" fmla="*/ 2147483647 h 65"/>
                <a:gd name="T12" fmla="*/ 2147483647 w 47"/>
                <a:gd name="T13" fmla="*/ 2147483647 h 65"/>
                <a:gd name="T14" fmla="*/ 2147483647 w 47"/>
                <a:gd name="T15" fmla="*/ 2147483647 h 65"/>
                <a:gd name="T16" fmla="*/ 2147483647 w 47"/>
                <a:gd name="T17" fmla="*/ 2147483647 h 65"/>
                <a:gd name="T18" fmla="*/ 2147483647 w 47"/>
                <a:gd name="T19" fmla="*/ 2147483647 h 65"/>
                <a:gd name="T20" fmla="*/ 2147483647 w 47"/>
                <a:gd name="T21" fmla="*/ 2147483647 h 65"/>
                <a:gd name="T22" fmla="*/ 2147483647 w 47"/>
                <a:gd name="T23" fmla="*/ 2147483647 h 65"/>
                <a:gd name="T24" fmla="*/ 2147483647 w 47"/>
                <a:gd name="T25" fmla="*/ 2147483647 h 65"/>
                <a:gd name="T26" fmla="*/ 2147483647 w 47"/>
                <a:gd name="T27" fmla="*/ 2147483647 h 65"/>
                <a:gd name="T28" fmla="*/ 2147483647 w 47"/>
                <a:gd name="T29" fmla="*/ 2147483647 h 65"/>
                <a:gd name="T30" fmla="*/ 2147483647 w 47"/>
                <a:gd name="T31" fmla="*/ 2147483647 h 65"/>
                <a:gd name="T32" fmla="*/ 2147483647 w 47"/>
                <a:gd name="T33" fmla="*/ 2147483647 h 65"/>
                <a:gd name="T34" fmla="*/ 2147483647 w 47"/>
                <a:gd name="T35" fmla="*/ 2147483647 h 65"/>
                <a:gd name="T36" fmla="*/ 2147483647 w 47"/>
                <a:gd name="T37" fmla="*/ 2147483647 h 65"/>
                <a:gd name="T38" fmla="*/ 2147483647 w 47"/>
                <a:gd name="T39" fmla="*/ 2147483647 h 65"/>
                <a:gd name="T40" fmla="*/ 2147483647 w 47"/>
                <a:gd name="T41" fmla="*/ 2147483647 h 65"/>
                <a:gd name="T42" fmla="*/ 2147483647 w 47"/>
                <a:gd name="T43" fmla="*/ 2147483647 h 65"/>
                <a:gd name="T44" fmla="*/ 2147483647 w 47"/>
                <a:gd name="T45" fmla="*/ 2147483647 h 65"/>
                <a:gd name="T46" fmla="*/ 2147483647 w 47"/>
                <a:gd name="T47" fmla="*/ 2147483647 h 65"/>
                <a:gd name="T48" fmla="*/ 2147483647 w 47"/>
                <a:gd name="T49" fmla="*/ 2147483647 h 65"/>
                <a:gd name="T50" fmla="*/ 2147483647 w 47"/>
                <a:gd name="T51" fmla="*/ 0 h 65"/>
                <a:gd name="T52" fmla="*/ 2147483647 w 47"/>
                <a:gd name="T53" fmla="*/ 2147483647 h 65"/>
                <a:gd name="T54" fmla="*/ 2147483647 w 47"/>
                <a:gd name="T55" fmla="*/ 2147483647 h 65"/>
                <a:gd name="T56" fmla="*/ 2147483647 w 47"/>
                <a:gd name="T57" fmla="*/ 2147483647 h 65"/>
                <a:gd name="T58" fmla="*/ 2147483647 w 47"/>
                <a:gd name="T59" fmla="*/ 2147483647 h 65"/>
                <a:gd name="T60" fmla="*/ 2147483647 w 47"/>
                <a:gd name="T61" fmla="*/ 2147483647 h 65"/>
                <a:gd name="T62" fmla="*/ 2147483647 w 47"/>
                <a:gd name="T63" fmla="*/ 2147483647 h 65"/>
                <a:gd name="T64" fmla="*/ 2147483647 w 47"/>
                <a:gd name="T65" fmla="*/ 2147483647 h 65"/>
                <a:gd name="T66" fmla="*/ 2147483647 w 47"/>
                <a:gd name="T67" fmla="*/ 2147483647 h 65"/>
                <a:gd name="T68" fmla="*/ 2147483647 w 47"/>
                <a:gd name="T69" fmla="*/ 2147483647 h 65"/>
                <a:gd name="T70" fmla="*/ 2147483647 w 47"/>
                <a:gd name="T71" fmla="*/ 2147483647 h 65"/>
                <a:gd name="T72" fmla="*/ 2147483647 w 47"/>
                <a:gd name="T73" fmla="*/ 2147483647 h 65"/>
                <a:gd name="T74" fmla="*/ 2147483647 w 47"/>
                <a:gd name="T75" fmla="*/ 2147483647 h 65"/>
                <a:gd name="T76" fmla="*/ 2147483647 w 47"/>
                <a:gd name="T77" fmla="*/ 2147483647 h 65"/>
                <a:gd name="T78" fmla="*/ 2147483647 w 47"/>
                <a:gd name="T79" fmla="*/ 2147483647 h 65"/>
                <a:gd name="T80" fmla="*/ 2147483647 w 47"/>
                <a:gd name="T81" fmla="*/ 2147483647 h 65"/>
                <a:gd name="T82" fmla="*/ 2147483647 w 47"/>
                <a:gd name="T83" fmla="*/ 2147483647 h 65"/>
                <a:gd name="T84" fmla="*/ 2147483647 w 47"/>
                <a:gd name="T85" fmla="*/ 2147483647 h 65"/>
                <a:gd name="T86" fmla="*/ 2147483647 w 47"/>
                <a:gd name="T87" fmla="*/ 2147483647 h 65"/>
                <a:gd name="T88" fmla="*/ 2147483647 w 47"/>
                <a:gd name="T89" fmla="*/ 2147483647 h 65"/>
                <a:gd name="T90" fmla="*/ 2147483647 w 47"/>
                <a:gd name="T91" fmla="*/ 2147483647 h 65"/>
                <a:gd name="T92" fmla="*/ 2147483647 w 47"/>
                <a:gd name="T93" fmla="*/ 2147483647 h 65"/>
                <a:gd name="T94" fmla="*/ 2147483647 w 47"/>
                <a:gd name="T95" fmla="*/ 2147483647 h 65"/>
                <a:gd name="T96" fmla="*/ 2147483647 w 47"/>
                <a:gd name="T97" fmla="*/ 2147483647 h 65"/>
                <a:gd name="T98" fmla="*/ 2147483647 w 47"/>
                <a:gd name="T99" fmla="*/ 2147483647 h 65"/>
                <a:gd name="T100" fmla="*/ 2147483647 w 47"/>
                <a:gd name="T101" fmla="*/ 2147483647 h 65"/>
                <a:gd name="T102" fmla="*/ 2147483647 w 47"/>
                <a:gd name="T103" fmla="*/ 2147483647 h 65"/>
                <a:gd name="T104" fmla="*/ 2147483647 w 47"/>
                <a:gd name="T105" fmla="*/ 2147483647 h 65"/>
                <a:gd name="T106" fmla="*/ 2147483647 w 47"/>
                <a:gd name="T107" fmla="*/ 2147483647 h 65"/>
                <a:gd name="T108" fmla="*/ 2147483647 w 47"/>
                <a:gd name="T109" fmla="*/ 2147483647 h 65"/>
                <a:gd name="T110" fmla="*/ 2147483647 w 47"/>
                <a:gd name="T111" fmla="*/ 2147483647 h 65"/>
                <a:gd name="T112" fmla="*/ 2147483647 w 47"/>
                <a:gd name="T113" fmla="*/ 2147483647 h 65"/>
                <a:gd name="T114" fmla="*/ 2147483647 w 47"/>
                <a:gd name="T115" fmla="*/ 2147483647 h 65"/>
                <a:gd name="T116" fmla="*/ 2147483647 w 47"/>
                <a:gd name="T117" fmla="*/ 2147483647 h 65"/>
                <a:gd name="T118" fmla="*/ 2147483647 w 47"/>
                <a:gd name="T119" fmla="*/ 2147483647 h 65"/>
                <a:gd name="T120" fmla="*/ 2147483647 w 47"/>
                <a:gd name="T121" fmla="*/ 2147483647 h 65"/>
                <a:gd name="T122" fmla="*/ 2147483647 w 47"/>
                <a:gd name="T123" fmla="*/ 2147483647 h 6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7" h="65">
                  <a:moveTo>
                    <a:pt x="0" y="55"/>
                  </a:moveTo>
                  <a:lnTo>
                    <a:pt x="0" y="55"/>
                  </a:lnTo>
                  <a:lnTo>
                    <a:pt x="0" y="54"/>
                  </a:lnTo>
                  <a:lnTo>
                    <a:pt x="1" y="54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7" y="53"/>
                  </a:lnTo>
                  <a:lnTo>
                    <a:pt x="7" y="52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9"/>
                  </a:lnTo>
                  <a:lnTo>
                    <a:pt x="8" y="48"/>
                  </a:lnTo>
                  <a:lnTo>
                    <a:pt x="8" y="49"/>
                  </a:lnTo>
                  <a:lnTo>
                    <a:pt x="9" y="49"/>
                  </a:lnTo>
                  <a:lnTo>
                    <a:pt x="9" y="48"/>
                  </a:lnTo>
                  <a:lnTo>
                    <a:pt x="8" y="47"/>
                  </a:lnTo>
                  <a:lnTo>
                    <a:pt x="8" y="46"/>
                  </a:lnTo>
                  <a:lnTo>
                    <a:pt x="8" y="45"/>
                  </a:lnTo>
                  <a:lnTo>
                    <a:pt x="9" y="44"/>
                  </a:lnTo>
                  <a:lnTo>
                    <a:pt x="9" y="43"/>
                  </a:lnTo>
                  <a:lnTo>
                    <a:pt x="9" y="42"/>
                  </a:lnTo>
                  <a:lnTo>
                    <a:pt x="9" y="41"/>
                  </a:lnTo>
                  <a:lnTo>
                    <a:pt x="9" y="40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9" y="36"/>
                  </a:lnTo>
                  <a:lnTo>
                    <a:pt x="10" y="36"/>
                  </a:lnTo>
                  <a:lnTo>
                    <a:pt x="10" y="35"/>
                  </a:lnTo>
                  <a:lnTo>
                    <a:pt x="10" y="34"/>
                  </a:lnTo>
                  <a:lnTo>
                    <a:pt x="10" y="33"/>
                  </a:lnTo>
                  <a:lnTo>
                    <a:pt x="10" y="31"/>
                  </a:lnTo>
                  <a:lnTo>
                    <a:pt x="10" y="30"/>
                  </a:lnTo>
                  <a:lnTo>
                    <a:pt x="11" y="30"/>
                  </a:lnTo>
                  <a:lnTo>
                    <a:pt x="12" y="30"/>
                  </a:lnTo>
                  <a:lnTo>
                    <a:pt x="13" y="30"/>
                  </a:lnTo>
                  <a:lnTo>
                    <a:pt x="13" y="31"/>
                  </a:lnTo>
                  <a:lnTo>
                    <a:pt x="14" y="32"/>
                  </a:lnTo>
                  <a:lnTo>
                    <a:pt x="14" y="33"/>
                  </a:lnTo>
                  <a:lnTo>
                    <a:pt x="15" y="33"/>
                  </a:lnTo>
                  <a:lnTo>
                    <a:pt x="15" y="34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20" y="37"/>
                  </a:lnTo>
                  <a:lnTo>
                    <a:pt x="21" y="36"/>
                  </a:lnTo>
                  <a:lnTo>
                    <a:pt x="22" y="36"/>
                  </a:lnTo>
                  <a:lnTo>
                    <a:pt x="23" y="35"/>
                  </a:lnTo>
                  <a:lnTo>
                    <a:pt x="23" y="36"/>
                  </a:lnTo>
                  <a:lnTo>
                    <a:pt x="24" y="36"/>
                  </a:lnTo>
                  <a:lnTo>
                    <a:pt x="25" y="36"/>
                  </a:lnTo>
                  <a:lnTo>
                    <a:pt x="25" y="35"/>
                  </a:lnTo>
                  <a:lnTo>
                    <a:pt x="26" y="35"/>
                  </a:lnTo>
                  <a:lnTo>
                    <a:pt x="26" y="34"/>
                  </a:lnTo>
                  <a:lnTo>
                    <a:pt x="27" y="34"/>
                  </a:lnTo>
                  <a:lnTo>
                    <a:pt x="28" y="34"/>
                  </a:lnTo>
                  <a:lnTo>
                    <a:pt x="29" y="34"/>
                  </a:lnTo>
                  <a:lnTo>
                    <a:pt x="30" y="34"/>
                  </a:lnTo>
                  <a:lnTo>
                    <a:pt x="30" y="33"/>
                  </a:lnTo>
                  <a:lnTo>
                    <a:pt x="30" y="32"/>
                  </a:lnTo>
                  <a:lnTo>
                    <a:pt x="29" y="32"/>
                  </a:lnTo>
                  <a:lnTo>
                    <a:pt x="28" y="31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6" y="30"/>
                  </a:lnTo>
                  <a:lnTo>
                    <a:pt x="25" y="30"/>
                  </a:lnTo>
                  <a:lnTo>
                    <a:pt x="25" y="29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4" y="27"/>
                  </a:lnTo>
                  <a:lnTo>
                    <a:pt x="23" y="27"/>
                  </a:lnTo>
                  <a:lnTo>
                    <a:pt x="22" y="26"/>
                  </a:lnTo>
                  <a:lnTo>
                    <a:pt x="21" y="26"/>
                  </a:lnTo>
                  <a:lnTo>
                    <a:pt x="20" y="26"/>
                  </a:lnTo>
                  <a:lnTo>
                    <a:pt x="19" y="25"/>
                  </a:lnTo>
                  <a:lnTo>
                    <a:pt x="19" y="24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21" y="19"/>
                  </a:lnTo>
                  <a:lnTo>
                    <a:pt x="21" y="18"/>
                  </a:lnTo>
                  <a:lnTo>
                    <a:pt x="21" y="17"/>
                  </a:lnTo>
                  <a:lnTo>
                    <a:pt x="21" y="16"/>
                  </a:lnTo>
                  <a:lnTo>
                    <a:pt x="22" y="16"/>
                  </a:lnTo>
                  <a:lnTo>
                    <a:pt x="22" y="14"/>
                  </a:lnTo>
                  <a:lnTo>
                    <a:pt x="20" y="13"/>
                  </a:lnTo>
                  <a:lnTo>
                    <a:pt x="19" y="12"/>
                  </a:lnTo>
                  <a:lnTo>
                    <a:pt x="19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2" y="11"/>
                  </a:lnTo>
                  <a:lnTo>
                    <a:pt x="23" y="9"/>
                  </a:lnTo>
                  <a:lnTo>
                    <a:pt x="25" y="8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7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28" y="1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1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2" y="5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7"/>
                  </a:lnTo>
                  <a:lnTo>
                    <a:pt x="34" y="8"/>
                  </a:lnTo>
                  <a:lnTo>
                    <a:pt x="33" y="8"/>
                  </a:lnTo>
                  <a:lnTo>
                    <a:pt x="32" y="9"/>
                  </a:lnTo>
                  <a:lnTo>
                    <a:pt x="32" y="8"/>
                  </a:lnTo>
                  <a:lnTo>
                    <a:pt x="31" y="8"/>
                  </a:lnTo>
                  <a:lnTo>
                    <a:pt x="30" y="9"/>
                  </a:lnTo>
                  <a:lnTo>
                    <a:pt x="30" y="15"/>
                  </a:lnTo>
                  <a:lnTo>
                    <a:pt x="31" y="15"/>
                  </a:lnTo>
                  <a:lnTo>
                    <a:pt x="31" y="16"/>
                  </a:lnTo>
                  <a:lnTo>
                    <a:pt x="32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4" y="17"/>
                  </a:lnTo>
                  <a:lnTo>
                    <a:pt x="35" y="16"/>
                  </a:lnTo>
                  <a:lnTo>
                    <a:pt x="36" y="16"/>
                  </a:lnTo>
                  <a:lnTo>
                    <a:pt x="36" y="15"/>
                  </a:lnTo>
                  <a:lnTo>
                    <a:pt x="37" y="14"/>
                  </a:lnTo>
                  <a:lnTo>
                    <a:pt x="38" y="14"/>
                  </a:lnTo>
                  <a:lnTo>
                    <a:pt x="38" y="15"/>
                  </a:lnTo>
                  <a:lnTo>
                    <a:pt x="39" y="15"/>
                  </a:lnTo>
                  <a:lnTo>
                    <a:pt x="39" y="16"/>
                  </a:lnTo>
                  <a:lnTo>
                    <a:pt x="42" y="17"/>
                  </a:lnTo>
                  <a:lnTo>
                    <a:pt x="43" y="17"/>
                  </a:lnTo>
                  <a:lnTo>
                    <a:pt x="43" y="18"/>
                  </a:lnTo>
                  <a:lnTo>
                    <a:pt x="42" y="18"/>
                  </a:lnTo>
                  <a:lnTo>
                    <a:pt x="42" y="19"/>
                  </a:lnTo>
                  <a:lnTo>
                    <a:pt x="41" y="19"/>
                  </a:lnTo>
                  <a:lnTo>
                    <a:pt x="41" y="20"/>
                  </a:lnTo>
                  <a:lnTo>
                    <a:pt x="40" y="20"/>
                  </a:lnTo>
                  <a:lnTo>
                    <a:pt x="39" y="21"/>
                  </a:lnTo>
                  <a:lnTo>
                    <a:pt x="39" y="23"/>
                  </a:lnTo>
                  <a:lnTo>
                    <a:pt x="38" y="25"/>
                  </a:lnTo>
                  <a:lnTo>
                    <a:pt x="38" y="26"/>
                  </a:lnTo>
                  <a:lnTo>
                    <a:pt x="37" y="27"/>
                  </a:lnTo>
                  <a:lnTo>
                    <a:pt x="37" y="28"/>
                  </a:lnTo>
                  <a:lnTo>
                    <a:pt x="36" y="28"/>
                  </a:lnTo>
                  <a:lnTo>
                    <a:pt x="36" y="29"/>
                  </a:lnTo>
                  <a:lnTo>
                    <a:pt x="36" y="30"/>
                  </a:lnTo>
                  <a:lnTo>
                    <a:pt x="37" y="31"/>
                  </a:lnTo>
                  <a:lnTo>
                    <a:pt x="36" y="32"/>
                  </a:lnTo>
                  <a:lnTo>
                    <a:pt x="36" y="33"/>
                  </a:lnTo>
                  <a:lnTo>
                    <a:pt x="37" y="33"/>
                  </a:lnTo>
                  <a:lnTo>
                    <a:pt x="38" y="33"/>
                  </a:lnTo>
                  <a:lnTo>
                    <a:pt x="38" y="34"/>
                  </a:lnTo>
                  <a:lnTo>
                    <a:pt x="39" y="34"/>
                  </a:lnTo>
                  <a:lnTo>
                    <a:pt x="40" y="34"/>
                  </a:lnTo>
                  <a:lnTo>
                    <a:pt x="41" y="35"/>
                  </a:lnTo>
                  <a:lnTo>
                    <a:pt x="42" y="35"/>
                  </a:lnTo>
                  <a:lnTo>
                    <a:pt x="43" y="35"/>
                  </a:lnTo>
                  <a:lnTo>
                    <a:pt x="44" y="35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3" y="38"/>
                  </a:lnTo>
                  <a:lnTo>
                    <a:pt x="41" y="38"/>
                  </a:lnTo>
                  <a:lnTo>
                    <a:pt x="40" y="38"/>
                  </a:lnTo>
                  <a:lnTo>
                    <a:pt x="39" y="38"/>
                  </a:lnTo>
                  <a:lnTo>
                    <a:pt x="38" y="38"/>
                  </a:lnTo>
                  <a:lnTo>
                    <a:pt x="38" y="39"/>
                  </a:lnTo>
                  <a:lnTo>
                    <a:pt x="38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8"/>
                  </a:lnTo>
                  <a:lnTo>
                    <a:pt x="36" y="48"/>
                  </a:lnTo>
                  <a:lnTo>
                    <a:pt x="37" y="48"/>
                  </a:lnTo>
                  <a:lnTo>
                    <a:pt x="37" y="49"/>
                  </a:lnTo>
                  <a:lnTo>
                    <a:pt x="38" y="49"/>
                  </a:lnTo>
                  <a:lnTo>
                    <a:pt x="39" y="49"/>
                  </a:lnTo>
                  <a:lnTo>
                    <a:pt x="40" y="50"/>
                  </a:lnTo>
                  <a:lnTo>
                    <a:pt x="40" y="51"/>
                  </a:lnTo>
                  <a:lnTo>
                    <a:pt x="40" y="52"/>
                  </a:lnTo>
                  <a:lnTo>
                    <a:pt x="41" y="53"/>
                  </a:lnTo>
                  <a:lnTo>
                    <a:pt x="42" y="53"/>
                  </a:lnTo>
                  <a:lnTo>
                    <a:pt x="43" y="53"/>
                  </a:lnTo>
                  <a:lnTo>
                    <a:pt x="44" y="53"/>
                  </a:lnTo>
                  <a:lnTo>
                    <a:pt x="45" y="52"/>
                  </a:lnTo>
                  <a:lnTo>
                    <a:pt x="46" y="52"/>
                  </a:lnTo>
                  <a:lnTo>
                    <a:pt x="46" y="53"/>
                  </a:lnTo>
                  <a:lnTo>
                    <a:pt x="47" y="54"/>
                  </a:lnTo>
                  <a:lnTo>
                    <a:pt x="47" y="56"/>
                  </a:lnTo>
                  <a:lnTo>
                    <a:pt x="46" y="56"/>
                  </a:lnTo>
                  <a:lnTo>
                    <a:pt x="46" y="57"/>
                  </a:lnTo>
                  <a:lnTo>
                    <a:pt x="45" y="57"/>
                  </a:lnTo>
                  <a:lnTo>
                    <a:pt x="44" y="57"/>
                  </a:lnTo>
                  <a:lnTo>
                    <a:pt x="43" y="58"/>
                  </a:lnTo>
                  <a:lnTo>
                    <a:pt x="42" y="58"/>
                  </a:lnTo>
                  <a:lnTo>
                    <a:pt x="41" y="59"/>
                  </a:lnTo>
                  <a:lnTo>
                    <a:pt x="40" y="59"/>
                  </a:lnTo>
                  <a:lnTo>
                    <a:pt x="39" y="58"/>
                  </a:lnTo>
                  <a:lnTo>
                    <a:pt x="38" y="58"/>
                  </a:lnTo>
                  <a:lnTo>
                    <a:pt x="37" y="59"/>
                  </a:lnTo>
                  <a:lnTo>
                    <a:pt x="36" y="59"/>
                  </a:lnTo>
                  <a:lnTo>
                    <a:pt x="35" y="59"/>
                  </a:lnTo>
                  <a:lnTo>
                    <a:pt x="35" y="60"/>
                  </a:lnTo>
                  <a:lnTo>
                    <a:pt x="34" y="60"/>
                  </a:lnTo>
                  <a:lnTo>
                    <a:pt x="33" y="61"/>
                  </a:lnTo>
                  <a:lnTo>
                    <a:pt x="33" y="62"/>
                  </a:lnTo>
                  <a:lnTo>
                    <a:pt x="33" y="63"/>
                  </a:lnTo>
                  <a:lnTo>
                    <a:pt x="32" y="63"/>
                  </a:lnTo>
                  <a:lnTo>
                    <a:pt x="32" y="62"/>
                  </a:lnTo>
                  <a:lnTo>
                    <a:pt x="32" y="61"/>
                  </a:lnTo>
                  <a:lnTo>
                    <a:pt x="32" y="62"/>
                  </a:lnTo>
                  <a:lnTo>
                    <a:pt x="31" y="62"/>
                  </a:lnTo>
                  <a:lnTo>
                    <a:pt x="30" y="60"/>
                  </a:lnTo>
                  <a:lnTo>
                    <a:pt x="29" y="58"/>
                  </a:lnTo>
                  <a:lnTo>
                    <a:pt x="29" y="56"/>
                  </a:lnTo>
                  <a:lnTo>
                    <a:pt x="28" y="55"/>
                  </a:lnTo>
                  <a:lnTo>
                    <a:pt x="27" y="56"/>
                  </a:lnTo>
                  <a:lnTo>
                    <a:pt x="26" y="56"/>
                  </a:lnTo>
                  <a:lnTo>
                    <a:pt x="26" y="57"/>
                  </a:lnTo>
                  <a:lnTo>
                    <a:pt x="25" y="57"/>
                  </a:lnTo>
                  <a:lnTo>
                    <a:pt x="24" y="60"/>
                  </a:lnTo>
                  <a:lnTo>
                    <a:pt x="24" y="61"/>
                  </a:lnTo>
                  <a:lnTo>
                    <a:pt x="25" y="62"/>
                  </a:lnTo>
                  <a:lnTo>
                    <a:pt x="25" y="63"/>
                  </a:lnTo>
                  <a:lnTo>
                    <a:pt x="24" y="64"/>
                  </a:lnTo>
                  <a:lnTo>
                    <a:pt x="23" y="64"/>
                  </a:lnTo>
                  <a:lnTo>
                    <a:pt x="22" y="63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2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3"/>
                  </a:lnTo>
                  <a:lnTo>
                    <a:pt x="16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4" y="64"/>
                  </a:lnTo>
                  <a:lnTo>
                    <a:pt x="13" y="64"/>
                  </a:lnTo>
                  <a:lnTo>
                    <a:pt x="12" y="64"/>
                  </a:lnTo>
                  <a:lnTo>
                    <a:pt x="11" y="63"/>
                  </a:lnTo>
                  <a:lnTo>
                    <a:pt x="10" y="62"/>
                  </a:lnTo>
                  <a:lnTo>
                    <a:pt x="9" y="62"/>
                  </a:lnTo>
                  <a:lnTo>
                    <a:pt x="8" y="62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3" y="59"/>
                  </a:lnTo>
                  <a:lnTo>
                    <a:pt x="3" y="58"/>
                  </a:lnTo>
                  <a:lnTo>
                    <a:pt x="2" y="57"/>
                  </a:lnTo>
                  <a:lnTo>
                    <a:pt x="1" y="5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4120785" y="3423651"/>
              <a:ext cx="800484" cy="1012638"/>
            </a:xfrm>
            <a:custGeom>
              <a:avLst/>
              <a:gdLst>
                <a:gd name="T0" fmla="*/ 2147483647 w 71"/>
                <a:gd name="T1" fmla="*/ 2147483647 h 92"/>
                <a:gd name="T2" fmla="*/ 2147483647 w 71"/>
                <a:gd name="T3" fmla="*/ 2147483647 h 92"/>
                <a:gd name="T4" fmla="*/ 2147483647 w 71"/>
                <a:gd name="T5" fmla="*/ 2147483647 h 92"/>
                <a:gd name="T6" fmla="*/ 2147483647 w 71"/>
                <a:gd name="T7" fmla="*/ 2147483647 h 92"/>
                <a:gd name="T8" fmla="*/ 2147483647 w 71"/>
                <a:gd name="T9" fmla="*/ 2147483647 h 92"/>
                <a:gd name="T10" fmla="*/ 2147483647 w 71"/>
                <a:gd name="T11" fmla="*/ 2147483647 h 92"/>
                <a:gd name="T12" fmla="*/ 2147483647 w 71"/>
                <a:gd name="T13" fmla="*/ 2147483647 h 92"/>
                <a:gd name="T14" fmla="*/ 2147483647 w 71"/>
                <a:gd name="T15" fmla="*/ 2147483647 h 92"/>
                <a:gd name="T16" fmla="*/ 2147483647 w 71"/>
                <a:gd name="T17" fmla="*/ 2147483647 h 92"/>
                <a:gd name="T18" fmla="*/ 2147483647 w 71"/>
                <a:gd name="T19" fmla="*/ 2147483647 h 92"/>
                <a:gd name="T20" fmla="*/ 2147483647 w 71"/>
                <a:gd name="T21" fmla="*/ 2147483647 h 92"/>
                <a:gd name="T22" fmla="*/ 2147483647 w 71"/>
                <a:gd name="T23" fmla="*/ 2147483647 h 92"/>
                <a:gd name="T24" fmla="*/ 2147483647 w 71"/>
                <a:gd name="T25" fmla="*/ 2147483647 h 92"/>
                <a:gd name="T26" fmla="*/ 2147483647 w 71"/>
                <a:gd name="T27" fmla="*/ 2147483647 h 92"/>
                <a:gd name="T28" fmla="*/ 2147483647 w 71"/>
                <a:gd name="T29" fmla="*/ 2147483647 h 92"/>
                <a:gd name="T30" fmla="*/ 2147483647 w 71"/>
                <a:gd name="T31" fmla="*/ 2147483647 h 92"/>
                <a:gd name="T32" fmla="*/ 2147483647 w 71"/>
                <a:gd name="T33" fmla="*/ 2147483647 h 92"/>
                <a:gd name="T34" fmla="*/ 2147483647 w 71"/>
                <a:gd name="T35" fmla="*/ 2147483647 h 92"/>
                <a:gd name="T36" fmla="*/ 2147483647 w 71"/>
                <a:gd name="T37" fmla="*/ 2147483647 h 92"/>
                <a:gd name="T38" fmla="*/ 2147483647 w 71"/>
                <a:gd name="T39" fmla="*/ 2147483647 h 92"/>
                <a:gd name="T40" fmla="*/ 2147483647 w 71"/>
                <a:gd name="T41" fmla="*/ 2147483647 h 92"/>
                <a:gd name="T42" fmla="*/ 2147483647 w 71"/>
                <a:gd name="T43" fmla="*/ 2147483647 h 92"/>
                <a:gd name="T44" fmla="*/ 2147483647 w 71"/>
                <a:gd name="T45" fmla="*/ 2147483647 h 92"/>
                <a:gd name="T46" fmla="*/ 2147483647 w 71"/>
                <a:gd name="T47" fmla="*/ 2147483647 h 92"/>
                <a:gd name="T48" fmla="*/ 2147483647 w 71"/>
                <a:gd name="T49" fmla="*/ 2147483647 h 92"/>
                <a:gd name="T50" fmla="*/ 2147483647 w 71"/>
                <a:gd name="T51" fmla="*/ 2147483647 h 92"/>
                <a:gd name="T52" fmla="*/ 2147483647 w 71"/>
                <a:gd name="T53" fmla="*/ 2147483647 h 92"/>
                <a:gd name="T54" fmla="*/ 2147483647 w 71"/>
                <a:gd name="T55" fmla="*/ 2147483647 h 92"/>
                <a:gd name="T56" fmla="*/ 2147483647 w 71"/>
                <a:gd name="T57" fmla="*/ 2147483647 h 92"/>
                <a:gd name="T58" fmla="*/ 2147483647 w 71"/>
                <a:gd name="T59" fmla="*/ 2147483647 h 92"/>
                <a:gd name="T60" fmla="*/ 2147483647 w 71"/>
                <a:gd name="T61" fmla="*/ 2147483647 h 92"/>
                <a:gd name="T62" fmla="*/ 2147483647 w 71"/>
                <a:gd name="T63" fmla="*/ 2147483647 h 92"/>
                <a:gd name="T64" fmla="*/ 2147483647 w 71"/>
                <a:gd name="T65" fmla="*/ 2147483647 h 92"/>
                <a:gd name="T66" fmla="*/ 2147483647 w 71"/>
                <a:gd name="T67" fmla="*/ 2147483647 h 92"/>
                <a:gd name="T68" fmla="*/ 2147483647 w 71"/>
                <a:gd name="T69" fmla="*/ 2147483647 h 92"/>
                <a:gd name="T70" fmla="*/ 2147483647 w 71"/>
                <a:gd name="T71" fmla="*/ 2147483647 h 92"/>
                <a:gd name="T72" fmla="*/ 2147483647 w 71"/>
                <a:gd name="T73" fmla="*/ 2147483647 h 92"/>
                <a:gd name="T74" fmla="*/ 2147483647 w 71"/>
                <a:gd name="T75" fmla="*/ 2147483647 h 92"/>
                <a:gd name="T76" fmla="*/ 2147483647 w 71"/>
                <a:gd name="T77" fmla="*/ 2147483647 h 92"/>
                <a:gd name="T78" fmla="*/ 2147483647 w 71"/>
                <a:gd name="T79" fmla="*/ 2147483647 h 92"/>
                <a:gd name="T80" fmla="*/ 2147483647 w 71"/>
                <a:gd name="T81" fmla="*/ 2147483647 h 92"/>
                <a:gd name="T82" fmla="*/ 2147483647 w 71"/>
                <a:gd name="T83" fmla="*/ 2147483647 h 92"/>
                <a:gd name="T84" fmla="*/ 2147483647 w 71"/>
                <a:gd name="T85" fmla="*/ 2147483647 h 92"/>
                <a:gd name="T86" fmla="*/ 2147483647 w 71"/>
                <a:gd name="T87" fmla="*/ 2147483647 h 92"/>
                <a:gd name="T88" fmla="*/ 2147483647 w 71"/>
                <a:gd name="T89" fmla="*/ 2147483647 h 92"/>
                <a:gd name="T90" fmla="*/ 2147483647 w 71"/>
                <a:gd name="T91" fmla="*/ 2147483647 h 92"/>
                <a:gd name="T92" fmla="*/ 2147483647 w 71"/>
                <a:gd name="T93" fmla="*/ 2147483647 h 92"/>
                <a:gd name="T94" fmla="*/ 2147483647 w 71"/>
                <a:gd name="T95" fmla="*/ 2147483647 h 92"/>
                <a:gd name="T96" fmla="*/ 2147483647 w 71"/>
                <a:gd name="T97" fmla="*/ 2147483647 h 92"/>
                <a:gd name="T98" fmla="*/ 2147483647 w 71"/>
                <a:gd name="T99" fmla="*/ 2147483647 h 92"/>
                <a:gd name="T100" fmla="*/ 2147483647 w 71"/>
                <a:gd name="T101" fmla="*/ 2147483647 h 92"/>
                <a:gd name="T102" fmla="*/ 2147483647 w 71"/>
                <a:gd name="T103" fmla="*/ 2147483647 h 92"/>
                <a:gd name="T104" fmla="*/ 2147483647 w 71"/>
                <a:gd name="T105" fmla="*/ 2147483647 h 92"/>
                <a:gd name="T106" fmla="*/ 2147483647 w 71"/>
                <a:gd name="T107" fmla="*/ 2147483647 h 92"/>
                <a:gd name="T108" fmla="*/ 2147483647 w 71"/>
                <a:gd name="T109" fmla="*/ 2147483647 h 92"/>
                <a:gd name="T110" fmla="*/ 2147483647 w 71"/>
                <a:gd name="T111" fmla="*/ 2147483647 h 92"/>
                <a:gd name="T112" fmla="*/ 2147483647 w 71"/>
                <a:gd name="T113" fmla="*/ 2147483647 h 92"/>
                <a:gd name="T114" fmla="*/ 2147483647 w 71"/>
                <a:gd name="T115" fmla="*/ 2147483647 h 92"/>
                <a:gd name="T116" fmla="*/ 2147483647 w 71"/>
                <a:gd name="T117" fmla="*/ 2147483647 h 92"/>
                <a:gd name="T118" fmla="*/ 2147483647 w 71"/>
                <a:gd name="T119" fmla="*/ 2147483647 h 92"/>
                <a:gd name="T120" fmla="*/ 2147483647 w 71"/>
                <a:gd name="T121" fmla="*/ 2147483647 h 9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" h="92">
                  <a:moveTo>
                    <a:pt x="0" y="57"/>
                  </a:moveTo>
                  <a:lnTo>
                    <a:pt x="0" y="59"/>
                  </a:lnTo>
                  <a:lnTo>
                    <a:pt x="1" y="61"/>
                  </a:lnTo>
                  <a:lnTo>
                    <a:pt x="6" y="61"/>
                  </a:lnTo>
                  <a:lnTo>
                    <a:pt x="7" y="62"/>
                  </a:lnTo>
                  <a:lnTo>
                    <a:pt x="7" y="60"/>
                  </a:lnTo>
                  <a:lnTo>
                    <a:pt x="5" y="59"/>
                  </a:lnTo>
                  <a:lnTo>
                    <a:pt x="5" y="54"/>
                  </a:lnTo>
                  <a:lnTo>
                    <a:pt x="11" y="55"/>
                  </a:lnTo>
                  <a:lnTo>
                    <a:pt x="10" y="58"/>
                  </a:lnTo>
                  <a:lnTo>
                    <a:pt x="9" y="59"/>
                  </a:lnTo>
                  <a:lnTo>
                    <a:pt x="9" y="61"/>
                  </a:lnTo>
                  <a:lnTo>
                    <a:pt x="8" y="61"/>
                  </a:lnTo>
                  <a:lnTo>
                    <a:pt x="9" y="62"/>
                  </a:lnTo>
                  <a:lnTo>
                    <a:pt x="8" y="67"/>
                  </a:lnTo>
                  <a:lnTo>
                    <a:pt x="9" y="66"/>
                  </a:lnTo>
                  <a:lnTo>
                    <a:pt x="10" y="64"/>
                  </a:lnTo>
                  <a:lnTo>
                    <a:pt x="10" y="63"/>
                  </a:lnTo>
                  <a:lnTo>
                    <a:pt x="10" y="62"/>
                  </a:lnTo>
                  <a:lnTo>
                    <a:pt x="11" y="58"/>
                  </a:lnTo>
                  <a:lnTo>
                    <a:pt x="12" y="59"/>
                  </a:lnTo>
                  <a:lnTo>
                    <a:pt x="14" y="59"/>
                  </a:lnTo>
                  <a:lnTo>
                    <a:pt x="14" y="60"/>
                  </a:lnTo>
                  <a:lnTo>
                    <a:pt x="14" y="62"/>
                  </a:lnTo>
                  <a:lnTo>
                    <a:pt x="12" y="66"/>
                  </a:lnTo>
                  <a:lnTo>
                    <a:pt x="12" y="69"/>
                  </a:lnTo>
                  <a:lnTo>
                    <a:pt x="15" y="69"/>
                  </a:lnTo>
                  <a:lnTo>
                    <a:pt x="16" y="69"/>
                  </a:lnTo>
                  <a:lnTo>
                    <a:pt x="16" y="68"/>
                  </a:lnTo>
                  <a:lnTo>
                    <a:pt x="17" y="67"/>
                  </a:lnTo>
                  <a:lnTo>
                    <a:pt x="17" y="66"/>
                  </a:lnTo>
                  <a:lnTo>
                    <a:pt x="17" y="65"/>
                  </a:lnTo>
                  <a:lnTo>
                    <a:pt x="17" y="64"/>
                  </a:lnTo>
                  <a:lnTo>
                    <a:pt x="18" y="62"/>
                  </a:lnTo>
                  <a:lnTo>
                    <a:pt x="19" y="62"/>
                  </a:lnTo>
                  <a:lnTo>
                    <a:pt x="21" y="62"/>
                  </a:lnTo>
                  <a:lnTo>
                    <a:pt x="22" y="62"/>
                  </a:lnTo>
                  <a:lnTo>
                    <a:pt x="23" y="62"/>
                  </a:lnTo>
                  <a:lnTo>
                    <a:pt x="24" y="63"/>
                  </a:lnTo>
                  <a:lnTo>
                    <a:pt x="24" y="64"/>
                  </a:lnTo>
                  <a:lnTo>
                    <a:pt x="24" y="66"/>
                  </a:lnTo>
                  <a:lnTo>
                    <a:pt x="22" y="68"/>
                  </a:lnTo>
                  <a:lnTo>
                    <a:pt x="22" y="70"/>
                  </a:lnTo>
                  <a:lnTo>
                    <a:pt x="22" y="71"/>
                  </a:lnTo>
                  <a:lnTo>
                    <a:pt x="22" y="72"/>
                  </a:lnTo>
                  <a:lnTo>
                    <a:pt x="21" y="73"/>
                  </a:lnTo>
                  <a:lnTo>
                    <a:pt x="20" y="73"/>
                  </a:lnTo>
                  <a:lnTo>
                    <a:pt x="18" y="74"/>
                  </a:lnTo>
                  <a:lnTo>
                    <a:pt x="16" y="76"/>
                  </a:lnTo>
                  <a:lnTo>
                    <a:pt x="15" y="76"/>
                  </a:lnTo>
                  <a:lnTo>
                    <a:pt x="14" y="75"/>
                  </a:lnTo>
                  <a:lnTo>
                    <a:pt x="13" y="76"/>
                  </a:lnTo>
                  <a:lnTo>
                    <a:pt x="14" y="78"/>
                  </a:lnTo>
                  <a:lnTo>
                    <a:pt x="13" y="78"/>
                  </a:lnTo>
                  <a:lnTo>
                    <a:pt x="13" y="79"/>
                  </a:lnTo>
                  <a:lnTo>
                    <a:pt x="13" y="80"/>
                  </a:lnTo>
                  <a:lnTo>
                    <a:pt x="13" y="81"/>
                  </a:lnTo>
                  <a:lnTo>
                    <a:pt x="14" y="81"/>
                  </a:lnTo>
                  <a:lnTo>
                    <a:pt x="12" y="82"/>
                  </a:lnTo>
                  <a:lnTo>
                    <a:pt x="12" y="83"/>
                  </a:lnTo>
                  <a:lnTo>
                    <a:pt x="11" y="83"/>
                  </a:lnTo>
                  <a:lnTo>
                    <a:pt x="10" y="83"/>
                  </a:lnTo>
                  <a:lnTo>
                    <a:pt x="10" y="84"/>
                  </a:lnTo>
                  <a:lnTo>
                    <a:pt x="10" y="85"/>
                  </a:lnTo>
                  <a:lnTo>
                    <a:pt x="9" y="88"/>
                  </a:lnTo>
                  <a:lnTo>
                    <a:pt x="10" y="89"/>
                  </a:lnTo>
                  <a:lnTo>
                    <a:pt x="13" y="89"/>
                  </a:lnTo>
                  <a:lnTo>
                    <a:pt x="13" y="90"/>
                  </a:lnTo>
                  <a:lnTo>
                    <a:pt x="14" y="90"/>
                  </a:lnTo>
                  <a:lnTo>
                    <a:pt x="19" y="91"/>
                  </a:lnTo>
                  <a:lnTo>
                    <a:pt x="19" y="92"/>
                  </a:lnTo>
                  <a:lnTo>
                    <a:pt x="22" y="92"/>
                  </a:lnTo>
                  <a:lnTo>
                    <a:pt x="23" y="91"/>
                  </a:lnTo>
                  <a:lnTo>
                    <a:pt x="25" y="92"/>
                  </a:lnTo>
                  <a:lnTo>
                    <a:pt x="26" y="92"/>
                  </a:lnTo>
                  <a:lnTo>
                    <a:pt x="26" y="91"/>
                  </a:lnTo>
                  <a:lnTo>
                    <a:pt x="26" y="89"/>
                  </a:lnTo>
                  <a:lnTo>
                    <a:pt x="26" y="88"/>
                  </a:lnTo>
                  <a:lnTo>
                    <a:pt x="28" y="88"/>
                  </a:lnTo>
                  <a:lnTo>
                    <a:pt x="30" y="88"/>
                  </a:lnTo>
                  <a:lnTo>
                    <a:pt x="31" y="88"/>
                  </a:lnTo>
                  <a:lnTo>
                    <a:pt x="31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4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5" y="87"/>
                  </a:lnTo>
                  <a:lnTo>
                    <a:pt x="35" y="85"/>
                  </a:lnTo>
                  <a:lnTo>
                    <a:pt x="35" y="83"/>
                  </a:lnTo>
                  <a:lnTo>
                    <a:pt x="34" y="82"/>
                  </a:lnTo>
                  <a:lnTo>
                    <a:pt x="33" y="81"/>
                  </a:lnTo>
                  <a:lnTo>
                    <a:pt x="32" y="80"/>
                  </a:lnTo>
                  <a:lnTo>
                    <a:pt x="31" y="80"/>
                  </a:lnTo>
                  <a:lnTo>
                    <a:pt x="29" y="78"/>
                  </a:lnTo>
                  <a:lnTo>
                    <a:pt x="29" y="77"/>
                  </a:lnTo>
                  <a:lnTo>
                    <a:pt x="29" y="74"/>
                  </a:lnTo>
                  <a:lnTo>
                    <a:pt x="29" y="72"/>
                  </a:lnTo>
                  <a:lnTo>
                    <a:pt x="30" y="71"/>
                  </a:lnTo>
                  <a:lnTo>
                    <a:pt x="31" y="70"/>
                  </a:lnTo>
                  <a:lnTo>
                    <a:pt x="33" y="68"/>
                  </a:lnTo>
                  <a:lnTo>
                    <a:pt x="35" y="68"/>
                  </a:lnTo>
                  <a:lnTo>
                    <a:pt x="35" y="67"/>
                  </a:lnTo>
                  <a:lnTo>
                    <a:pt x="36" y="65"/>
                  </a:lnTo>
                  <a:lnTo>
                    <a:pt x="37" y="66"/>
                  </a:lnTo>
                  <a:lnTo>
                    <a:pt x="38" y="65"/>
                  </a:lnTo>
                  <a:lnTo>
                    <a:pt x="39" y="64"/>
                  </a:lnTo>
                  <a:lnTo>
                    <a:pt x="40" y="64"/>
                  </a:lnTo>
                  <a:lnTo>
                    <a:pt x="41" y="64"/>
                  </a:lnTo>
                  <a:lnTo>
                    <a:pt x="41" y="63"/>
                  </a:lnTo>
                  <a:lnTo>
                    <a:pt x="42" y="63"/>
                  </a:lnTo>
                  <a:lnTo>
                    <a:pt x="43" y="62"/>
                  </a:lnTo>
                  <a:lnTo>
                    <a:pt x="43" y="61"/>
                  </a:lnTo>
                  <a:lnTo>
                    <a:pt x="44" y="61"/>
                  </a:lnTo>
                  <a:lnTo>
                    <a:pt x="45" y="63"/>
                  </a:lnTo>
                  <a:lnTo>
                    <a:pt x="47" y="64"/>
                  </a:lnTo>
                  <a:lnTo>
                    <a:pt x="47" y="65"/>
                  </a:lnTo>
                  <a:lnTo>
                    <a:pt x="48" y="66"/>
                  </a:lnTo>
                  <a:lnTo>
                    <a:pt x="49" y="67"/>
                  </a:lnTo>
                  <a:lnTo>
                    <a:pt x="49" y="68"/>
                  </a:lnTo>
                  <a:lnTo>
                    <a:pt x="49" y="69"/>
                  </a:lnTo>
                  <a:lnTo>
                    <a:pt x="49" y="70"/>
                  </a:lnTo>
                  <a:lnTo>
                    <a:pt x="50" y="70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2"/>
                  </a:lnTo>
                  <a:lnTo>
                    <a:pt x="54" y="71"/>
                  </a:lnTo>
                  <a:lnTo>
                    <a:pt x="55" y="71"/>
                  </a:lnTo>
                  <a:lnTo>
                    <a:pt x="56" y="72"/>
                  </a:lnTo>
                  <a:lnTo>
                    <a:pt x="58" y="73"/>
                  </a:lnTo>
                  <a:lnTo>
                    <a:pt x="59" y="74"/>
                  </a:lnTo>
                  <a:lnTo>
                    <a:pt x="61" y="74"/>
                  </a:lnTo>
                  <a:lnTo>
                    <a:pt x="62" y="73"/>
                  </a:lnTo>
                  <a:lnTo>
                    <a:pt x="63" y="70"/>
                  </a:lnTo>
                  <a:lnTo>
                    <a:pt x="64" y="67"/>
                  </a:lnTo>
                  <a:lnTo>
                    <a:pt x="64" y="66"/>
                  </a:lnTo>
                  <a:lnTo>
                    <a:pt x="64" y="64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2" y="62"/>
                  </a:lnTo>
                  <a:lnTo>
                    <a:pt x="62" y="61"/>
                  </a:lnTo>
                  <a:lnTo>
                    <a:pt x="62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3" y="57"/>
                  </a:lnTo>
                  <a:lnTo>
                    <a:pt x="63" y="56"/>
                  </a:lnTo>
                  <a:lnTo>
                    <a:pt x="63" y="55"/>
                  </a:lnTo>
                  <a:lnTo>
                    <a:pt x="62" y="55"/>
                  </a:lnTo>
                  <a:lnTo>
                    <a:pt x="61" y="53"/>
                  </a:lnTo>
                  <a:lnTo>
                    <a:pt x="60" y="53"/>
                  </a:lnTo>
                  <a:lnTo>
                    <a:pt x="60" y="55"/>
                  </a:lnTo>
                  <a:lnTo>
                    <a:pt x="59" y="57"/>
                  </a:lnTo>
                  <a:lnTo>
                    <a:pt x="57" y="58"/>
                  </a:lnTo>
                  <a:lnTo>
                    <a:pt x="57" y="59"/>
                  </a:lnTo>
                  <a:lnTo>
                    <a:pt x="56" y="59"/>
                  </a:lnTo>
                  <a:lnTo>
                    <a:pt x="54" y="58"/>
                  </a:lnTo>
                  <a:lnTo>
                    <a:pt x="54" y="60"/>
                  </a:lnTo>
                  <a:lnTo>
                    <a:pt x="53" y="60"/>
                  </a:lnTo>
                  <a:lnTo>
                    <a:pt x="53" y="59"/>
                  </a:lnTo>
                  <a:lnTo>
                    <a:pt x="52" y="58"/>
                  </a:lnTo>
                  <a:lnTo>
                    <a:pt x="50" y="55"/>
                  </a:lnTo>
                  <a:lnTo>
                    <a:pt x="48" y="55"/>
                  </a:lnTo>
                  <a:lnTo>
                    <a:pt x="48" y="54"/>
                  </a:lnTo>
                  <a:lnTo>
                    <a:pt x="47" y="54"/>
                  </a:lnTo>
                  <a:lnTo>
                    <a:pt x="46" y="54"/>
                  </a:lnTo>
                  <a:lnTo>
                    <a:pt x="46" y="53"/>
                  </a:lnTo>
                  <a:lnTo>
                    <a:pt x="45" y="53"/>
                  </a:lnTo>
                  <a:lnTo>
                    <a:pt x="44" y="52"/>
                  </a:lnTo>
                  <a:lnTo>
                    <a:pt x="43" y="51"/>
                  </a:lnTo>
                  <a:lnTo>
                    <a:pt x="43" y="50"/>
                  </a:lnTo>
                  <a:lnTo>
                    <a:pt x="43" y="45"/>
                  </a:lnTo>
                  <a:lnTo>
                    <a:pt x="42" y="44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2" y="42"/>
                  </a:lnTo>
                  <a:lnTo>
                    <a:pt x="43" y="41"/>
                  </a:lnTo>
                  <a:lnTo>
                    <a:pt x="44" y="40"/>
                  </a:lnTo>
                  <a:lnTo>
                    <a:pt x="46" y="39"/>
                  </a:lnTo>
                  <a:lnTo>
                    <a:pt x="48" y="39"/>
                  </a:lnTo>
                  <a:lnTo>
                    <a:pt x="50" y="39"/>
                  </a:lnTo>
                  <a:lnTo>
                    <a:pt x="53" y="38"/>
                  </a:lnTo>
                  <a:lnTo>
                    <a:pt x="54" y="37"/>
                  </a:lnTo>
                  <a:lnTo>
                    <a:pt x="59" y="32"/>
                  </a:lnTo>
                  <a:lnTo>
                    <a:pt x="60" y="30"/>
                  </a:lnTo>
                  <a:lnTo>
                    <a:pt x="64" y="26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7" y="19"/>
                  </a:lnTo>
                  <a:lnTo>
                    <a:pt x="67" y="18"/>
                  </a:lnTo>
                  <a:lnTo>
                    <a:pt x="67" y="16"/>
                  </a:lnTo>
                  <a:lnTo>
                    <a:pt x="68" y="16"/>
                  </a:lnTo>
                  <a:lnTo>
                    <a:pt x="70" y="15"/>
                  </a:lnTo>
                  <a:lnTo>
                    <a:pt x="71" y="14"/>
                  </a:lnTo>
                  <a:lnTo>
                    <a:pt x="71" y="13"/>
                  </a:lnTo>
                  <a:lnTo>
                    <a:pt x="70" y="13"/>
                  </a:lnTo>
                  <a:lnTo>
                    <a:pt x="70" y="12"/>
                  </a:lnTo>
                  <a:lnTo>
                    <a:pt x="70" y="11"/>
                  </a:lnTo>
                  <a:lnTo>
                    <a:pt x="69" y="12"/>
                  </a:lnTo>
                  <a:lnTo>
                    <a:pt x="67" y="12"/>
                  </a:lnTo>
                  <a:lnTo>
                    <a:pt x="66" y="11"/>
                  </a:lnTo>
                  <a:lnTo>
                    <a:pt x="64" y="8"/>
                  </a:lnTo>
                  <a:lnTo>
                    <a:pt x="62" y="6"/>
                  </a:lnTo>
                  <a:lnTo>
                    <a:pt x="61" y="6"/>
                  </a:lnTo>
                  <a:lnTo>
                    <a:pt x="59" y="7"/>
                  </a:lnTo>
                  <a:lnTo>
                    <a:pt x="58" y="7"/>
                  </a:lnTo>
                  <a:lnTo>
                    <a:pt x="58" y="8"/>
                  </a:lnTo>
                  <a:lnTo>
                    <a:pt x="57" y="7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6" y="5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4"/>
                  </a:lnTo>
                  <a:lnTo>
                    <a:pt x="53" y="3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8" y="1"/>
                  </a:lnTo>
                  <a:lnTo>
                    <a:pt x="47" y="1"/>
                  </a:lnTo>
                  <a:lnTo>
                    <a:pt x="46" y="1"/>
                  </a:lnTo>
                  <a:lnTo>
                    <a:pt x="45" y="1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5" y="1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4" y="2"/>
                  </a:lnTo>
                  <a:lnTo>
                    <a:pt x="35" y="5"/>
                  </a:lnTo>
                  <a:lnTo>
                    <a:pt x="37" y="7"/>
                  </a:lnTo>
                  <a:lnTo>
                    <a:pt x="38" y="10"/>
                  </a:lnTo>
                  <a:lnTo>
                    <a:pt x="38" y="14"/>
                  </a:lnTo>
                  <a:lnTo>
                    <a:pt x="38" y="17"/>
                  </a:lnTo>
                  <a:lnTo>
                    <a:pt x="37" y="17"/>
                  </a:lnTo>
                  <a:lnTo>
                    <a:pt x="36" y="17"/>
                  </a:lnTo>
                  <a:lnTo>
                    <a:pt x="35" y="17"/>
                  </a:lnTo>
                  <a:lnTo>
                    <a:pt x="33" y="17"/>
                  </a:lnTo>
                  <a:lnTo>
                    <a:pt x="32" y="18"/>
                  </a:lnTo>
                  <a:lnTo>
                    <a:pt x="31" y="18"/>
                  </a:lnTo>
                  <a:lnTo>
                    <a:pt x="29" y="18"/>
                  </a:lnTo>
                  <a:lnTo>
                    <a:pt x="26" y="17"/>
                  </a:lnTo>
                  <a:lnTo>
                    <a:pt x="24" y="17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7" y="17"/>
                  </a:lnTo>
                  <a:lnTo>
                    <a:pt x="17" y="19"/>
                  </a:lnTo>
                  <a:lnTo>
                    <a:pt x="16" y="19"/>
                  </a:lnTo>
                  <a:lnTo>
                    <a:pt x="14" y="21"/>
                  </a:lnTo>
                  <a:lnTo>
                    <a:pt x="14" y="22"/>
                  </a:lnTo>
                  <a:lnTo>
                    <a:pt x="12" y="24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8" y="29"/>
                  </a:lnTo>
                  <a:lnTo>
                    <a:pt x="8" y="31"/>
                  </a:lnTo>
                  <a:lnTo>
                    <a:pt x="8" y="32"/>
                  </a:lnTo>
                  <a:lnTo>
                    <a:pt x="8" y="34"/>
                  </a:lnTo>
                  <a:lnTo>
                    <a:pt x="6" y="34"/>
                  </a:lnTo>
                  <a:lnTo>
                    <a:pt x="5" y="35"/>
                  </a:lnTo>
                  <a:lnTo>
                    <a:pt x="5" y="36"/>
                  </a:lnTo>
                  <a:lnTo>
                    <a:pt x="3" y="37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2" y="44"/>
                  </a:lnTo>
                  <a:lnTo>
                    <a:pt x="1" y="4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5451167" y="5030663"/>
              <a:ext cx="1149991" cy="748471"/>
            </a:xfrm>
            <a:custGeom>
              <a:avLst/>
              <a:gdLst>
                <a:gd name="T0" fmla="*/ 2147483647 w 102"/>
                <a:gd name="T1" fmla="*/ 2147483647 h 68"/>
                <a:gd name="T2" fmla="*/ 2147483647 w 102"/>
                <a:gd name="T3" fmla="*/ 2147483647 h 68"/>
                <a:gd name="T4" fmla="*/ 2147483647 w 102"/>
                <a:gd name="T5" fmla="*/ 2147483647 h 68"/>
                <a:gd name="T6" fmla="*/ 2147483647 w 102"/>
                <a:gd name="T7" fmla="*/ 2147483647 h 68"/>
                <a:gd name="T8" fmla="*/ 2147483647 w 102"/>
                <a:gd name="T9" fmla="*/ 2147483647 h 68"/>
                <a:gd name="T10" fmla="*/ 2147483647 w 102"/>
                <a:gd name="T11" fmla="*/ 2147483647 h 68"/>
                <a:gd name="T12" fmla="*/ 2147483647 w 102"/>
                <a:gd name="T13" fmla="*/ 2147483647 h 68"/>
                <a:gd name="T14" fmla="*/ 2147483647 w 102"/>
                <a:gd name="T15" fmla="*/ 2147483647 h 68"/>
                <a:gd name="T16" fmla="*/ 2147483647 w 102"/>
                <a:gd name="T17" fmla="*/ 2147483647 h 68"/>
                <a:gd name="T18" fmla="*/ 2147483647 w 102"/>
                <a:gd name="T19" fmla="*/ 2147483647 h 68"/>
                <a:gd name="T20" fmla="*/ 2147483647 w 102"/>
                <a:gd name="T21" fmla="*/ 2147483647 h 68"/>
                <a:gd name="T22" fmla="*/ 2147483647 w 102"/>
                <a:gd name="T23" fmla="*/ 2147483647 h 68"/>
                <a:gd name="T24" fmla="*/ 2147483647 w 102"/>
                <a:gd name="T25" fmla="*/ 2147483647 h 68"/>
                <a:gd name="T26" fmla="*/ 2147483647 w 102"/>
                <a:gd name="T27" fmla="*/ 2147483647 h 68"/>
                <a:gd name="T28" fmla="*/ 2147483647 w 102"/>
                <a:gd name="T29" fmla="*/ 2147483647 h 68"/>
                <a:gd name="T30" fmla="*/ 2147483647 w 102"/>
                <a:gd name="T31" fmla="*/ 2147483647 h 68"/>
                <a:gd name="T32" fmla="*/ 2147483647 w 102"/>
                <a:gd name="T33" fmla="*/ 2147483647 h 68"/>
                <a:gd name="T34" fmla="*/ 2147483647 w 102"/>
                <a:gd name="T35" fmla="*/ 2147483647 h 68"/>
                <a:gd name="T36" fmla="*/ 2147483647 w 102"/>
                <a:gd name="T37" fmla="*/ 2147483647 h 68"/>
                <a:gd name="T38" fmla="*/ 2147483647 w 102"/>
                <a:gd name="T39" fmla="*/ 2147483647 h 68"/>
                <a:gd name="T40" fmla="*/ 2147483647 w 102"/>
                <a:gd name="T41" fmla="*/ 2147483647 h 68"/>
                <a:gd name="T42" fmla="*/ 2147483647 w 102"/>
                <a:gd name="T43" fmla="*/ 2147483647 h 68"/>
                <a:gd name="T44" fmla="*/ 2147483647 w 102"/>
                <a:gd name="T45" fmla="*/ 2147483647 h 68"/>
                <a:gd name="T46" fmla="*/ 2147483647 w 102"/>
                <a:gd name="T47" fmla="*/ 2147483647 h 68"/>
                <a:gd name="T48" fmla="*/ 2147483647 w 102"/>
                <a:gd name="T49" fmla="*/ 2147483647 h 68"/>
                <a:gd name="T50" fmla="*/ 2147483647 w 102"/>
                <a:gd name="T51" fmla="*/ 2147483647 h 68"/>
                <a:gd name="T52" fmla="*/ 2147483647 w 102"/>
                <a:gd name="T53" fmla="*/ 2147483647 h 68"/>
                <a:gd name="T54" fmla="*/ 2147483647 w 102"/>
                <a:gd name="T55" fmla="*/ 2147483647 h 68"/>
                <a:gd name="T56" fmla="*/ 2147483647 w 102"/>
                <a:gd name="T57" fmla="*/ 2147483647 h 68"/>
                <a:gd name="T58" fmla="*/ 2147483647 w 102"/>
                <a:gd name="T59" fmla="*/ 2147483647 h 68"/>
                <a:gd name="T60" fmla="*/ 2147483647 w 102"/>
                <a:gd name="T61" fmla="*/ 2147483647 h 68"/>
                <a:gd name="T62" fmla="*/ 2147483647 w 102"/>
                <a:gd name="T63" fmla="*/ 2147483647 h 68"/>
                <a:gd name="T64" fmla="*/ 2147483647 w 102"/>
                <a:gd name="T65" fmla="*/ 2147483647 h 68"/>
                <a:gd name="T66" fmla="*/ 2147483647 w 102"/>
                <a:gd name="T67" fmla="*/ 2147483647 h 68"/>
                <a:gd name="T68" fmla="*/ 2147483647 w 102"/>
                <a:gd name="T69" fmla="*/ 2147483647 h 68"/>
                <a:gd name="T70" fmla="*/ 2147483647 w 102"/>
                <a:gd name="T71" fmla="*/ 2147483647 h 68"/>
                <a:gd name="T72" fmla="*/ 2147483647 w 102"/>
                <a:gd name="T73" fmla="*/ 2147483647 h 68"/>
                <a:gd name="T74" fmla="*/ 2147483647 w 102"/>
                <a:gd name="T75" fmla="*/ 2147483647 h 68"/>
                <a:gd name="T76" fmla="*/ 2147483647 w 102"/>
                <a:gd name="T77" fmla="*/ 2147483647 h 68"/>
                <a:gd name="T78" fmla="*/ 2147483647 w 102"/>
                <a:gd name="T79" fmla="*/ 2147483647 h 68"/>
                <a:gd name="T80" fmla="*/ 2147483647 w 102"/>
                <a:gd name="T81" fmla="*/ 2147483647 h 68"/>
                <a:gd name="T82" fmla="*/ 2147483647 w 102"/>
                <a:gd name="T83" fmla="*/ 2147483647 h 68"/>
                <a:gd name="T84" fmla="*/ 2147483647 w 102"/>
                <a:gd name="T85" fmla="*/ 2147483647 h 68"/>
                <a:gd name="T86" fmla="*/ 2147483647 w 102"/>
                <a:gd name="T87" fmla="*/ 2147483647 h 68"/>
                <a:gd name="T88" fmla="*/ 2147483647 w 102"/>
                <a:gd name="T89" fmla="*/ 2147483647 h 68"/>
                <a:gd name="T90" fmla="*/ 2147483647 w 102"/>
                <a:gd name="T91" fmla="*/ 2147483647 h 68"/>
                <a:gd name="T92" fmla="*/ 2147483647 w 102"/>
                <a:gd name="T93" fmla="*/ 2147483647 h 68"/>
                <a:gd name="T94" fmla="*/ 2147483647 w 102"/>
                <a:gd name="T95" fmla="*/ 2147483647 h 68"/>
                <a:gd name="T96" fmla="*/ 2147483647 w 102"/>
                <a:gd name="T97" fmla="*/ 2147483647 h 68"/>
                <a:gd name="T98" fmla="*/ 2147483647 w 102"/>
                <a:gd name="T99" fmla="*/ 2147483647 h 68"/>
                <a:gd name="T100" fmla="*/ 2147483647 w 102"/>
                <a:gd name="T101" fmla="*/ 2147483647 h 68"/>
                <a:gd name="T102" fmla="*/ 2147483647 w 102"/>
                <a:gd name="T103" fmla="*/ 2147483647 h 68"/>
                <a:gd name="T104" fmla="*/ 2147483647 w 102"/>
                <a:gd name="T105" fmla="*/ 2147483647 h 68"/>
                <a:gd name="T106" fmla="*/ 2147483647 w 102"/>
                <a:gd name="T107" fmla="*/ 2147483647 h 68"/>
                <a:gd name="T108" fmla="*/ 2147483647 w 102"/>
                <a:gd name="T109" fmla="*/ 2147483647 h 68"/>
                <a:gd name="T110" fmla="*/ 2147483647 w 102"/>
                <a:gd name="T111" fmla="*/ 2147483647 h 68"/>
                <a:gd name="T112" fmla="*/ 2147483647 w 102"/>
                <a:gd name="T113" fmla="*/ 2147483647 h 68"/>
                <a:gd name="T114" fmla="*/ 2147483647 w 102"/>
                <a:gd name="T115" fmla="*/ 2147483647 h 6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02" h="68">
                  <a:moveTo>
                    <a:pt x="0" y="52"/>
                  </a:moveTo>
                  <a:lnTo>
                    <a:pt x="1" y="52"/>
                  </a:lnTo>
                  <a:lnTo>
                    <a:pt x="1" y="51"/>
                  </a:lnTo>
                  <a:lnTo>
                    <a:pt x="0" y="49"/>
                  </a:lnTo>
                  <a:lnTo>
                    <a:pt x="1" y="49"/>
                  </a:lnTo>
                  <a:lnTo>
                    <a:pt x="2" y="48"/>
                  </a:lnTo>
                  <a:lnTo>
                    <a:pt x="3" y="48"/>
                  </a:lnTo>
                  <a:lnTo>
                    <a:pt x="4" y="47"/>
                  </a:lnTo>
                  <a:lnTo>
                    <a:pt x="5" y="47"/>
                  </a:lnTo>
                  <a:lnTo>
                    <a:pt x="4" y="45"/>
                  </a:lnTo>
                  <a:lnTo>
                    <a:pt x="5" y="45"/>
                  </a:lnTo>
                  <a:lnTo>
                    <a:pt x="6" y="44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8" y="41"/>
                  </a:lnTo>
                  <a:lnTo>
                    <a:pt x="8" y="40"/>
                  </a:lnTo>
                  <a:lnTo>
                    <a:pt x="8" y="39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7" y="37"/>
                  </a:lnTo>
                  <a:lnTo>
                    <a:pt x="6" y="37"/>
                  </a:lnTo>
                  <a:lnTo>
                    <a:pt x="6" y="36"/>
                  </a:lnTo>
                  <a:lnTo>
                    <a:pt x="5" y="35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3" y="33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4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7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9" y="15"/>
                  </a:lnTo>
                  <a:lnTo>
                    <a:pt x="10" y="16"/>
                  </a:lnTo>
                  <a:lnTo>
                    <a:pt x="11" y="16"/>
                  </a:lnTo>
                  <a:lnTo>
                    <a:pt x="12" y="16"/>
                  </a:lnTo>
                  <a:lnTo>
                    <a:pt x="13" y="17"/>
                  </a:lnTo>
                  <a:lnTo>
                    <a:pt x="14" y="17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5" y="10"/>
                  </a:lnTo>
                  <a:lnTo>
                    <a:pt x="16" y="10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8" y="8"/>
                  </a:lnTo>
                  <a:lnTo>
                    <a:pt x="19" y="9"/>
                  </a:lnTo>
                  <a:lnTo>
                    <a:pt x="19" y="11"/>
                  </a:lnTo>
                  <a:lnTo>
                    <a:pt x="20" y="13"/>
                  </a:lnTo>
                  <a:lnTo>
                    <a:pt x="21" y="15"/>
                  </a:lnTo>
                  <a:lnTo>
                    <a:pt x="22" y="15"/>
                  </a:lnTo>
                  <a:lnTo>
                    <a:pt x="22" y="14"/>
                  </a:lnTo>
                  <a:lnTo>
                    <a:pt x="22" y="15"/>
                  </a:lnTo>
                  <a:lnTo>
                    <a:pt x="22" y="16"/>
                  </a:lnTo>
                  <a:lnTo>
                    <a:pt x="23" y="16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5" y="12"/>
                  </a:lnTo>
                  <a:lnTo>
                    <a:pt x="26" y="12"/>
                  </a:lnTo>
                  <a:lnTo>
                    <a:pt x="27" y="12"/>
                  </a:lnTo>
                  <a:lnTo>
                    <a:pt x="28" y="11"/>
                  </a:lnTo>
                  <a:lnTo>
                    <a:pt x="29" y="11"/>
                  </a:lnTo>
                  <a:lnTo>
                    <a:pt x="30" y="12"/>
                  </a:lnTo>
                  <a:lnTo>
                    <a:pt x="31" y="12"/>
                  </a:lnTo>
                  <a:lnTo>
                    <a:pt x="32" y="11"/>
                  </a:lnTo>
                  <a:lnTo>
                    <a:pt x="33" y="11"/>
                  </a:lnTo>
                  <a:lnTo>
                    <a:pt x="34" y="10"/>
                  </a:lnTo>
                  <a:lnTo>
                    <a:pt x="35" y="10"/>
                  </a:lnTo>
                  <a:lnTo>
                    <a:pt x="36" y="10"/>
                  </a:lnTo>
                  <a:lnTo>
                    <a:pt x="36" y="9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8" y="7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0" y="5"/>
                  </a:lnTo>
                  <a:lnTo>
                    <a:pt x="41" y="3"/>
                  </a:lnTo>
                  <a:lnTo>
                    <a:pt x="41" y="2"/>
                  </a:lnTo>
                  <a:lnTo>
                    <a:pt x="41" y="1"/>
                  </a:lnTo>
                  <a:lnTo>
                    <a:pt x="41" y="0"/>
                  </a:lnTo>
                  <a:lnTo>
                    <a:pt x="42" y="0"/>
                  </a:lnTo>
                  <a:lnTo>
                    <a:pt x="43" y="1"/>
                  </a:lnTo>
                  <a:lnTo>
                    <a:pt x="45" y="2"/>
                  </a:lnTo>
                  <a:lnTo>
                    <a:pt x="46" y="3"/>
                  </a:lnTo>
                  <a:lnTo>
                    <a:pt x="47" y="3"/>
                  </a:lnTo>
                  <a:lnTo>
                    <a:pt x="48" y="3"/>
                  </a:lnTo>
                  <a:lnTo>
                    <a:pt x="48" y="4"/>
                  </a:lnTo>
                  <a:lnTo>
                    <a:pt x="49" y="5"/>
                  </a:lnTo>
                  <a:lnTo>
                    <a:pt x="49" y="6"/>
                  </a:lnTo>
                  <a:lnTo>
                    <a:pt x="49" y="7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9"/>
                  </a:lnTo>
                  <a:lnTo>
                    <a:pt x="51" y="10"/>
                  </a:lnTo>
                  <a:lnTo>
                    <a:pt x="52" y="11"/>
                  </a:lnTo>
                  <a:lnTo>
                    <a:pt x="53" y="11"/>
                  </a:lnTo>
                  <a:lnTo>
                    <a:pt x="54" y="11"/>
                  </a:lnTo>
                  <a:lnTo>
                    <a:pt x="55" y="11"/>
                  </a:lnTo>
                  <a:lnTo>
                    <a:pt x="57" y="11"/>
                  </a:lnTo>
                  <a:lnTo>
                    <a:pt x="59" y="12"/>
                  </a:lnTo>
                  <a:lnTo>
                    <a:pt x="59" y="14"/>
                  </a:lnTo>
                  <a:lnTo>
                    <a:pt x="60" y="15"/>
                  </a:lnTo>
                  <a:lnTo>
                    <a:pt x="60" y="17"/>
                  </a:lnTo>
                  <a:lnTo>
                    <a:pt x="59" y="18"/>
                  </a:lnTo>
                  <a:lnTo>
                    <a:pt x="58" y="20"/>
                  </a:lnTo>
                  <a:lnTo>
                    <a:pt x="59" y="24"/>
                  </a:lnTo>
                  <a:lnTo>
                    <a:pt x="59" y="25"/>
                  </a:lnTo>
                  <a:lnTo>
                    <a:pt x="60" y="26"/>
                  </a:lnTo>
                  <a:lnTo>
                    <a:pt x="62" y="26"/>
                  </a:lnTo>
                  <a:lnTo>
                    <a:pt x="63" y="26"/>
                  </a:lnTo>
                  <a:lnTo>
                    <a:pt x="64" y="26"/>
                  </a:lnTo>
                  <a:lnTo>
                    <a:pt x="66" y="24"/>
                  </a:lnTo>
                  <a:lnTo>
                    <a:pt x="67" y="23"/>
                  </a:lnTo>
                  <a:lnTo>
                    <a:pt x="69" y="23"/>
                  </a:lnTo>
                  <a:lnTo>
                    <a:pt x="71" y="22"/>
                  </a:lnTo>
                  <a:lnTo>
                    <a:pt x="72" y="21"/>
                  </a:lnTo>
                  <a:lnTo>
                    <a:pt x="73" y="22"/>
                  </a:lnTo>
                  <a:lnTo>
                    <a:pt x="74" y="22"/>
                  </a:lnTo>
                  <a:lnTo>
                    <a:pt x="74" y="23"/>
                  </a:lnTo>
                  <a:lnTo>
                    <a:pt x="73" y="24"/>
                  </a:lnTo>
                  <a:lnTo>
                    <a:pt x="72" y="24"/>
                  </a:lnTo>
                  <a:lnTo>
                    <a:pt x="73" y="25"/>
                  </a:lnTo>
                  <a:lnTo>
                    <a:pt x="73" y="26"/>
                  </a:lnTo>
                  <a:lnTo>
                    <a:pt x="74" y="27"/>
                  </a:lnTo>
                  <a:lnTo>
                    <a:pt x="76" y="29"/>
                  </a:lnTo>
                  <a:lnTo>
                    <a:pt x="79" y="30"/>
                  </a:lnTo>
                  <a:lnTo>
                    <a:pt x="79" y="31"/>
                  </a:lnTo>
                  <a:lnTo>
                    <a:pt x="80" y="31"/>
                  </a:lnTo>
                  <a:lnTo>
                    <a:pt x="80" y="33"/>
                  </a:lnTo>
                  <a:lnTo>
                    <a:pt x="82" y="33"/>
                  </a:lnTo>
                  <a:lnTo>
                    <a:pt x="83" y="33"/>
                  </a:lnTo>
                  <a:lnTo>
                    <a:pt x="85" y="33"/>
                  </a:lnTo>
                  <a:lnTo>
                    <a:pt x="87" y="33"/>
                  </a:lnTo>
                  <a:lnTo>
                    <a:pt x="88" y="33"/>
                  </a:lnTo>
                  <a:lnTo>
                    <a:pt x="91" y="33"/>
                  </a:lnTo>
                  <a:lnTo>
                    <a:pt x="97" y="34"/>
                  </a:lnTo>
                  <a:lnTo>
                    <a:pt x="101" y="33"/>
                  </a:lnTo>
                  <a:lnTo>
                    <a:pt x="102" y="34"/>
                  </a:lnTo>
                  <a:lnTo>
                    <a:pt x="98" y="44"/>
                  </a:lnTo>
                  <a:lnTo>
                    <a:pt x="96" y="50"/>
                  </a:lnTo>
                  <a:lnTo>
                    <a:pt x="98" y="53"/>
                  </a:lnTo>
                  <a:lnTo>
                    <a:pt x="98" y="57"/>
                  </a:lnTo>
                  <a:lnTo>
                    <a:pt x="97" y="57"/>
                  </a:lnTo>
                  <a:lnTo>
                    <a:pt x="96" y="57"/>
                  </a:lnTo>
                  <a:lnTo>
                    <a:pt x="94" y="56"/>
                  </a:lnTo>
                  <a:lnTo>
                    <a:pt x="92" y="55"/>
                  </a:lnTo>
                  <a:lnTo>
                    <a:pt x="91" y="55"/>
                  </a:lnTo>
                  <a:lnTo>
                    <a:pt x="89" y="55"/>
                  </a:lnTo>
                  <a:lnTo>
                    <a:pt x="87" y="54"/>
                  </a:lnTo>
                  <a:lnTo>
                    <a:pt x="85" y="54"/>
                  </a:lnTo>
                  <a:lnTo>
                    <a:pt x="84" y="54"/>
                  </a:lnTo>
                  <a:lnTo>
                    <a:pt x="85" y="54"/>
                  </a:lnTo>
                  <a:lnTo>
                    <a:pt x="86" y="53"/>
                  </a:lnTo>
                  <a:lnTo>
                    <a:pt x="87" y="53"/>
                  </a:lnTo>
                  <a:lnTo>
                    <a:pt x="87" y="52"/>
                  </a:lnTo>
                  <a:lnTo>
                    <a:pt x="87" y="51"/>
                  </a:lnTo>
                  <a:lnTo>
                    <a:pt x="86" y="51"/>
                  </a:lnTo>
                  <a:lnTo>
                    <a:pt x="85" y="51"/>
                  </a:lnTo>
                  <a:lnTo>
                    <a:pt x="84" y="52"/>
                  </a:lnTo>
                  <a:lnTo>
                    <a:pt x="83" y="52"/>
                  </a:lnTo>
                  <a:lnTo>
                    <a:pt x="83" y="53"/>
                  </a:lnTo>
                  <a:lnTo>
                    <a:pt x="82" y="53"/>
                  </a:lnTo>
                  <a:lnTo>
                    <a:pt x="82" y="52"/>
                  </a:lnTo>
                  <a:lnTo>
                    <a:pt x="83" y="52"/>
                  </a:lnTo>
                  <a:lnTo>
                    <a:pt x="83" y="51"/>
                  </a:lnTo>
                  <a:lnTo>
                    <a:pt x="82" y="51"/>
                  </a:lnTo>
                  <a:lnTo>
                    <a:pt x="82" y="50"/>
                  </a:lnTo>
                  <a:lnTo>
                    <a:pt x="82" y="49"/>
                  </a:lnTo>
                  <a:lnTo>
                    <a:pt x="81" y="49"/>
                  </a:lnTo>
                  <a:lnTo>
                    <a:pt x="80" y="49"/>
                  </a:lnTo>
                  <a:lnTo>
                    <a:pt x="80" y="50"/>
                  </a:lnTo>
                  <a:lnTo>
                    <a:pt x="79" y="50"/>
                  </a:lnTo>
                  <a:lnTo>
                    <a:pt x="79" y="52"/>
                  </a:lnTo>
                  <a:lnTo>
                    <a:pt x="78" y="52"/>
                  </a:lnTo>
                  <a:lnTo>
                    <a:pt x="77" y="52"/>
                  </a:lnTo>
                  <a:lnTo>
                    <a:pt x="77" y="53"/>
                  </a:lnTo>
                  <a:lnTo>
                    <a:pt x="78" y="53"/>
                  </a:lnTo>
                  <a:lnTo>
                    <a:pt x="78" y="54"/>
                  </a:lnTo>
                  <a:lnTo>
                    <a:pt x="78" y="55"/>
                  </a:lnTo>
                  <a:lnTo>
                    <a:pt x="77" y="55"/>
                  </a:lnTo>
                  <a:lnTo>
                    <a:pt x="76" y="55"/>
                  </a:lnTo>
                  <a:lnTo>
                    <a:pt x="75" y="55"/>
                  </a:lnTo>
                  <a:lnTo>
                    <a:pt x="74" y="55"/>
                  </a:lnTo>
                  <a:lnTo>
                    <a:pt x="74" y="56"/>
                  </a:lnTo>
                  <a:lnTo>
                    <a:pt x="73" y="56"/>
                  </a:lnTo>
                  <a:lnTo>
                    <a:pt x="73" y="57"/>
                  </a:lnTo>
                  <a:lnTo>
                    <a:pt x="72" y="57"/>
                  </a:lnTo>
                  <a:lnTo>
                    <a:pt x="71" y="58"/>
                  </a:lnTo>
                  <a:lnTo>
                    <a:pt x="70" y="58"/>
                  </a:lnTo>
                  <a:lnTo>
                    <a:pt x="70" y="59"/>
                  </a:lnTo>
                  <a:lnTo>
                    <a:pt x="69" y="60"/>
                  </a:lnTo>
                  <a:lnTo>
                    <a:pt x="68" y="60"/>
                  </a:lnTo>
                  <a:lnTo>
                    <a:pt x="66" y="60"/>
                  </a:lnTo>
                  <a:lnTo>
                    <a:pt x="66" y="61"/>
                  </a:lnTo>
                  <a:lnTo>
                    <a:pt x="65" y="61"/>
                  </a:lnTo>
                  <a:lnTo>
                    <a:pt x="64" y="61"/>
                  </a:lnTo>
                  <a:lnTo>
                    <a:pt x="63" y="62"/>
                  </a:lnTo>
                  <a:lnTo>
                    <a:pt x="62" y="62"/>
                  </a:lnTo>
                  <a:lnTo>
                    <a:pt x="60" y="63"/>
                  </a:lnTo>
                  <a:lnTo>
                    <a:pt x="58" y="64"/>
                  </a:lnTo>
                  <a:lnTo>
                    <a:pt x="57" y="64"/>
                  </a:lnTo>
                  <a:lnTo>
                    <a:pt x="56" y="65"/>
                  </a:lnTo>
                  <a:lnTo>
                    <a:pt x="55" y="65"/>
                  </a:lnTo>
                  <a:lnTo>
                    <a:pt x="55" y="66"/>
                  </a:lnTo>
                  <a:lnTo>
                    <a:pt x="54" y="66"/>
                  </a:lnTo>
                  <a:lnTo>
                    <a:pt x="53" y="67"/>
                  </a:lnTo>
                  <a:lnTo>
                    <a:pt x="52" y="67"/>
                  </a:lnTo>
                  <a:lnTo>
                    <a:pt x="51" y="67"/>
                  </a:lnTo>
                  <a:lnTo>
                    <a:pt x="50" y="67"/>
                  </a:lnTo>
                  <a:lnTo>
                    <a:pt x="49" y="67"/>
                  </a:lnTo>
                  <a:lnTo>
                    <a:pt x="48" y="67"/>
                  </a:lnTo>
                  <a:lnTo>
                    <a:pt x="47" y="67"/>
                  </a:lnTo>
                  <a:lnTo>
                    <a:pt x="47" y="68"/>
                  </a:lnTo>
                  <a:lnTo>
                    <a:pt x="46" y="68"/>
                  </a:lnTo>
                  <a:lnTo>
                    <a:pt x="45" y="68"/>
                  </a:lnTo>
                  <a:lnTo>
                    <a:pt x="44" y="68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39" y="66"/>
                  </a:lnTo>
                  <a:lnTo>
                    <a:pt x="37" y="65"/>
                  </a:lnTo>
                  <a:lnTo>
                    <a:pt x="36" y="65"/>
                  </a:lnTo>
                  <a:lnTo>
                    <a:pt x="35" y="65"/>
                  </a:lnTo>
                  <a:lnTo>
                    <a:pt x="34" y="64"/>
                  </a:lnTo>
                  <a:lnTo>
                    <a:pt x="33" y="63"/>
                  </a:lnTo>
                  <a:lnTo>
                    <a:pt x="31" y="62"/>
                  </a:lnTo>
                  <a:lnTo>
                    <a:pt x="29" y="62"/>
                  </a:lnTo>
                  <a:lnTo>
                    <a:pt x="28" y="62"/>
                  </a:lnTo>
                  <a:lnTo>
                    <a:pt x="27" y="62"/>
                  </a:lnTo>
                  <a:lnTo>
                    <a:pt x="26" y="62"/>
                  </a:lnTo>
                  <a:lnTo>
                    <a:pt x="25" y="62"/>
                  </a:lnTo>
                  <a:lnTo>
                    <a:pt x="24" y="62"/>
                  </a:lnTo>
                  <a:lnTo>
                    <a:pt x="23" y="62"/>
                  </a:lnTo>
                  <a:lnTo>
                    <a:pt x="21" y="61"/>
                  </a:lnTo>
                  <a:lnTo>
                    <a:pt x="20" y="62"/>
                  </a:lnTo>
                  <a:lnTo>
                    <a:pt x="19" y="61"/>
                  </a:lnTo>
                  <a:lnTo>
                    <a:pt x="18" y="61"/>
                  </a:lnTo>
                  <a:lnTo>
                    <a:pt x="17" y="61"/>
                  </a:lnTo>
                  <a:lnTo>
                    <a:pt x="16" y="60"/>
                  </a:lnTo>
                  <a:lnTo>
                    <a:pt x="16" y="59"/>
                  </a:lnTo>
                  <a:lnTo>
                    <a:pt x="15" y="59"/>
                  </a:lnTo>
                  <a:lnTo>
                    <a:pt x="14" y="58"/>
                  </a:lnTo>
                  <a:lnTo>
                    <a:pt x="13" y="58"/>
                  </a:lnTo>
                  <a:lnTo>
                    <a:pt x="13" y="57"/>
                  </a:lnTo>
                  <a:lnTo>
                    <a:pt x="12" y="57"/>
                  </a:lnTo>
                  <a:lnTo>
                    <a:pt x="11" y="57"/>
                  </a:lnTo>
                  <a:lnTo>
                    <a:pt x="9" y="56"/>
                  </a:lnTo>
                  <a:lnTo>
                    <a:pt x="9" y="55"/>
                  </a:lnTo>
                  <a:lnTo>
                    <a:pt x="8" y="55"/>
                  </a:lnTo>
                  <a:lnTo>
                    <a:pt x="7" y="55"/>
                  </a:lnTo>
                  <a:lnTo>
                    <a:pt x="6" y="55"/>
                  </a:lnTo>
                  <a:lnTo>
                    <a:pt x="5" y="55"/>
                  </a:lnTo>
                  <a:lnTo>
                    <a:pt x="4" y="54"/>
                  </a:lnTo>
                  <a:lnTo>
                    <a:pt x="3" y="54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6533512" y="5184760"/>
              <a:ext cx="935777" cy="836527"/>
            </a:xfrm>
            <a:custGeom>
              <a:avLst/>
              <a:gdLst>
                <a:gd name="T0" fmla="*/ 2147483647 w 83"/>
                <a:gd name="T1" fmla="*/ 2147483647 h 76"/>
                <a:gd name="T2" fmla="*/ 2147483647 w 83"/>
                <a:gd name="T3" fmla="*/ 2147483647 h 76"/>
                <a:gd name="T4" fmla="*/ 2147483647 w 83"/>
                <a:gd name="T5" fmla="*/ 2147483647 h 76"/>
                <a:gd name="T6" fmla="*/ 2147483647 w 83"/>
                <a:gd name="T7" fmla="*/ 2147483647 h 76"/>
                <a:gd name="T8" fmla="*/ 2147483647 w 83"/>
                <a:gd name="T9" fmla="*/ 2147483647 h 76"/>
                <a:gd name="T10" fmla="*/ 2147483647 w 83"/>
                <a:gd name="T11" fmla="*/ 2147483647 h 76"/>
                <a:gd name="T12" fmla="*/ 2147483647 w 83"/>
                <a:gd name="T13" fmla="*/ 0 h 76"/>
                <a:gd name="T14" fmla="*/ 2147483647 w 83"/>
                <a:gd name="T15" fmla="*/ 2147483647 h 76"/>
                <a:gd name="T16" fmla="*/ 2147483647 w 83"/>
                <a:gd name="T17" fmla="*/ 2147483647 h 76"/>
                <a:gd name="T18" fmla="*/ 2147483647 w 83"/>
                <a:gd name="T19" fmla="*/ 2147483647 h 76"/>
                <a:gd name="T20" fmla="*/ 2147483647 w 83"/>
                <a:gd name="T21" fmla="*/ 2147483647 h 76"/>
                <a:gd name="T22" fmla="*/ 2147483647 w 83"/>
                <a:gd name="T23" fmla="*/ 2147483647 h 76"/>
                <a:gd name="T24" fmla="*/ 2147483647 w 83"/>
                <a:gd name="T25" fmla="*/ 2147483647 h 76"/>
                <a:gd name="T26" fmla="*/ 2147483647 w 83"/>
                <a:gd name="T27" fmla="*/ 2147483647 h 76"/>
                <a:gd name="T28" fmla="*/ 2147483647 w 83"/>
                <a:gd name="T29" fmla="*/ 2147483647 h 76"/>
                <a:gd name="T30" fmla="*/ 2147483647 w 83"/>
                <a:gd name="T31" fmla="*/ 2147483647 h 76"/>
                <a:gd name="T32" fmla="*/ 2147483647 w 83"/>
                <a:gd name="T33" fmla="*/ 0 h 76"/>
                <a:gd name="T34" fmla="*/ 2147483647 w 83"/>
                <a:gd name="T35" fmla="*/ 2147483647 h 76"/>
                <a:gd name="T36" fmla="*/ 2147483647 w 83"/>
                <a:gd name="T37" fmla="*/ 2147483647 h 76"/>
                <a:gd name="T38" fmla="*/ 2147483647 w 83"/>
                <a:gd name="T39" fmla="*/ 2147483647 h 76"/>
                <a:gd name="T40" fmla="*/ 2147483647 w 83"/>
                <a:gd name="T41" fmla="*/ 2147483647 h 76"/>
                <a:gd name="T42" fmla="*/ 2147483647 w 83"/>
                <a:gd name="T43" fmla="*/ 2147483647 h 76"/>
                <a:gd name="T44" fmla="*/ 2147483647 w 83"/>
                <a:gd name="T45" fmla="*/ 2147483647 h 76"/>
                <a:gd name="T46" fmla="*/ 2147483647 w 83"/>
                <a:gd name="T47" fmla="*/ 2147483647 h 76"/>
                <a:gd name="T48" fmla="*/ 2147483647 w 83"/>
                <a:gd name="T49" fmla="*/ 2147483647 h 76"/>
                <a:gd name="T50" fmla="*/ 2147483647 w 83"/>
                <a:gd name="T51" fmla="*/ 2147483647 h 76"/>
                <a:gd name="T52" fmla="*/ 2147483647 w 83"/>
                <a:gd name="T53" fmla="*/ 2147483647 h 76"/>
                <a:gd name="T54" fmla="*/ 2147483647 w 83"/>
                <a:gd name="T55" fmla="*/ 2147483647 h 76"/>
                <a:gd name="T56" fmla="*/ 2147483647 w 83"/>
                <a:gd name="T57" fmla="*/ 2147483647 h 76"/>
                <a:gd name="T58" fmla="*/ 2147483647 w 83"/>
                <a:gd name="T59" fmla="*/ 2147483647 h 76"/>
                <a:gd name="T60" fmla="*/ 2147483647 w 83"/>
                <a:gd name="T61" fmla="*/ 2147483647 h 76"/>
                <a:gd name="T62" fmla="*/ 2147483647 w 83"/>
                <a:gd name="T63" fmla="*/ 2147483647 h 76"/>
                <a:gd name="T64" fmla="*/ 2147483647 w 83"/>
                <a:gd name="T65" fmla="*/ 2147483647 h 76"/>
                <a:gd name="T66" fmla="*/ 2147483647 w 83"/>
                <a:gd name="T67" fmla="*/ 2147483647 h 76"/>
                <a:gd name="T68" fmla="*/ 2147483647 w 83"/>
                <a:gd name="T69" fmla="*/ 2147483647 h 76"/>
                <a:gd name="T70" fmla="*/ 2147483647 w 83"/>
                <a:gd name="T71" fmla="*/ 2147483647 h 76"/>
                <a:gd name="T72" fmla="*/ 2147483647 w 83"/>
                <a:gd name="T73" fmla="*/ 2147483647 h 76"/>
                <a:gd name="T74" fmla="*/ 2147483647 w 83"/>
                <a:gd name="T75" fmla="*/ 2147483647 h 76"/>
                <a:gd name="T76" fmla="*/ 2147483647 w 83"/>
                <a:gd name="T77" fmla="*/ 2147483647 h 76"/>
                <a:gd name="T78" fmla="*/ 2147483647 w 83"/>
                <a:gd name="T79" fmla="*/ 2147483647 h 76"/>
                <a:gd name="T80" fmla="*/ 2147483647 w 83"/>
                <a:gd name="T81" fmla="*/ 2147483647 h 76"/>
                <a:gd name="T82" fmla="*/ 2147483647 w 83"/>
                <a:gd name="T83" fmla="*/ 2147483647 h 76"/>
                <a:gd name="T84" fmla="*/ 2147483647 w 83"/>
                <a:gd name="T85" fmla="*/ 2147483647 h 76"/>
                <a:gd name="T86" fmla="*/ 2147483647 w 83"/>
                <a:gd name="T87" fmla="*/ 2147483647 h 76"/>
                <a:gd name="T88" fmla="*/ 2147483647 w 83"/>
                <a:gd name="T89" fmla="*/ 2147483647 h 76"/>
                <a:gd name="T90" fmla="*/ 2147483647 w 83"/>
                <a:gd name="T91" fmla="*/ 2147483647 h 76"/>
                <a:gd name="T92" fmla="*/ 2147483647 w 83"/>
                <a:gd name="T93" fmla="*/ 2147483647 h 76"/>
                <a:gd name="T94" fmla="*/ 2147483647 w 83"/>
                <a:gd name="T95" fmla="*/ 2147483647 h 76"/>
                <a:gd name="T96" fmla="*/ 2147483647 w 83"/>
                <a:gd name="T97" fmla="*/ 2147483647 h 76"/>
                <a:gd name="T98" fmla="*/ 2147483647 w 83"/>
                <a:gd name="T99" fmla="*/ 2147483647 h 76"/>
                <a:gd name="T100" fmla="*/ 2147483647 w 83"/>
                <a:gd name="T101" fmla="*/ 2147483647 h 76"/>
                <a:gd name="T102" fmla="*/ 2147483647 w 83"/>
                <a:gd name="T103" fmla="*/ 2147483647 h 76"/>
                <a:gd name="T104" fmla="*/ 2147483647 w 83"/>
                <a:gd name="T105" fmla="*/ 2147483647 h 76"/>
                <a:gd name="T106" fmla="*/ 2147483647 w 83"/>
                <a:gd name="T107" fmla="*/ 2147483647 h 76"/>
                <a:gd name="T108" fmla="*/ 2147483647 w 83"/>
                <a:gd name="T109" fmla="*/ 2147483647 h 76"/>
                <a:gd name="T110" fmla="*/ 2147483647 w 83"/>
                <a:gd name="T111" fmla="*/ 2147483647 h 76"/>
                <a:gd name="T112" fmla="*/ 2147483647 w 83"/>
                <a:gd name="T113" fmla="*/ 2147483647 h 7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3" h="76">
                  <a:moveTo>
                    <a:pt x="0" y="36"/>
                  </a:moveTo>
                  <a:lnTo>
                    <a:pt x="2" y="30"/>
                  </a:lnTo>
                  <a:lnTo>
                    <a:pt x="6" y="20"/>
                  </a:lnTo>
                  <a:lnTo>
                    <a:pt x="7" y="19"/>
                  </a:lnTo>
                  <a:lnTo>
                    <a:pt x="9" y="18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5"/>
                  </a:lnTo>
                  <a:lnTo>
                    <a:pt x="13" y="10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4" y="8"/>
                  </a:lnTo>
                  <a:lnTo>
                    <a:pt x="15" y="7"/>
                  </a:lnTo>
                  <a:lnTo>
                    <a:pt x="16" y="2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22" y="2"/>
                  </a:lnTo>
                  <a:lnTo>
                    <a:pt x="23" y="3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3" y="7"/>
                  </a:lnTo>
                  <a:lnTo>
                    <a:pt x="23" y="8"/>
                  </a:lnTo>
                  <a:lnTo>
                    <a:pt x="24" y="10"/>
                  </a:lnTo>
                  <a:lnTo>
                    <a:pt x="24" y="11"/>
                  </a:lnTo>
                  <a:lnTo>
                    <a:pt x="26" y="11"/>
                  </a:lnTo>
                  <a:lnTo>
                    <a:pt x="27" y="11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1" y="13"/>
                  </a:lnTo>
                  <a:lnTo>
                    <a:pt x="33" y="9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3" y="2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49" y="2"/>
                  </a:lnTo>
                  <a:lnTo>
                    <a:pt x="49" y="3"/>
                  </a:lnTo>
                  <a:lnTo>
                    <a:pt x="50" y="4"/>
                  </a:lnTo>
                  <a:lnTo>
                    <a:pt x="50" y="5"/>
                  </a:lnTo>
                  <a:lnTo>
                    <a:pt x="52" y="5"/>
                  </a:lnTo>
                  <a:lnTo>
                    <a:pt x="53" y="7"/>
                  </a:lnTo>
                  <a:lnTo>
                    <a:pt x="52" y="8"/>
                  </a:lnTo>
                  <a:lnTo>
                    <a:pt x="52" y="9"/>
                  </a:lnTo>
                  <a:lnTo>
                    <a:pt x="53" y="10"/>
                  </a:lnTo>
                  <a:lnTo>
                    <a:pt x="55" y="10"/>
                  </a:lnTo>
                  <a:lnTo>
                    <a:pt x="56" y="10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58" y="11"/>
                  </a:lnTo>
                  <a:lnTo>
                    <a:pt x="58" y="12"/>
                  </a:lnTo>
                  <a:lnTo>
                    <a:pt x="59" y="12"/>
                  </a:lnTo>
                  <a:lnTo>
                    <a:pt x="59" y="13"/>
                  </a:lnTo>
                  <a:lnTo>
                    <a:pt x="58" y="13"/>
                  </a:lnTo>
                  <a:lnTo>
                    <a:pt x="58" y="14"/>
                  </a:lnTo>
                  <a:lnTo>
                    <a:pt x="61" y="15"/>
                  </a:lnTo>
                  <a:lnTo>
                    <a:pt x="67" y="20"/>
                  </a:lnTo>
                  <a:lnTo>
                    <a:pt x="70" y="22"/>
                  </a:lnTo>
                  <a:lnTo>
                    <a:pt x="74" y="24"/>
                  </a:lnTo>
                  <a:lnTo>
                    <a:pt x="77" y="26"/>
                  </a:lnTo>
                  <a:lnTo>
                    <a:pt x="79" y="30"/>
                  </a:lnTo>
                  <a:lnTo>
                    <a:pt x="81" y="30"/>
                  </a:lnTo>
                  <a:lnTo>
                    <a:pt x="83" y="31"/>
                  </a:lnTo>
                  <a:lnTo>
                    <a:pt x="83" y="35"/>
                  </a:lnTo>
                  <a:lnTo>
                    <a:pt x="80" y="39"/>
                  </a:lnTo>
                  <a:lnTo>
                    <a:pt x="55" y="41"/>
                  </a:lnTo>
                  <a:lnTo>
                    <a:pt x="53" y="44"/>
                  </a:lnTo>
                  <a:lnTo>
                    <a:pt x="51" y="47"/>
                  </a:lnTo>
                  <a:lnTo>
                    <a:pt x="46" y="55"/>
                  </a:lnTo>
                  <a:lnTo>
                    <a:pt x="45" y="56"/>
                  </a:lnTo>
                  <a:lnTo>
                    <a:pt x="45" y="57"/>
                  </a:lnTo>
                  <a:lnTo>
                    <a:pt x="46" y="57"/>
                  </a:lnTo>
                  <a:lnTo>
                    <a:pt x="46" y="60"/>
                  </a:lnTo>
                  <a:lnTo>
                    <a:pt x="45" y="61"/>
                  </a:lnTo>
                  <a:lnTo>
                    <a:pt x="46" y="62"/>
                  </a:lnTo>
                  <a:lnTo>
                    <a:pt x="48" y="63"/>
                  </a:lnTo>
                  <a:lnTo>
                    <a:pt x="48" y="66"/>
                  </a:lnTo>
                  <a:lnTo>
                    <a:pt x="47" y="67"/>
                  </a:lnTo>
                  <a:lnTo>
                    <a:pt x="46" y="67"/>
                  </a:lnTo>
                  <a:lnTo>
                    <a:pt x="46" y="70"/>
                  </a:lnTo>
                  <a:lnTo>
                    <a:pt x="46" y="71"/>
                  </a:lnTo>
                  <a:lnTo>
                    <a:pt x="47" y="73"/>
                  </a:lnTo>
                  <a:lnTo>
                    <a:pt x="45" y="76"/>
                  </a:lnTo>
                  <a:lnTo>
                    <a:pt x="44" y="75"/>
                  </a:lnTo>
                  <a:lnTo>
                    <a:pt x="38" y="70"/>
                  </a:lnTo>
                  <a:lnTo>
                    <a:pt x="35" y="67"/>
                  </a:lnTo>
                  <a:lnTo>
                    <a:pt x="34" y="66"/>
                  </a:lnTo>
                  <a:lnTo>
                    <a:pt x="33" y="65"/>
                  </a:lnTo>
                  <a:lnTo>
                    <a:pt x="33" y="64"/>
                  </a:lnTo>
                  <a:lnTo>
                    <a:pt x="32" y="64"/>
                  </a:lnTo>
                  <a:lnTo>
                    <a:pt x="29" y="62"/>
                  </a:lnTo>
                  <a:lnTo>
                    <a:pt x="30" y="62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8" y="60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8"/>
                  </a:lnTo>
                  <a:lnTo>
                    <a:pt x="23" y="56"/>
                  </a:lnTo>
                  <a:lnTo>
                    <a:pt x="22" y="56"/>
                  </a:lnTo>
                  <a:lnTo>
                    <a:pt x="22" y="55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4" y="49"/>
                  </a:lnTo>
                  <a:lnTo>
                    <a:pt x="13" y="49"/>
                  </a:lnTo>
                  <a:lnTo>
                    <a:pt x="11" y="47"/>
                  </a:lnTo>
                  <a:lnTo>
                    <a:pt x="9" y="46"/>
                  </a:lnTo>
                  <a:lnTo>
                    <a:pt x="8" y="45"/>
                  </a:lnTo>
                  <a:lnTo>
                    <a:pt x="7" y="45"/>
                  </a:lnTo>
                  <a:lnTo>
                    <a:pt x="6" y="44"/>
                  </a:lnTo>
                  <a:lnTo>
                    <a:pt x="5" y="44"/>
                  </a:lnTo>
                  <a:lnTo>
                    <a:pt x="4" y="44"/>
                  </a:lnTo>
                  <a:lnTo>
                    <a:pt x="3" y="44"/>
                  </a:lnTo>
                  <a:lnTo>
                    <a:pt x="2" y="43"/>
                  </a:lnTo>
                  <a:lnTo>
                    <a:pt x="2" y="39"/>
                  </a:lnTo>
                  <a:lnTo>
                    <a:pt x="0" y="36"/>
                  </a:lnTo>
                  <a:close/>
                </a:path>
              </a:pathLst>
            </a:custGeom>
            <a:pattFill prst="pct25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5460060" y="4092693"/>
              <a:ext cx="1195089" cy="1309825"/>
            </a:xfrm>
            <a:custGeom>
              <a:avLst/>
              <a:gdLst>
                <a:gd name="T0" fmla="*/ 2147483647 w 106"/>
                <a:gd name="T1" fmla="*/ 2147483647 h 119"/>
                <a:gd name="T2" fmla="*/ 2147483647 w 106"/>
                <a:gd name="T3" fmla="*/ 2147483647 h 119"/>
                <a:gd name="T4" fmla="*/ 2147483647 w 106"/>
                <a:gd name="T5" fmla="*/ 2147483647 h 119"/>
                <a:gd name="T6" fmla="*/ 2147483647 w 106"/>
                <a:gd name="T7" fmla="*/ 2147483647 h 119"/>
                <a:gd name="T8" fmla="*/ 2147483647 w 106"/>
                <a:gd name="T9" fmla="*/ 2147483647 h 119"/>
                <a:gd name="T10" fmla="*/ 2147483647 w 106"/>
                <a:gd name="T11" fmla="*/ 2147483647 h 119"/>
                <a:gd name="T12" fmla="*/ 2147483647 w 106"/>
                <a:gd name="T13" fmla="*/ 2147483647 h 119"/>
                <a:gd name="T14" fmla="*/ 2147483647 w 106"/>
                <a:gd name="T15" fmla="*/ 2147483647 h 119"/>
                <a:gd name="T16" fmla="*/ 2147483647 w 106"/>
                <a:gd name="T17" fmla="*/ 2147483647 h 119"/>
                <a:gd name="T18" fmla="*/ 2147483647 w 106"/>
                <a:gd name="T19" fmla="*/ 2147483647 h 119"/>
                <a:gd name="T20" fmla="*/ 2147483647 w 106"/>
                <a:gd name="T21" fmla="*/ 2147483647 h 119"/>
                <a:gd name="T22" fmla="*/ 2147483647 w 106"/>
                <a:gd name="T23" fmla="*/ 2147483647 h 119"/>
                <a:gd name="T24" fmla="*/ 2147483647 w 106"/>
                <a:gd name="T25" fmla="*/ 2147483647 h 119"/>
                <a:gd name="T26" fmla="*/ 2147483647 w 106"/>
                <a:gd name="T27" fmla="*/ 2147483647 h 119"/>
                <a:gd name="T28" fmla="*/ 2147483647 w 106"/>
                <a:gd name="T29" fmla="*/ 2147483647 h 119"/>
                <a:gd name="T30" fmla="*/ 2147483647 w 106"/>
                <a:gd name="T31" fmla="*/ 2147483647 h 119"/>
                <a:gd name="T32" fmla="*/ 2147483647 w 106"/>
                <a:gd name="T33" fmla="*/ 2147483647 h 119"/>
                <a:gd name="T34" fmla="*/ 2147483647 w 106"/>
                <a:gd name="T35" fmla="*/ 2147483647 h 119"/>
                <a:gd name="T36" fmla="*/ 2147483647 w 106"/>
                <a:gd name="T37" fmla="*/ 2147483647 h 119"/>
                <a:gd name="T38" fmla="*/ 2147483647 w 106"/>
                <a:gd name="T39" fmla="*/ 2147483647 h 119"/>
                <a:gd name="T40" fmla="*/ 2147483647 w 106"/>
                <a:gd name="T41" fmla="*/ 2147483647 h 119"/>
                <a:gd name="T42" fmla="*/ 2147483647 w 106"/>
                <a:gd name="T43" fmla="*/ 2147483647 h 119"/>
                <a:gd name="T44" fmla="*/ 2147483647 w 106"/>
                <a:gd name="T45" fmla="*/ 2147483647 h 119"/>
                <a:gd name="T46" fmla="*/ 2147483647 w 106"/>
                <a:gd name="T47" fmla="*/ 2147483647 h 119"/>
                <a:gd name="T48" fmla="*/ 2147483647 w 106"/>
                <a:gd name="T49" fmla="*/ 2147483647 h 119"/>
                <a:gd name="T50" fmla="*/ 2147483647 w 106"/>
                <a:gd name="T51" fmla="*/ 2147483647 h 119"/>
                <a:gd name="T52" fmla="*/ 2147483647 w 106"/>
                <a:gd name="T53" fmla="*/ 2147483647 h 119"/>
                <a:gd name="T54" fmla="*/ 2147483647 w 106"/>
                <a:gd name="T55" fmla="*/ 2147483647 h 119"/>
                <a:gd name="T56" fmla="*/ 2147483647 w 106"/>
                <a:gd name="T57" fmla="*/ 2147483647 h 119"/>
                <a:gd name="T58" fmla="*/ 2147483647 w 106"/>
                <a:gd name="T59" fmla="*/ 2147483647 h 119"/>
                <a:gd name="T60" fmla="*/ 2147483647 w 106"/>
                <a:gd name="T61" fmla="*/ 2147483647 h 119"/>
                <a:gd name="T62" fmla="*/ 2147483647 w 106"/>
                <a:gd name="T63" fmla="*/ 2147483647 h 119"/>
                <a:gd name="T64" fmla="*/ 2147483647 w 106"/>
                <a:gd name="T65" fmla="*/ 2147483647 h 119"/>
                <a:gd name="T66" fmla="*/ 2147483647 w 106"/>
                <a:gd name="T67" fmla="*/ 2147483647 h 119"/>
                <a:gd name="T68" fmla="*/ 2147483647 w 106"/>
                <a:gd name="T69" fmla="*/ 2147483647 h 119"/>
                <a:gd name="T70" fmla="*/ 2147483647 w 106"/>
                <a:gd name="T71" fmla="*/ 2147483647 h 119"/>
                <a:gd name="T72" fmla="*/ 2147483647 w 106"/>
                <a:gd name="T73" fmla="*/ 2147483647 h 119"/>
                <a:gd name="T74" fmla="*/ 2147483647 w 106"/>
                <a:gd name="T75" fmla="*/ 2147483647 h 119"/>
                <a:gd name="T76" fmla="*/ 2147483647 w 106"/>
                <a:gd name="T77" fmla="*/ 2147483647 h 119"/>
                <a:gd name="T78" fmla="*/ 2147483647 w 106"/>
                <a:gd name="T79" fmla="*/ 2147483647 h 119"/>
                <a:gd name="T80" fmla="*/ 2147483647 w 106"/>
                <a:gd name="T81" fmla="*/ 2147483647 h 119"/>
                <a:gd name="T82" fmla="*/ 2147483647 w 106"/>
                <a:gd name="T83" fmla="*/ 2147483647 h 119"/>
                <a:gd name="T84" fmla="*/ 2147483647 w 106"/>
                <a:gd name="T85" fmla="*/ 2147483647 h 119"/>
                <a:gd name="T86" fmla="*/ 2147483647 w 106"/>
                <a:gd name="T87" fmla="*/ 2147483647 h 119"/>
                <a:gd name="T88" fmla="*/ 2147483647 w 106"/>
                <a:gd name="T89" fmla="*/ 2147483647 h 119"/>
                <a:gd name="T90" fmla="*/ 2147483647 w 106"/>
                <a:gd name="T91" fmla="*/ 2147483647 h 119"/>
                <a:gd name="T92" fmla="*/ 2147483647 w 106"/>
                <a:gd name="T93" fmla="*/ 2147483647 h 119"/>
                <a:gd name="T94" fmla="*/ 2147483647 w 106"/>
                <a:gd name="T95" fmla="*/ 2147483647 h 119"/>
                <a:gd name="T96" fmla="*/ 2147483647 w 106"/>
                <a:gd name="T97" fmla="*/ 2147483647 h 119"/>
                <a:gd name="T98" fmla="*/ 2147483647 w 106"/>
                <a:gd name="T99" fmla="*/ 2147483647 h 119"/>
                <a:gd name="T100" fmla="*/ 2147483647 w 106"/>
                <a:gd name="T101" fmla="*/ 2147483647 h 119"/>
                <a:gd name="T102" fmla="*/ 2147483647 w 106"/>
                <a:gd name="T103" fmla="*/ 2147483647 h 119"/>
                <a:gd name="T104" fmla="*/ 2147483647 w 106"/>
                <a:gd name="T105" fmla="*/ 2147483647 h 119"/>
                <a:gd name="T106" fmla="*/ 2147483647 w 106"/>
                <a:gd name="T107" fmla="*/ 2147483647 h 119"/>
                <a:gd name="T108" fmla="*/ 2147483647 w 106"/>
                <a:gd name="T109" fmla="*/ 2147483647 h 119"/>
                <a:gd name="T110" fmla="*/ 2147483647 w 106"/>
                <a:gd name="T111" fmla="*/ 2147483647 h 119"/>
                <a:gd name="T112" fmla="*/ 2147483647 w 106"/>
                <a:gd name="T113" fmla="*/ 0 h 119"/>
                <a:gd name="T114" fmla="*/ 2147483647 w 106"/>
                <a:gd name="T115" fmla="*/ 2147483647 h 119"/>
                <a:gd name="T116" fmla="*/ 2147483647 w 106"/>
                <a:gd name="T117" fmla="*/ 2147483647 h 11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06" h="119">
                  <a:moveTo>
                    <a:pt x="0" y="11"/>
                  </a:moveTo>
                  <a:lnTo>
                    <a:pt x="4" y="11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3" y="23"/>
                  </a:lnTo>
                  <a:lnTo>
                    <a:pt x="4" y="23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8"/>
                  </a:lnTo>
                  <a:lnTo>
                    <a:pt x="8" y="29"/>
                  </a:lnTo>
                  <a:lnTo>
                    <a:pt x="8" y="30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0" y="33"/>
                  </a:lnTo>
                  <a:lnTo>
                    <a:pt x="9" y="34"/>
                  </a:lnTo>
                  <a:lnTo>
                    <a:pt x="9" y="35"/>
                  </a:lnTo>
                  <a:lnTo>
                    <a:pt x="9" y="37"/>
                  </a:lnTo>
                  <a:lnTo>
                    <a:pt x="8" y="37"/>
                  </a:lnTo>
                  <a:lnTo>
                    <a:pt x="7" y="37"/>
                  </a:lnTo>
                  <a:lnTo>
                    <a:pt x="7" y="36"/>
                  </a:lnTo>
                  <a:lnTo>
                    <a:pt x="6" y="36"/>
                  </a:lnTo>
                  <a:lnTo>
                    <a:pt x="5" y="36"/>
                  </a:lnTo>
                  <a:lnTo>
                    <a:pt x="5" y="38"/>
                  </a:lnTo>
                  <a:lnTo>
                    <a:pt x="4" y="39"/>
                  </a:lnTo>
                  <a:lnTo>
                    <a:pt x="3" y="39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3" y="40"/>
                  </a:lnTo>
                  <a:lnTo>
                    <a:pt x="4" y="40"/>
                  </a:lnTo>
                  <a:lnTo>
                    <a:pt x="5" y="39"/>
                  </a:lnTo>
                  <a:lnTo>
                    <a:pt x="5" y="40"/>
                  </a:lnTo>
                  <a:lnTo>
                    <a:pt x="4" y="41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8"/>
                  </a:lnTo>
                  <a:lnTo>
                    <a:pt x="4" y="48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7" y="46"/>
                  </a:lnTo>
                  <a:lnTo>
                    <a:pt x="9" y="44"/>
                  </a:lnTo>
                  <a:lnTo>
                    <a:pt x="11" y="42"/>
                  </a:lnTo>
                  <a:lnTo>
                    <a:pt x="12" y="41"/>
                  </a:lnTo>
                  <a:lnTo>
                    <a:pt x="13" y="41"/>
                  </a:lnTo>
                  <a:lnTo>
                    <a:pt x="14" y="42"/>
                  </a:lnTo>
                  <a:lnTo>
                    <a:pt x="15" y="43"/>
                  </a:lnTo>
                  <a:lnTo>
                    <a:pt x="16" y="41"/>
                  </a:lnTo>
                  <a:lnTo>
                    <a:pt x="15" y="40"/>
                  </a:lnTo>
                  <a:lnTo>
                    <a:pt x="17" y="40"/>
                  </a:lnTo>
                  <a:lnTo>
                    <a:pt x="17" y="39"/>
                  </a:lnTo>
                  <a:lnTo>
                    <a:pt x="17" y="38"/>
                  </a:lnTo>
                  <a:lnTo>
                    <a:pt x="18" y="38"/>
                  </a:lnTo>
                  <a:lnTo>
                    <a:pt x="19" y="38"/>
                  </a:lnTo>
                  <a:lnTo>
                    <a:pt x="20" y="38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2"/>
                  </a:lnTo>
                  <a:lnTo>
                    <a:pt x="21" y="42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3" y="43"/>
                  </a:lnTo>
                  <a:lnTo>
                    <a:pt x="24" y="44"/>
                  </a:lnTo>
                  <a:lnTo>
                    <a:pt x="24" y="45"/>
                  </a:lnTo>
                  <a:lnTo>
                    <a:pt x="23" y="46"/>
                  </a:lnTo>
                  <a:lnTo>
                    <a:pt x="22" y="46"/>
                  </a:lnTo>
                  <a:lnTo>
                    <a:pt x="21" y="47"/>
                  </a:lnTo>
                  <a:lnTo>
                    <a:pt x="21" y="46"/>
                  </a:lnTo>
                  <a:lnTo>
                    <a:pt x="20" y="46"/>
                  </a:lnTo>
                  <a:lnTo>
                    <a:pt x="19" y="47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4"/>
                  </a:lnTo>
                  <a:lnTo>
                    <a:pt x="21" y="54"/>
                  </a:lnTo>
                  <a:lnTo>
                    <a:pt x="22" y="54"/>
                  </a:lnTo>
                  <a:lnTo>
                    <a:pt x="22" y="55"/>
                  </a:lnTo>
                  <a:lnTo>
                    <a:pt x="22" y="56"/>
                  </a:lnTo>
                  <a:lnTo>
                    <a:pt x="23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5" y="53"/>
                  </a:lnTo>
                  <a:lnTo>
                    <a:pt x="26" y="52"/>
                  </a:lnTo>
                  <a:lnTo>
                    <a:pt x="27" y="52"/>
                  </a:lnTo>
                  <a:lnTo>
                    <a:pt x="27" y="53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2" y="56"/>
                  </a:lnTo>
                  <a:lnTo>
                    <a:pt x="31" y="56"/>
                  </a:lnTo>
                  <a:lnTo>
                    <a:pt x="31" y="57"/>
                  </a:lnTo>
                  <a:lnTo>
                    <a:pt x="30" y="57"/>
                  </a:lnTo>
                  <a:lnTo>
                    <a:pt x="30" y="58"/>
                  </a:lnTo>
                  <a:lnTo>
                    <a:pt x="29" y="58"/>
                  </a:lnTo>
                  <a:lnTo>
                    <a:pt x="28" y="59"/>
                  </a:lnTo>
                  <a:lnTo>
                    <a:pt x="28" y="61"/>
                  </a:lnTo>
                  <a:lnTo>
                    <a:pt x="27" y="63"/>
                  </a:lnTo>
                  <a:lnTo>
                    <a:pt x="27" y="64"/>
                  </a:lnTo>
                  <a:lnTo>
                    <a:pt x="26" y="65"/>
                  </a:lnTo>
                  <a:lnTo>
                    <a:pt x="26" y="66"/>
                  </a:lnTo>
                  <a:lnTo>
                    <a:pt x="25" y="66"/>
                  </a:lnTo>
                  <a:lnTo>
                    <a:pt x="25" y="67"/>
                  </a:lnTo>
                  <a:lnTo>
                    <a:pt x="25" y="68"/>
                  </a:lnTo>
                  <a:lnTo>
                    <a:pt x="26" y="69"/>
                  </a:lnTo>
                  <a:lnTo>
                    <a:pt x="25" y="70"/>
                  </a:lnTo>
                  <a:lnTo>
                    <a:pt x="25" y="71"/>
                  </a:lnTo>
                  <a:lnTo>
                    <a:pt x="26" y="71"/>
                  </a:lnTo>
                  <a:lnTo>
                    <a:pt x="27" y="71"/>
                  </a:lnTo>
                  <a:lnTo>
                    <a:pt x="27" y="72"/>
                  </a:lnTo>
                  <a:lnTo>
                    <a:pt x="28" y="72"/>
                  </a:lnTo>
                  <a:lnTo>
                    <a:pt x="29" y="72"/>
                  </a:lnTo>
                  <a:lnTo>
                    <a:pt x="30" y="73"/>
                  </a:lnTo>
                  <a:lnTo>
                    <a:pt x="31" y="73"/>
                  </a:lnTo>
                  <a:lnTo>
                    <a:pt x="32" y="73"/>
                  </a:lnTo>
                  <a:lnTo>
                    <a:pt x="33" y="73"/>
                  </a:lnTo>
                  <a:lnTo>
                    <a:pt x="33" y="74"/>
                  </a:lnTo>
                  <a:lnTo>
                    <a:pt x="32" y="75"/>
                  </a:lnTo>
                  <a:lnTo>
                    <a:pt x="32" y="76"/>
                  </a:lnTo>
                  <a:lnTo>
                    <a:pt x="30" y="76"/>
                  </a:lnTo>
                  <a:lnTo>
                    <a:pt x="29" y="76"/>
                  </a:lnTo>
                  <a:lnTo>
                    <a:pt x="28" y="76"/>
                  </a:lnTo>
                  <a:lnTo>
                    <a:pt x="27" y="76"/>
                  </a:lnTo>
                  <a:lnTo>
                    <a:pt x="27" y="77"/>
                  </a:lnTo>
                  <a:lnTo>
                    <a:pt x="27" y="81"/>
                  </a:lnTo>
                  <a:lnTo>
                    <a:pt x="26" y="82"/>
                  </a:lnTo>
                  <a:lnTo>
                    <a:pt x="25" y="83"/>
                  </a:lnTo>
                  <a:lnTo>
                    <a:pt x="25" y="84"/>
                  </a:lnTo>
                  <a:lnTo>
                    <a:pt x="24" y="84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6" y="86"/>
                  </a:lnTo>
                  <a:lnTo>
                    <a:pt x="26" y="87"/>
                  </a:lnTo>
                  <a:lnTo>
                    <a:pt x="27" y="87"/>
                  </a:lnTo>
                  <a:lnTo>
                    <a:pt x="28" y="87"/>
                  </a:lnTo>
                  <a:lnTo>
                    <a:pt x="29" y="88"/>
                  </a:lnTo>
                  <a:lnTo>
                    <a:pt x="29" y="89"/>
                  </a:lnTo>
                  <a:lnTo>
                    <a:pt x="29" y="90"/>
                  </a:lnTo>
                  <a:lnTo>
                    <a:pt x="30" y="91"/>
                  </a:lnTo>
                  <a:lnTo>
                    <a:pt x="31" y="91"/>
                  </a:lnTo>
                  <a:lnTo>
                    <a:pt x="32" y="91"/>
                  </a:lnTo>
                  <a:lnTo>
                    <a:pt x="33" y="91"/>
                  </a:lnTo>
                  <a:lnTo>
                    <a:pt x="34" y="90"/>
                  </a:lnTo>
                  <a:lnTo>
                    <a:pt x="35" y="90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7" y="92"/>
                  </a:lnTo>
                  <a:lnTo>
                    <a:pt x="37" y="91"/>
                  </a:lnTo>
                  <a:lnTo>
                    <a:pt x="38" y="91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88"/>
                  </a:lnTo>
                  <a:lnTo>
                    <a:pt x="40" y="87"/>
                  </a:lnTo>
                  <a:lnTo>
                    <a:pt x="40" y="86"/>
                  </a:lnTo>
                  <a:lnTo>
                    <a:pt x="40" y="85"/>
                  </a:lnTo>
                  <a:lnTo>
                    <a:pt x="41" y="85"/>
                  </a:lnTo>
                  <a:lnTo>
                    <a:pt x="42" y="86"/>
                  </a:lnTo>
                  <a:lnTo>
                    <a:pt x="44" y="87"/>
                  </a:lnTo>
                  <a:lnTo>
                    <a:pt x="45" y="88"/>
                  </a:lnTo>
                  <a:lnTo>
                    <a:pt x="46" y="88"/>
                  </a:lnTo>
                  <a:lnTo>
                    <a:pt x="47" y="88"/>
                  </a:lnTo>
                  <a:lnTo>
                    <a:pt x="47" y="89"/>
                  </a:lnTo>
                  <a:lnTo>
                    <a:pt x="48" y="90"/>
                  </a:lnTo>
                  <a:lnTo>
                    <a:pt x="48" y="91"/>
                  </a:lnTo>
                  <a:lnTo>
                    <a:pt x="48" y="92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0" y="94"/>
                  </a:lnTo>
                  <a:lnTo>
                    <a:pt x="50" y="95"/>
                  </a:lnTo>
                  <a:lnTo>
                    <a:pt x="51" y="96"/>
                  </a:lnTo>
                  <a:lnTo>
                    <a:pt x="52" y="96"/>
                  </a:lnTo>
                  <a:lnTo>
                    <a:pt x="53" y="96"/>
                  </a:lnTo>
                  <a:lnTo>
                    <a:pt x="54" y="96"/>
                  </a:lnTo>
                  <a:lnTo>
                    <a:pt x="56" y="96"/>
                  </a:lnTo>
                  <a:lnTo>
                    <a:pt x="58" y="97"/>
                  </a:lnTo>
                  <a:lnTo>
                    <a:pt x="58" y="99"/>
                  </a:lnTo>
                  <a:lnTo>
                    <a:pt x="59" y="100"/>
                  </a:lnTo>
                  <a:lnTo>
                    <a:pt x="59" y="102"/>
                  </a:lnTo>
                  <a:lnTo>
                    <a:pt x="58" y="103"/>
                  </a:lnTo>
                  <a:lnTo>
                    <a:pt x="57" y="105"/>
                  </a:lnTo>
                  <a:lnTo>
                    <a:pt x="58" y="109"/>
                  </a:lnTo>
                  <a:lnTo>
                    <a:pt x="58" y="110"/>
                  </a:lnTo>
                  <a:lnTo>
                    <a:pt x="59" y="111"/>
                  </a:lnTo>
                  <a:lnTo>
                    <a:pt x="61" y="111"/>
                  </a:lnTo>
                  <a:lnTo>
                    <a:pt x="62" y="111"/>
                  </a:lnTo>
                  <a:lnTo>
                    <a:pt x="63" y="111"/>
                  </a:lnTo>
                  <a:lnTo>
                    <a:pt x="65" y="109"/>
                  </a:lnTo>
                  <a:lnTo>
                    <a:pt x="66" y="108"/>
                  </a:lnTo>
                  <a:lnTo>
                    <a:pt x="68" y="108"/>
                  </a:lnTo>
                  <a:lnTo>
                    <a:pt x="70" y="107"/>
                  </a:lnTo>
                  <a:lnTo>
                    <a:pt x="71" y="106"/>
                  </a:lnTo>
                  <a:lnTo>
                    <a:pt x="72" y="107"/>
                  </a:lnTo>
                  <a:lnTo>
                    <a:pt x="73" y="107"/>
                  </a:lnTo>
                  <a:lnTo>
                    <a:pt x="73" y="108"/>
                  </a:lnTo>
                  <a:lnTo>
                    <a:pt x="72" y="109"/>
                  </a:lnTo>
                  <a:lnTo>
                    <a:pt x="71" y="109"/>
                  </a:lnTo>
                  <a:lnTo>
                    <a:pt x="72" y="110"/>
                  </a:lnTo>
                  <a:lnTo>
                    <a:pt x="72" y="111"/>
                  </a:lnTo>
                  <a:lnTo>
                    <a:pt x="73" y="112"/>
                  </a:lnTo>
                  <a:lnTo>
                    <a:pt x="75" y="114"/>
                  </a:lnTo>
                  <a:lnTo>
                    <a:pt x="78" y="115"/>
                  </a:lnTo>
                  <a:lnTo>
                    <a:pt x="78" y="116"/>
                  </a:lnTo>
                  <a:lnTo>
                    <a:pt x="79" y="116"/>
                  </a:lnTo>
                  <a:lnTo>
                    <a:pt x="79" y="118"/>
                  </a:lnTo>
                  <a:lnTo>
                    <a:pt x="81" y="118"/>
                  </a:lnTo>
                  <a:lnTo>
                    <a:pt x="82" y="118"/>
                  </a:lnTo>
                  <a:lnTo>
                    <a:pt x="84" y="118"/>
                  </a:lnTo>
                  <a:lnTo>
                    <a:pt x="86" y="118"/>
                  </a:lnTo>
                  <a:lnTo>
                    <a:pt x="87" y="118"/>
                  </a:lnTo>
                  <a:lnTo>
                    <a:pt x="90" y="118"/>
                  </a:lnTo>
                  <a:lnTo>
                    <a:pt x="96" y="119"/>
                  </a:lnTo>
                  <a:lnTo>
                    <a:pt x="100" y="118"/>
                  </a:lnTo>
                  <a:lnTo>
                    <a:pt x="101" y="119"/>
                  </a:lnTo>
                  <a:lnTo>
                    <a:pt x="102" y="118"/>
                  </a:lnTo>
                  <a:lnTo>
                    <a:pt x="104" y="117"/>
                  </a:lnTo>
                  <a:lnTo>
                    <a:pt x="105" y="116"/>
                  </a:lnTo>
                  <a:lnTo>
                    <a:pt x="104" y="116"/>
                  </a:lnTo>
                  <a:lnTo>
                    <a:pt x="105" y="116"/>
                  </a:lnTo>
                  <a:lnTo>
                    <a:pt x="106" y="115"/>
                  </a:lnTo>
                  <a:lnTo>
                    <a:pt x="106" y="114"/>
                  </a:lnTo>
                  <a:lnTo>
                    <a:pt x="105" y="114"/>
                  </a:lnTo>
                  <a:lnTo>
                    <a:pt x="105" y="113"/>
                  </a:lnTo>
                  <a:lnTo>
                    <a:pt x="104" y="110"/>
                  </a:lnTo>
                  <a:lnTo>
                    <a:pt x="104" y="109"/>
                  </a:lnTo>
                  <a:lnTo>
                    <a:pt x="103" y="109"/>
                  </a:lnTo>
                  <a:lnTo>
                    <a:pt x="103" y="108"/>
                  </a:lnTo>
                  <a:lnTo>
                    <a:pt x="103" y="107"/>
                  </a:lnTo>
                  <a:lnTo>
                    <a:pt x="102" y="106"/>
                  </a:lnTo>
                  <a:lnTo>
                    <a:pt x="101" y="106"/>
                  </a:lnTo>
                  <a:lnTo>
                    <a:pt x="100" y="105"/>
                  </a:lnTo>
                  <a:lnTo>
                    <a:pt x="99" y="104"/>
                  </a:lnTo>
                  <a:lnTo>
                    <a:pt x="98" y="104"/>
                  </a:lnTo>
                  <a:lnTo>
                    <a:pt x="97" y="102"/>
                  </a:lnTo>
                  <a:lnTo>
                    <a:pt x="96" y="102"/>
                  </a:lnTo>
                  <a:lnTo>
                    <a:pt x="96" y="99"/>
                  </a:lnTo>
                  <a:lnTo>
                    <a:pt x="96" y="98"/>
                  </a:lnTo>
                  <a:lnTo>
                    <a:pt x="95" y="98"/>
                  </a:lnTo>
                  <a:lnTo>
                    <a:pt x="95" y="97"/>
                  </a:lnTo>
                  <a:lnTo>
                    <a:pt x="95" y="96"/>
                  </a:lnTo>
                  <a:lnTo>
                    <a:pt x="95" y="93"/>
                  </a:lnTo>
                  <a:lnTo>
                    <a:pt x="95" y="94"/>
                  </a:lnTo>
                  <a:lnTo>
                    <a:pt x="94" y="94"/>
                  </a:lnTo>
                  <a:lnTo>
                    <a:pt x="93" y="94"/>
                  </a:lnTo>
                  <a:lnTo>
                    <a:pt x="92" y="94"/>
                  </a:lnTo>
                  <a:lnTo>
                    <a:pt x="90" y="95"/>
                  </a:lnTo>
                  <a:lnTo>
                    <a:pt x="88" y="95"/>
                  </a:lnTo>
                  <a:lnTo>
                    <a:pt x="88" y="96"/>
                  </a:lnTo>
                  <a:lnTo>
                    <a:pt x="88" y="95"/>
                  </a:lnTo>
                  <a:lnTo>
                    <a:pt x="86" y="95"/>
                  </a:lnTo>
                  <a:lnTo>
                    <a:pt x="85" y="94"/>
                  </a:lnTo>
                  <a:lnTo>
                    <a:pt x="84" y="93"/>
                  </a:lnTo>
                  <a:lnTo>
                    <a:pt x="82" y="92"/>
                  </a:lnTo>
                  <a:lnTo>
                    <a:pt x="82" y="91"/>
                  </a:lnTo>
                  <a:lnTo>
                    <a:pt x="81" y="91"/>
                  </a:lnTo>
                  <a:lnTo>
                    <a:pt x="81" y="90"/>
                  </a:lnTo>
                  <a:lnTo>
                    <a:pt x="79" y="88"/>
                  </a:lnTo>
                  <a:lnTo>
                    <a:pt x="79" y="87"/>
                  </a:lnTo>
                  <a:lnTo>
                    <a:pt x="78" y="87"/>
                  </a:lnTo>
                  <a:lnTo>
                    <a:pt x="77" y="87"/>
                  </a:lnTo>
                  <a:lnTo>
                    <a:pt x="76" y="87"/>
                  </a:lnTo>
                  <a:lnTo>
                    <a:pt x="75" y="86"/>
                  </a:lnTo>
                  <a:lnTo>
                    <a:pt x="74" y="85"/>
                  </a:lnTo>
                  <a:lnTo>
                    <a:pt x="74" y="84"/>
                  </a:lnTo>
                  <a:lnTo>
                    <a:pt x="73" y="84"/>
                  </a:lnTo>
                  <a:lnTo>
                    <a:pt x="72" y="83"/>
                  </a:lnTo>
                  <a:lnTo>
                    <a:pt x="71" y="83"/>
                  </a:lnTo>
                  <a:lnTo>
                    <a:pt x="70" y="83"/>
                  </a:lnTo>
                  <a:lnTo>
                    <a:pt x="69" y="83"/>
                  </a:lnTo>
                  <a:lnTo>
                    <a:pt x="68" y="83"/>
                  </a:lnTo>
                  <a:lnTo>
                    <a:pt x="67" y="83"/>
                  </a:lnTo>
                  <a:lnTo>
                    <a:pt x="64" y="83"/>
                  </a:lnTo>
                  <a:lnTo>
                    <a:pt x="62" y="82"/>
                  </a:lnTo>
                  <a:lnTo>
                    <a:pt x="59" y="81"/>
                  </a:lnTo>
                  <a:lnTo>
                    <a:pt x="57" y="80"/>
                  </a:lnTo>
                  <a:lnTo>
                    <a:pt x="56" y="79"/>
                  </a:lnTo>
                  <a:lnTo>
                    <a:pt x="55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3" y="76"/>
                  </a:lnTo>
                  <a:lnTo>
                    <a:pt x="54" y="76"/>
                  </a:lnTo>
                  <a:lnTo>
                    <a:pt x="54" y="75"/>
                  </a:lnTo>
                  <a:lnTo>
                    <a:pt x="53" y="74"/>
                  </a:lnTo>
                  <a:lnTo>
                    <a:pt x="52" y="73"/>
                  </a:lnTo>
                  <a:lnTo>
                    <a:pt x="51" y="72"/>
                  </a:lnTo>
                  <a:lnTo>
                    <a:pt x="50" y="72"/>
                  </a:lnTo>
                  <a:lnTo>
                    <a:pt x="49" y="70"/>
                  </a:lnTo>
                  <a:lnTo>
                    <a:pt x="47" y="69"/>
                  </a:lnTo>
                  <a:lnTo>
                    <a:pt x="46" y="67"/>
                  </a:lnTo>
                  <a:lnTo>
                    <a:pt x="47" y="66"/>
                  </a:lnTo>
                  <a:lnTo>
                    <a:pt x="47" y="64"/>
                  </a:lnTo>
                  <a:lnTo>
                    <a:pt x="46" y="62"/>
                  </a:lnTo>
                  <a:lnTo>
                    <a:pt x="46" y="61"/>
                  </a:lnTo>
                  <a:lnTo>
                    <a:pt x="45" y="60"/>
                  </a:lnTo>
                  <a:lnTo>
                    <a:pt x="45" y="59"/>
                  </a:lnTo>
                  <a:lnTo>
                    <a:pt x="44" y="57"/>
                  </a:lnTo>
                  <a:lnTo>
                    <a:pt x="43" y="56"/>
                  </a:lnTo>
                  <a:lnTo>
                    <a:pt x="42" y="55"/>
                  </a:lnTo>
                  <a:lnTo>
                    <a:pt x="37" y="46"/>
                  </a:lnTo>
                  <a:lnTo>
                    <a:pt x="36" y="46"/>
                  </a:lnTo>
                  <a:lnTo>
                    <a:pt x="36" y="45"/>
                  </a:lnTo>
                  <a:lnTo>
                    <a:pt x="32" y="41"/>
                  </a:lnTo>
                  <a:lnTo>
                    <a:pt x="32" y="40"/>
                  </a:lnTo>
                  <a:lnTo>
                    <a:pt x="31" y="40"/>
                  </a:lnTo>
                  <a:lnTo>
                    <a:pt x="31" y="39"/>
                  </a:lnTo>
                  <a:lnTo>
                    <a:pt x="30" y="38"/>
                  </a:lnTo>
                  <a:lnTo>
                    <a:pt x="28" y="31"/>
                  </a:lnTo>
                  <a:lnTo>
                    <a:pt x="27" y="26"/>
                  </a:lnTo>
                  <a:lnTo>
                    <a:pt x="28" y="25"/>
                  </a:lnTo>
                  <a:lnTo>
                    <a:pt x="28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9"/>
                  </a:lnTo>
                  <a:lnTo>
                    <a:pt x="27" y="18"/>
                  </a:lnTo>
                  <a:lnTo>
                    <a:pt x="25" y="17"/>
                  </a:lnTo>
                  <a:lnTo>
                    <a:pt x="24" y="16"/>
                  </a:lnTo>
                  <a:lnTo>
                    <a:pt x="22" y="13"/>
                  </a:lnTo>
                  <a:lnTo>
                    <a:pt x="18" y="5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2" y="7"/>
                  </a:lnTo>
                  <a:lnTo>
                    <a:pt x="3" y="9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7390368" y="4194136"/>
              <a:ext cx="665191" cy="605381"/>
            </a:xfrm>
            <a:custGeom>
              <a:avLst/>
              <a:gdLst>
                <a:gd name="T0" fmla="*/ 0 w 59"/>
                <a:gd name="T1" fmla="*/ 2147483647 h 55"/>
                <a:gd name="T2" fmla="*/ 2147483647 w 59"/>
                <a:gd name="T3" fmla="*/ 2147483647 h 55"/>
                <a:gd name="T4" fmla="*/ 2147483647 w 59"/>
                <a:gd name="T5" fmla="*/ 2147483647 h 55"/>
                <a:gd name="T6" fmla="*/ 2147483647 w 59"/>
                <a:gd name="T7" fmla="*/ 2147483647 h 55"/>
                <a:gd name="T8" fmla="*/ 2147483647 w 59"/>
                <a:gd name="T9" fmla="*/ 2147483647 h 55"/>
                <a:gd name="T10" fmla="*/ 2147483647 w 59"/>
                <a:gd name="T11" fmla="*/ 2147483647 h 55"/>
                <a:gd name="T12" fmla="*/ 2147483647 w 59"/>
                <a:gd name="T13" fmla="*/ 2147483647 h 55"/>
                <a:gd name="T14" fmla="*/ 2147483647 w 59"/>
                <a:gd name="T15" fmla="*/ 2147483647 h 55"/>
                <a:gd name="T16" fmla="*/ 2147483647 w 59"/>
                <a:gd name="T17" fmla="*/ 2147483647 h 55"/>
                <a:gd name="T18" fmla="*/ 2147483647 w 59"/>
                <a:gd name="T19" fmla="*/ 2147483647 h 55"/>
                <a:gd name="T20" fmla="*/ 2147483647 w 59"/>
                <a:gd name="T21" fmla="*/ 2147483647 h 55"/>
                <a:gd name="T22" fmla="*/ 2147483647 w 59"/>
                <a:gd name="T23" fmla="*/ 2147483647 h 55"/>
                <a:gd name="T24" fmla="*/ 2147483647 w 59"/>
                <a:gd name="T25" fmla="*/ 2147483647 h 55"/>
                <a:gd name="T26" fmla="*/ 2147483647 w 59"/>
                <a:gd name="T27" fmla="*/ 2147483647 h 55"/>
                <a:gd name="T28" fmla="*/ 2147483647 w 59"/>
                <a:gd name="T29" fmla="*/ 2147483647 h 55"/>
                <a:gd name="T30" fmla="*/ 2147483647 w 59"/>
                <a:gd name="T31" fmla="*/ 2147483647 h 55"/>
                <a:gd name="T32" fmla="*/ 2147483647 w 59"/>
                <a:gd name="T33" fmla="*/ 2147483647 h 55"/>
                <a:gd name="T34" fmla="*/ 2147483647 w 59"/>
                <a:gd name="T35" fmla="*/ 2147483647 h 55"/>
                <a:gd name="T36" fmla="*/ 2147483647 w 59"/>
                <a:gd name="T37" fmla="*/ 2147483647 h 55"/>
                <a:gd name="T38" fmla="*/ 2147483647 w 59"/>
                <a:gd name="T39" fmla="*/ 2147483647 h 55"/>
                <a:gd name="T40" fmla="*/ 2147483647 w 59"/>
                <a:gd name="T41" fmla="*/ 2147483647 h 55"/>
                <a:gd name="T42" fmla="*/ 2147483647 w 59"/>
                <a:gd name="T43" fmla="*/ 2147483647 h 55"/>
                <a:gd name="T44" fmla="*/ 2147483647 w 59"/>
                <a:gd name="T45" fmla="*/ 2147483647 h 55"/>
                <a:gd name="T46" fmla="*/ 2147483647 w 59"/>
                <a:gd name="T47" fmla="*/ 2147483647 h 55"/>
                <a:gd name="T48" fmla="*/ 2147483647 w 59"/>
                <a:gd name="T49" fmla="*/ 0 h 55"/>
                <a:gd name="T50" fmla="*/ 2147483647 w 59"/>
                <a:gd name="T51" fmla="*/ 0 h 55"/>
                <a:gd name="T52" fmla="*/ 2147483647 w 59"/>
                <a:gd name="T53" fmla="*/ 2147483647 h 55"/>
                <a:gd name="T54" fmla="*/ 2147483647 w 59"/>
                <a:gd name="T55" fmla="*/ 2147483647 h 55"/>
                <a:gd name="T56" fmla="*/ 2147483647 w 59"/>
                <a:gd name="T57" fmla="*/ 2147483647 h 55"/>
                <a:gd name="T58" fmla="*/ 2147483647 w 59"/>
                <a:gd name="T59" fmla="*/ 2147483647 h 55"/>
                <a:gd name="T60" fmla="*/ 2147483647 w 59"/>
                <a:gd name="T61" fmla="*/ 2147483647 h 55"/>
                <a:gd name="T62" fmla="*/ 2147483647 w 59"/>
                <a:gd name="T63" fmla="*/ 2147483647 h 55"/>
                <a:gd name="T64" fmla="*/ 2147483647 w 59"/>
                <a:gd name="T65" fmla="*/ 2147483647 h 55"/>
                <a:gd name="T66" fmla="*/ 2147483647 w 59"/>
                <a:gd name="T67" fmla="*/ 2147483647 h 55"/>
                <a:gd name="T68" fmla="*/ 2147483647 w 59"/>
                <a:gd name="T69" fmla="*/ 2147483647 h 55"/>
                <a:gd name="T70" fmla="*/ 0 w 59"/>
                <a:gd name="T71" fmla="*/ 2147483647 h 5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9" h="55">
                  <a:moveTo>
                    <a:pt x="0" y="18"/>
                  </a:moveTo>
                  <a:lnTo>
                    <a:pt x="0" y="17"/>
                  </a:lnTo>
                  <a:lnTo>
                    <a:pt x="1" y="17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9" y="11"/>
                  </a:lnTo>
                  <a:lnTo>
                    <a:pt x="11" y="10"/>
                  </a:lnTo>
                  <a:lnTo>
                    <a:pt x="12" y="10"/>
                  </a:lnTo>
                  <a:lnTo>
                    <a:pt x="14" y="10"/>
                  </a:lnTo>
                  <a:lnTo>
                    <a:pt x="15" y="9"/>
                  </a:lnTo>
                  <a:lnTo>
                    <a:pt x="17" y="9"/>
                  </a:lnTo>
                  <a:lnTo>
                    <a:pt x="19" y="9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3" y="8"/>
                  </a:lnTo>
                  <a:lnTo>
                    <a:pt x="26" y="7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0" y="6"/>
                  </a:lnTo>
                  <a:lnTo>
                    <a:pt x="31" y="6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3"/>
                  </a:lnTo>
                  <a:lnTo>
                    <a:pt x="36" y="3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8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5" y="1"/>
                  </a:lnTo>
                  <a:lnTo>
                    <a:pt x="58" y="2"/>
                  </a:lnTo>
                  <a:lnTo>
                    <a:pt x="59" y="2"/>
                  </a:lnTo>
                  <a:lnTo>
                    <a:pt x="59" y="10"/>
                  </a:lnTo>
                  <a:lnTo>
                    <a:pt x="58" y="17"/>
                  </a:lnTo>
                  <a:lnTo>
                    <a:pt x="52" y="25"/>
                  </a:lnTo>
                  <a:lnTo>
                    <a:pt x="28" y="55"/>
                  </a:lnTo>
                  <a:lnTo>
                    <a:pt x="11" y="32"/>
                  </a:lnTo>
                  <a:lnTo>
                    <a:pt x="8" y="28"/>
                  </a:lnTo>
                  <a:lnTo>
                    <a:pt x="7" y="29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1" y="28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3478142" y="2983374"/>
              <a:ext cx="1071070" cy="1155728"/>
            </a:xfrm>
            <a:custGeom>
              <a:avLst/>
              <a:gdLst>
                <a:gd name="T0" fmla="*/ 2147483647 w 95"/>
                <a:gd name="T1" fmla="*/ 2147483647 h 105"/>
                <a:gd name="T2" fmla="*/ 2147483647 w 95"/>
                <a:gd name="T3" fmla="*/ 2147483647 h 105"/>
                <a:gd name="T4" fmla="*/ 2147483647 w 95"/>
                <a:gd name="T5" fmla="*/ 2147483647 h 105"/>
                <a:gd name="T6" fmla="*/ 2147483647 w 95"/>
                <a:gd name="T7" fmla="*/ 2147483647 h 105"/>
                <a:gd name="T8" fmla="*/ 2147483647 w 95"/>
                <a:gd name="T9" fmla="*/ 2147483647 h 105"/>
                <a:gd name="T10" fmla="*/ 2147483647 w 95"/>
                <a:gd name="T11" fmla="*/ 2147483647 h 105"/>
                <a:gd name="T12" fmla="*/ 2147483647 w 95"/>
                <a:gd name="T13" fmla="*/ 2147483647 h 105"/>
                <a:gd name="T14" fmla="*/ 2147483647 w 95"/>
                <a:gd name="T15" fmla="*/ 2147483647 h 105"/>
                <a:gd name="T16" fmla="*/ 2147483647 w 95"/>
                <a:gd name="T17" fmla="*/ 2147483647 h 105"/>
                <a:gd name="T18" fmla="*/ 2147483647 w 95"/>
                <a:gd name="T19" fmla="*/ 2147483647 h 105"/>
                <a:gd name="T20" fmla="*/ 2147483647 w 95"/>
                <a:gd name="T21" fmla="*/ 2147483647 h 105"/>
                <a:gd name="T22" fmla="*/ 2147483647 w 95"/>
                <a:gd name="T23" fmla="*/ 2147483647 h 105"/>
                <a:gd name="T24" fmla="*/ 2147483647 w 95"/>
                <a:gd name="T25" fmla="*/ 2147483647 h 105"/>
                <a:gd name="T26" fmla="*/ 2147483647 w 95"/>
                <a:gd name="T27" fmla="*/ 2147483647 h 105"/>
                <a:gd name="T28" fmla="*/ 2147483647 w 95"/>
                <a:gd name="T29" fmla="*/ 2147483647 h 105"/>
                <a:gd name="T30" fmla="*/ 2147483647 w 95"/>
                <a:gd name="T31" fmla="*/ 2147483647 h 105"/>
                <a:gd name="T32" fmla="*/ 2147483647 w 95"/>
                <a:gd name="T33" fmla="*/ 2147483647 h 105"/>
                <a:gd name="T34" fmla="*/ 2147483647 w 95"/>
                <a:gd name="T35" fmla="*/ 2147483647 h 105"/>
                <a:gd name="T36" fmla="*/ 2147483647 w 95"/>
                <a:gd name="T37" fmla="*/ 2147483647 h 105"/>
                <a:gd name="T38" fmla="*/ 2147483647 w 95"/>
                <a:gd name="T39" fmla="*/ 2147483647 h 105"/>
                <a:gd name="T40" fmla="*/ 2147483647 w 95"/>
                <a:gd name="T41" fmla="*/ 2147483647 h 105"/>
                <a:gd name="T42" fmla="*/ 2147483647 w 95"/>
                <a:gd name="T43" fmla="*/ 2147483647 h 105"/>
                <a:gd name="T44" fmla="*/ 2147483647 w 95"/>
                <a:gd name="T45" fmla="*/ 2147483647 h 105"/>
                <a:gd name="T46" fmla="*/ 2147483647 w 95"/>
                <a:gd name="T47" fmla="*/ 2147483647 h 105"/>
                <a:gd name="T48" fmla="*/ 2147483647 w 95"/>
                <a:gd name="T49" fmla="*/ 2147483647 h 105"/>
                <a:gd name="T50" fmla="*/ 2147483647 w 95"/>
                <a:gd name="T51" fmla="*/ 2147483647 h 105"/>
                <a:gd name="T52" fmla="*/ 2147483647 w 95"/>
                <a:gd name="T53" fmla="*/ 2147483647 h 105"/>
                <a:gd name="T54" fmla="*/ 2147483647 w 95"/>
                <a:gd name="T55" fmla="*/ 2147483647 h 105"/>
                <a:gd name="T56" fmla="*/ 2147483647 w 95"/>
                <a:gd name="T57" fmla="*/ 2147483647 h 105"/>
                <a:gd name="T58" fmla="*/ 2147483647 w 95"/>
                <a:gd name="T59" fmla="*/ 2147483647 h 105"/>
                <a:gd name="T60" fmla="*/ 2147483647 w 95"/>
                <a:gd name="T61" fmla="*/ 2147483647 h 105"/>
                <a:gd name="T62" fmla="*/ 2147483647 w 95"/>
                <a:gd name="T63" fmla="*/ 2147483647 h 105"/>
                <a:gd name="T64" fmla="*/ 2147483647 w 95"/>
                <a:gd name="T65" fmla="*/ 2147483647 h 105"/>
                <a:gd name="T66" fmla="*/ 2147483647 w 95"/>
                <a:gd name="T67" fmla="*/ 2147483647 h 105"/>
                <a:gd name="T68" fmla="*/ 2147483647 w 95"/>
                <a:gd name="T69" fmla="*/ 2147483647 h 105"/>
                <a:gd name="T70" fmla="*/ 2147483647 w 95"/>
                <a:gd name="T71" fmla="*/ 2147483647 h 105"/>
                <a:gd name="T72" fmla="*/ 2147483647 w 95"/>
                <a:gd name="T73" fmla="*/ 2147483647 h 105"/>
                <a:gd name="T74" fmla="*/ 2147483647 w 95"/>
                <a:gd name="T75" fmla="*/ 2147483647 h 105"/>
                <a:gd name="T76" fmla="*/ 2147483647 w 95"/>
                <a:gd name="T77" fmla="*/ 2147483647 h 105"/>
                <a:gd name="T78" fmla="*/ 2147483647 w 95"/>
                <a:gd name="T79" fmla="*/ 2147483647 h 105"/>
                <a:gd name="T80" fmla="*/ 2147483647 w 95"/>
                <a:gd name="T81" fmla="*/ 2147483647 h 105"/>
                <a:gd name="T82" fmla="*/ 2147483647 w 95"/>
                <a:gd name="T83" fmla="*/ 2147483647 h 105"/>
                <a:gd name="T84" fmla="*/ 2147483647 w 95"/>
                <a:gd name="T85" fmla="*/ 2147483647 h 105"/>
                <a:gd name="T86" fmla="*/ 2147483647 w 95"/>
                <a:gd name="T87" fmla="*/ 2147483647 h 105"/>
                <a:gd name="T88" fmla="*/ 2147483647 w 95"/>
                <a:gd name="T89" fmla="*/ 2147483647 h 105"/>
                <a:gd name="T90" fmla="*/ 2147483647 w 95"/>
                <a:gd name="T91" fmla="*/ 2147483647 h 105"/>
                <a:gd name="T92" fmla="*/ 2147483647 w 95"/>
                <a:gd name="T93" fmla="*/ 0 h 105"/>
                <a:gd name="T94" fmla="*/ 2147483647 w 95"/>
                <a:gd name="T95" fmla="*/ 2147483647 h 105"/>
                <a:gd name="T96" fmla="*/ 2147483647 w 95"/>
                <a:gd name="T97" fmla="*/ 2147483647 h 105"/>
                <a:gd name="T98" fmla="*/ 2147483647 w 95"/>
                <a:gd name="T99" fmla="*/ 2147483647 h 105"/>
                <a:gd name="T100" fmla="*/ 2147483647 w 95"/>
                <a:gd name="T101" fmla="*/ 2147483647 h 105"/>
                <a:gd name="T102" fmla="*/ 2147483647 w 95"/>
                <a:gd name="T103" fmla="*/ 2147483647 h 105"/>
                <a:gd name="T104" fmla="*/ 2147483647 w 95"/>
                <a:gd name="T105" fmla="*/ 2147483647 h 105"/>
                <a:gd name="T106" fmla="*/ 2147483647 w 95"/>
                <a:gd name="T107" fmla="*/ 2147483647 h 105"/>
                <a:gd name="T108" fmla="*/ 0 w 95"/>
                <a:gd name="T109" fmla="*/ 2147483647 h 10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5" h="105">
                  <a:moveTo>
                    <a:pt x="0" y="34"/>
                  </a:move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2"/>
                  </a:lnTo>
                  <a:lnTo>
                    <a:pt x="3" y="44"/>
                  </a:lnTo>
                  <a:lnTo>
                    <a:pt x="4" y="44"/>
                  </a:lnTo>
                  <a:lnTo>
                    <a:pt x="5" y="45"/>
                  </a:lnTo>
                  <a:lnTo>
                    <a:pt x="6" y="46"/>
                  </a:lnTo>
                  <a:lnTo>
                    <a:pt x="7" y="48"/>
                  </a:lnTo>
                  <a:lnTo>
                    <a:pt x="8" y="49"/>
                  </a:lnTo>
                  <a:lnTo>
                    <a:pt x="8" y="51"/>
                  </a:lnTo>
                  <a:lnTo>
                    <a:pt x="9" y="52"/>
                  </a:lnTo>
                  <a:lnTo>
                    <a:pt x="9" y="53"/>
                  </a:lnTo>
                  <a:lnTo>
                    <a:pt x="10" y="55"/>
                  </a:lnTo>
                  <a:lnTo>
                    <a:pt x="11" y="56"/>
                  </a:lnTo>
                  <a:lnTo>
                    <a:pt x="12" y="56"/>
                  </a:lnTo>
                  <a:lnTo>
                    <a:pt x="13" y="56"/>
                  </a:lnTo>
                  <a:lnTo>
                    <a:pt x="14" y="55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7" y="55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0" y="58"/>
                  </a:lnTo>
                  <a:lnTo>
                    <a:pt x="22" y="62"/>
                  </a:lnTo>
                  <a:lnTo>
                    <a:pt x="22" y="63"/>
                  </a:lnTo>
                  <a:lnTo>
                    <a:pt x="22" y="65"/>
                  </a:lnTo>
                  <a:lnTo>
                    <a:pt x="22" y="66"/>
                  </a:lnTo>
                  <a:lnTo>
                    <a:pt x="23" y="69"/>
                  </a:lnTo>
                  <a:lnTo>
                    <a:pt x="23" y="70"/>
                  </a:lnTo>
                  <a:lnTo>
                    <a:pt x="25" y="72"/>
                  </a:lnTo>
                  <a:lnTo>
                    <a:pt x="25" y="75"/>
                  </a:lnTo>
                  <a:lnTo>
                    <a:pt x="25" y="76"/>
                  </a:lnTo>
                  <a:lnTo>
                    <a:pt x="26" y="77"/>
                  </a:lnTo>
                  <a:lnTo>
                    <a:pt x="27" y="78"/>
                  </a:lnTo>
                  <a:lnTo>
                    <a:pt x="27" y="80"/>
                  </a:lnTo>
                  <a:lnTo>
                    <a:pt x="28" y="81"/>
                  </a:lnTo>
                  <a:lnTo>
                    <a:pt x="29" y="82"/>
                  </a:lnTo>
                  <a:lnTo>
                    <a:pt x="28" y="82"/>
                  </a:lnTo>
                  <a:lnTo>
                    <a:pt x="29" y="82"/>
                  </a:lnTo>
                  <a:lnTo>
                    <a:pt x="30" y="82"/>
                  </a:lnTo>
                  <a:lnTo>
                    <a:pt x="32" y="83"/>
                  </a:lnTo>
                  <a:lnTo>
                    <a:pt x="32" y="84"/>
                  </a:lnTo>
                  <a:lnTo>
                    <a:pt x="32" y="85"/>
                  </a:lnTo>
                  <a:lnTo>
                    <a:pt x="32" y="88"/>
                  </a:lnTo>
                  <a:lnTo>
                    <a:pt x="39" y="89"/>
                  </a:lnTo>
                  <a:lnTo>
                    <a:pt x="39" y="90"/>
                  </a:lnTo>
                  <a:lnTo>
                    <a:pt x="41" y="94"/>
                  </a:lnTo>
                  <a:lnTo>
                    <a:pt x="40" y="95"/>
                  </a:lnTo>
                  <a:lnTo>
                    <a:pt x="39" y="96"/>
                  </a:lnTo>
                  <a:lnTo>
                    <a:pt x="40" y="97"/>
                  </a:lnTo>
                  <a:lnTo>
                    <a:pt x="41" y="97"/>
                  </a:lnTo>
                  <a:lnTo>
                    <a:pt x="42" y="97"/>
                  </a:lnTo>
                  <a:lnTo>
                    <a:pt x="43" y="96"/>
                  </a:lnTo>
                  <a:lnTo>
                    <a:pt x="44" y="95"/>
                  </a:lnTo>
                  <a:lnTo>
                    <a:pt x="46" y="95"/>
                  </a:lnTo>
                  <a:lnTo>
                    <a:pt x="47" y="95"/>
                  </a:lnTo>
                  <a:lnTo>
                    <a:pt x="48" y="96"/>
                  </a:lnTo>
                  <a:lnTo>
                    <a:pt x="49" y="99"/>
                  </a:lnTo>
                  <a:lnTo>
                    <a:pt x="49" y="100"/>
                  </a:lnTo>
                  <a:lnTo>
                    <a:pt x="50" y="100"/>
                  </a:lnTo>
                  <a:lnTo>
                    <a:pt x="52" y="101"/>
                  </a:lnTo>
                  <a:lnTo>
                    <a:pt x="53" y="100"/>
                  </a:lnTo>
                  <a:lnTo>
                    <a:pt x="54" y="100"/>
                  </a:lnTo>
                  <a:lnTo>
                    <a:pt x="55" y="105"/>
                  </a:lnTo>
                  <a:lnTo>
                    <a:pt x="58" y="101"/>
                  </a:lnTo>
                  <a:lnTo>
                    <a:pt x="57" y="99"/>
                  </a:lnTo>
                  <a:lnTo>
                    <a:pt x="57" y="97"/>
                  </a:lnTo>
                  <a:lnTo>
                    <a:pt x="58" y="85"/>
                  </a:lnTo>
                  <a:lnTo>
                    <a:pt x="59" y="84"/>
                  </a:lnTo>
                  <a:lnTo>
                    <a:pt x="59" y="83"/>
                  </a:lnTo>
                  <a:lnTo>
                    <a:pt x="59" y="80"/>
                  </a:lnTo>
                  <a:lnTo>
                    <a:pt x="60" y="77"/>
                  </a:lnTo>
                  <a:lnTo>
                    <a:pt x="62" y="76"/>
                  </a:lnTo>
                  <a:lnTo>
                    <a:pt x="62" y="75"/>
                  </a:lnTo>
                  <a:lnTo>
                    <a:pt x="63" y="74"/>
                  </a:lnTo>
                  <a:lnTo>
                    <a:pt x="65" y="74"/>
                  </a:lnTo>
                  <a:lnTo>
                    <a:pt x="65" y="72"/>
                  </a:lnTo>
                  <a:lnTo>
                    <a:pt x="65" y="71"/>
                  </a:lnTo>
                  <a:lnTo>
                    <a:pt x="65" y="69"/>
                  </a:lnTo>
                  <a:lnTo>
                    <a:pt x="66" y="66"/>
                  </a:lnTo>
                  <a:lnTo>
                    <a:pt x="66" y="65"/>
                  </a:lnTo>
                  <a:lnTo>
                    <a:pt x="69" y="64"/>
                  </a:lnTo>
                  <a:lnTo>
                    <a:pt x="71" y="62"/>
                  </a:lnTo>
                  <a:lnTo>
                    <a:pt x="71" y="61"/>
                  </a:lnTo>
                  <a:lnTo>
                    <a:pt x="73" y="59"/>
                  </a:lnTo>
                  <a:lnTo>
                    <a:pt x="74" y="59"/>
                  </a:lnTo>
                  <a:lnTo>
                    <a:pt x="74" y="57"/>
                  </a:lnTo>
                  <a:lnTo>
                    <a:pt x="77" y="56"/>
                  </a:lnTo>
                  <a:lnTo>
                    <a:pt x="79" y="57"/>
                  </a:lnTo>
                  <a:lnTo>
                    <a:pt x="81" y="57"/>
                  </a:lnTo>
                  <a:lnTo>
                    <a:pt x="83" y="57"/>
                  </a:lnTo>
                  <a:lnTo>
                    <a:pt x="86" y="58"/>
                  </a:lnTo>
                  <a:lnTo>
                    <a:pt x="88" y="58"/>
                  </a:lnTo>
                  <a:lnTo>
                    <a:pt x="89" y="58"/>
                  </a:lnTo>
                  <a:lnTo>
                    <a:pt x="90" y="57"/>
                  </a:lnTo>
                  <a:lnTo>
                    <a:pt x="92" y="57"/>
                  </a:lnTo>
                  <a:lnTo>
                    <a:pt x="93" y="57"/>
                  </a:lnTo>
                  <a:lnTo>
                    <a:pt x="94" y="57"/>
                  </a:lnTo>
                  <a:lnTo>
                    <a:pt x="95" y="57"/>
                  </a:lnTo>
                  <a:lnTo>
                    <a:pt x="95" y="54"/>
                  </a:lnTo>
                  <a:lnTo>
                    <a:pt x="95" y="50"/>
                  </a:lnTo>
                  <a:lnTo>
                    <a:pt x="94" y="47"/>
                  </a:lnTo>
                  <a:lnTo>
                    <a:pt x="92" y="45"/>
                  </a:lnTo>
                  <a:lnTo>
                    <a:pt x="91" y="42"/>
                  </a:lnTo>
                  <a:lnTo>
                    <a:pt x="90" y="41"/>
                  </a:lnTo>
                  <a:lnTo>
                    <a:pt x="89" y="43"/>
                  </a:lnTo>
                  <a:lnTo>
                    <a:pt x="89" y="44"/>
                  </a:lnTo>
                  <a:lnTo>
                    <a:pt x="89" y="45"/>
                  </a:lnTo>
                  <a:lnTo>
                    <a:pt x="88" y="48"/>
                  </a:lnTo>
                  <a:lnTo>
                    <a:pt x="87" y="49"/>
                  </a:lnTo>
                  <a:lnTo>
                    <a:pt x="86" y="48"/>
                  </a:lnTo>
                  <a:lnTo>
                    <a:pt x="85" y="48"/>
                  </a:lnTo>
                  <a:lnTo>
                    <a:pt x="84" y="47"/>
                  </a:lnTo>
                  <a:lnTo>
                    <a:pt x="82" y="48"/>
                  </a:lnTo>
                  <a:lnTo>
                    <a:pt x="80" y="48"/>
                  </a:lnTo>
                  <a:lnTo>
                    <a:pt x="79" y="48"/>
                  </a:lnTo>
                  <a:lnTo>
                    <a:pt x="79" y="47"/>
                  </a:lnTo>
                  <a:lnTo>
                    <a:pt x="78" y="46"/>
                  </a:lnTo>
                  <a:lnTo>
                    <a:pt x="77" y="43"/>
                  </a:lnTo>
                  <a:lnTo>
                    <a:pt x="76" y="43"/>
                  </a:lnTo>
                  <a:lnTo>
                    <a:pt x="76" y="41"/>
                  </a:lnTo>
                  <a:lnTo>
                    <a:pt x="75" y="41"/>
                  </a:lnTo>
                  <a:lnTo>
                    <a:pt x="74" y="39"/>
                  </a:lnTo>
                  <a:lnTo>
                    <a:pt x="73" y="39"/>
                  </a:lnTo>
                  <a:lnTo>
                    <a:pt x="73" y="38"/>
                  </a:lnTo>
                  <a:lnTo>
                    <a:pt x="73" y="37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5" y="36"/>
                  </a:lnTo>
                  <a:lnTo>
                    <a:pt x="75" y="35"/>
                  </a:lnTo>
                  <a:lnTo>
                    <a:pt x="74" y="33"/>
                  </a:lnTo>
                  <a:lnTo>
                    <a:pt x="74" y="32"/>
                  </a:lnTo>
                  <a:lnTo>
                    <a:pt x="74" y="31"/>
                  </a:lnTo>
                  <a:lnTo>
                    <a:pt x="75" y="28"/>
                  </a:lnTo>
                  <a:lnTo>
                    <a:pt x="76" y="27"/>
                  </a:lnTo>
                  <a:lnTo>
                    <a:pt x="77" y="25"/>
                  </a:lnTo>
                  <a:lnTo>
                    <a:pt x="76" y="24"/>
                  </a:lnTo>
                  <a:lnTo>
                    <a:pt x="76" y="22"/>
                  </a:lnTo>
                  <a:lnTo>
                    <a:pt x="76" y="19"/>
                  </a:lnTo>
                  <a:lnTo>
                    <a:pt x="78" y="15"/>
                  </a:lnTo>
                  <a:lnTo>
                    <a:pt x="78" y="14"/>
                  </a:lnTo>
                  <a:lnTo>
                    <a:pt x="75" y="9"/>
                  </a:lnTo>
                  <a:lnTo>
                    <a:pt x="74" y="7"/>
                  </a:lnTo>
                  <a:lnTo>
                    <a:pt x="72" y="6"/>
                  </a:lnTo>
                  <a:lnTo>
                    <a:pt x="66" y="5"/>
                  </a:lnTo>
                  <a:lnTo>
                    <a:pt x="65" y="4"/>
                  </a:lnTo>
                  <a:lnTo>
                    <a:pt x="61" y="4"/>
                  </a:lnTo>
                  <a:lnTo>
                    <a:pt x="58" y="6"/>
                  </a:lnTo>
                  <a:lnTo>
                    <a:pt x="57" y="9"/>
                  </a:lnTo>
                  <a:lnTo>
                    <a:pt x="54" y="12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47" y="9"/>
                  </a:lnTo>
                  <a:lnTo>
                    <a:pt x="46" y="9"/>
                  </a:lnTo>
                  <a:lnTo>
                    <a:pt x="44" y="10"/>
                  </a:lnTo>
                  <a:lnTo>
                    <a:pt x="42" y="9"/>
                  </a:lnTo>
                  <a:lnTo>
                    <a:pt x="40" y="9"/>
                  </a:lnTo>
                  <a:lnTo>
                    <a:pt x="39" y="10"/>
                  </a:lnTo>
                  <a:lnTo>
                    <a:pt x="38" y="10"/>
                  </a:lnTo>
                  <a:lnTo>
                    <a:pt x="36" y="9"/>
                  </a:lnTo>
                  <a:lnTo>
                    <a:pt x="35" y="9"/>
                  </a:lnTo>
                  <a:lnTo>
                    <a:pt x="32" y="5"/>
                  </a:lnTo>
                  <a:lnTo>
                    <a:pt x="31" y="5"/>
                  </a:lnTo>
                  <a:lnTo>
                    <a:pt x="30" y="5"/>
                  </a:lnTo>
                  <a:lnTo>
                    <a:pt x="27" y="3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2" y="2"/>
                  </a:lnTo>
                  <a:lnTo>
                    <a:pt x="21" y="2"/>
                  </a:lnTo>
                  <a:lnTo>
                    <a:pt x="20" y="3"/>
                  </a:lnTo>
                  <a:lnTo>
                    <a:pt x="19" y="5"/>
                  </a:lnTo>
                  <a:lnTo>
                    <a:pt x="19" y="8"/>
                  </a:lnTo>
                  <a:lnTo>
                    <a:pt x="19" y="9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4" y="10"/>
                  </a:lnTo>
                  <a:lnTo>
                    <a:pt x="14" y="11"/>
                  </a:lnTo>
                  <a:lnTo>
                    <a:pt x="15" y="14"/>
                  </a:lnTo>
                  <a:lnTo>
                    <a:pt x="15" y="15"/>
                  </a:lnTo>
                  <a:lnTo>
                    <a:pt x="14" y="16"/>
                  </a:lnTo>
                  <a:lnTo>
                    <a:pt x="13" y="17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0" y="25"/>
                  </a:lnTo>
                  <a:lnTo>
                    <a:pt x="7" y="26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4" y="25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close/>
                </a:path>
              </a:pathLst>
            </a:custGeom>
            <a:pattFill prst="pct25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2959519" y="2884312"/>
              <a:ext cx="879405" cy="1177742"/>
            </a:xfrm>
            <a:custGeom>
              <a:avLst/>
              <a:gdLst>
                <a:gd name="T0" fmla="*/ 0 w 78"/>
                <a:gd name="T1" fmla="*/ 2147483647 h 107"/>
                <a:gd name="T2" fmla="*/ 0 w 78"/>
                <a:gd name="T3" fmla="*/ 2147483647 h 107"/>
                <a:gd name="T4" fmla="*/ 2147483647 w 78"/>
                <a:gd name="T5" fmla="*/ 2147483647 h 107"/>
                <a:gd name="T6" fmla="*/ 2147483647 w 78"/>
                <a:gd name="T7" fmla="*/ 2147483647 h 107"/>
                <a:gd name="T8" fmla="*/ 2147483647 w 78"/>
                <a:gd name="T9" fmla="*/ 2147483647 h 107"/>
                <a:gd name="T10" fmla="*/ 2147483647 w 78"/>
                <a:gd name="T11" fmla="*/ 2147483647 h 107"/>
                <a:gd name="T12" fmla="*/ 2147483647 w 78"/>
                <a:gd name="T13" fmla="*/ 2147483647 h 107"/>
                <a:gd name="T14" fmla="*/ 2147483647 w 78"/>
                <a:gd name="T15" fmla="*/ 2147483647 h 107"/>
                <a:gd name="T16" fmla="*/ 2147483647 w 78"/>
                <a:gd name="T17" fmla="*/ 2147483647 h 107"/>
                <a:gd name="T18" fmla="*/ 2147483647 w 78"/>
                <a:gd name="T19" fmla="*/ 2147483647 h 107"/>
                <a:gd name="T20" fmla="*/ 2147483647 w 78"/>
                <a:gd name="T21" fmla="*/ 2147483647 h 107"/>
                <a:gd name="T22" fmla="*/ 2147483647 w 78"/>
                <a:gd name="T23" fmla="*/ 2147483647 h 107"/>
                <a:gd name="T24" fmla="*/ 2147483647 w 78"/>
                <a:gd name="T25" fmla="*/ 2147483647 h 107"/>
                <a:gd name="T26" fmla="*/ 2147483647 w 78"/>
                <a:gd name="T27" fmla="*/ 2147483647 h 107"/>
                <a:gd name="T28" fmla="*/ 2147483647 w 78"/>
                <a:gd name="T29" fmla="*/ 2147483647 h 107"/>
                <a:gd name="T30" fmla="*/ 2147483647 w 78"/>
                <a:gd name="T31" fmla="*/ 2147483647 h 107"/>
                <a:gd name="T32" fmla="*/ 2147483647 w 78"/>
                <a:gd name="T33" fmla="*/ 2147483647 h 107"/>
                <a:gd name="T34" fmla="*/ 2147483647 w 78"/>
                <a:gd name="T35" fmla="*/ 2147483647 h 107"/>
                <a:gd name="T36" fmla="*/ 2147483647 w 78"/>
                <a:gd name="T37" fmla="*/ 2147483647 h 107"/>
                <a:gd name="T38" fmla="*/ 2147483647 w 78"/>
                <a:gd name="T39" fmla="*/ 2147483647 h 107"/>
                <a:gd name="T40" fmla="*/ 2147483647 w 78"/>
                <a:gd name="T41" fmla="*/ 2147483647 h 107"/>
                <a:gd name="T42" fmla="*/ 2147483647 w 78"/>
                <a:gd name="T43" fmla="*/ 2147483647 h 107"/>
                <a:gd name="T44" fmla="*/ 2147483647 w 78"/>
                <a:gd name="T45" fmla="*/ 2147483647 h 107"/>
                <a:gd name="T46" fmla="*/ 2147483647 w 78"/>
                <a:gd name="T47" fmla="*/ 2147483647 h 107"/>
                <a:gd name="T48" fmla="*/ 2147483647 w 78"/>
                <a:gd name="T49" fmla="*/ 2147483647 h 107"/>
                <a:gd name="T50" fmla="*/ 2147483647 w 78"/>
                <a:gd name="T51" fmla="*/ 2147483647 h 107"/>
                <a:gd name="T52" fmla="*/ 2147483647 w 78"/>
                <a:gd name="T53" fmla="*/ 2147483647 h 107"/>
                <a:gd name="T54" fmla="*/ 2147483647 w 78"/>
                <a:gd name="T55" fmla="*/ 2147483647 h 107"/>
                <a:gd name="T56" fmla="*/ 2147483647 w 78"/>
                <a:gd name="T57" fmla="*/ 2147483647 h 107"/>
                <a:gd name="T58" fmla="*/ 2147483647 w 78"/>
                <a:gd name="T59" fmla="*/ 2147483647 h 107"/>
                <a:gd name="T60" fmla="*/ 2147483647 w 78"/>
                <a:gd name="T61" fmla="*/ 2147483647 h 107"/>
                <a:gd name="T62" fmla="*/ 2147483647 w 78"/>
                <a:gd name="T63" fmla="*/ 2147483647 h 107"/>
                <a:gd name="T64" fmla="*/ 2147483647 w 78"/>
                <a:gd name="T65" fmla="*/ 2147483647 h 107"/>
                <a:gd name="T66" fmla="*/ 2147483647 w 78"/>
                <a:gd name="T67" fmla="*/ 2147483647 h 107"/>
                <a:gd name="T68" fmla="*/ 2147483647 w 78"/>
                <a:gd name="T69" fmla="*/ 2147483647 h 107"/>
                <a:gd name="T70" fmla="*/ 2147483647 w 78"/>
                <a:gd name="T71" fmla="*/ 2147483647 h 107"/>
                <a:gd name="T72" fmla="*/ 2147483647 w 78"/>
                <a:gd name="T73" fmla="*/ 2147483647 h 107"/>
                <a:gd name="T74" fmla="*/ 2147483647 w 78"/>
                <a:gd name="T75" fmla="*/ 2147483647 h 107"/>
                <a:gd name="T76" fmla="*/ 2147483647 w 78"/>
                <a:gd name="T77" fmla="*/ 2147483647 h 107"/>
                <a:gd name="T78" fmla="*/ 2147483647 w 78"/>
                <a:gd name="T79" fmla="*/ 2147483647 h 107"/>
                <a:gd name="T80" fmla="*/ 2147483647 w 78"/>
                <a:gd name="T81" fmla="*/ 2147483647 h 107"/>
                <a:gd name="T82" fmla="*/ 2147483647 w 78"/>
                <a:gd name="T83" fmla="*/ 2147483647 h 107"/>
                <a:gd name="T84" fmla="*/ 2147483647 w 78"/>
                <a:gd name="T85" fmla="*/ 2147483647 h 107"/>
                <a:gd name="T86" fmla="*/ 2147483647 w 78"/>
                <a:gd name="T87" fmla="*/ 2147483647 h 107"/>
                <a:gd name="T88" fmla="*/ 2147483647 w 78"/>
                <a:gd name="T89" fmla="*/ 2147483647 h 107"/>
                <a:gd name="T90" fmla="*/ 2147483647 w 78"/>
                <a:gd name="T91" fmla="*/ 2147483647 h 107"/>
                <a:gd name="T92" fmla="*/ 2147483647 w 78"/>
                <a:gd name="T93" fmla="*/ 2147483647 h 107"/>
                <a:gd name="T94" fmla="*/ 2147483647 w 78"/>
                <a:gd name="T95" fmla="*/ 2147483647 h 107"/>
                <a:gd name="T96" fmla="*/ 2147483647 w 78"/>
                <a:gd name="T97" fmla="*/ 2147483647 h 107"/>
                <a:gd name="T98" fmla="*/ 2147483647 w 78"/>
                <a:gd name="T99" fmla="*/ 2147483647 h 107"/>
                <a:gd name="T100" fmla="*/ 2147483647 w 78"/>
                <a:gd name="T101" fmla="*/ 2147483647 h 107"/>
                <a:gd name="T102" fmla="*/ 2147483647 w 78"/>
                <a:gd name="T103" fmla="*/ 2147483647 h 107"/>
                <a:gd name="T104" fmla="*/ 2147483647 w 78"/>
                <a:gd name="T105" fmla="*/ 2147483647 h 107"/>
                <a:gd name="T106" fmla="*/ 2147483647 w 78"/>
                <a:gd name="T107" fmla="*/ 2147483647 h 107"/>
                <a:gd name="T108" fmla="*/ 2147483647 w 78"/>
                <a:gd name="T109" fmla="*/ 0 h 107"/>
                <a:gd name="T110" fmla="*/ 2147483647 w 78"/>
                <a:gd name="T111" fmla="*/ 2147483647 h 107"/>
                <a:gd name="T112" fmla="*/ 2147483647 w 78"/>
                <a:gd name="T113" fmla="*/ 2147483647 h 107"/>
                <a:gd name="T114" fmla="*/ 2147483647 w 78"/>
                <a:gd name="T115" fmla="*/ 2147483647 h 107"/>
                <a:gd name="T116" fmla="*/ 0 w 78"/>
                <a:gd name="T117" fmla="*/ 2147483647 h 10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78" h="107">
                  <a:moveTo>
                    <a:pt x="0" y="24"/>
                  </a:moveTo>
                  <a:lnTo>
                    <a:pt x="0" y="25"/>
                  </a:lnTo>
                  <a:lnTo>
                    <a:pt x="1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3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2" y="31"/>
                  </a:lnTo>
                  <a:lnTo>
                    <a:pt x="3" y="31"/>
                  </a:lnTo>
                  <a:lnTo>
                    <a:pt x="4" y="32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7" y="35"/>
                  </a:lnTo>
                  <a:lnTo>
                    <a:pt x="7" y="36"/>
                  </a:lnTo>
                  <a:lnTo>
                    <a:pt x="8" y="36"/>
                  </a:lnTo>
                  <a:lnTo>
                    <a:pt x="8" y="35"/>
                  </a:lnTo>
                  <a:lnTo>
                    <a:pt x="9" y="35"/>
                  </a:lnTo>
                  <a:lnTo>
                    <a:pt x="10" y="35"/>
                  </a:lnTo>
                  <a:lnTo>
                    <a:pt x="10" y="36"/>
                  </a:lnTo>
                  <a:lnTo>
                    <a:pt x="10" y="35"/>
                  </a:lnTo>
                  <a:lnTo>
                    <a:pt x="11" y="35"/>
                  </a:lnTo>
                  <a:lnTo>
                    <a:pt x="10" y="34"/>
                  </a:lnTo>
                  <a:lnTo>
                    <a:pt x="11" y="34"/>
                  </a:lnTo>
                  <a:lnTo>
                    <a:pt x="12" y="34"/>
                  </a:lnTo>
                  <a:lnTo>
                    <a:pt x="12" y="35"/>
                  </a:lnTo>
                  <a:lnTo>
                    <a:pt x="13" y="35"/>
                  </a:lnTo>
                  <a:lnTo>
                    <a:pt x="13" y="36"/>
                  </a:lnTo>
                  <a:lnTo>
                    <a:pt x="12" y="37"/>
                  </a:lnTo>
                  <a:lnTo>
                    <a:pt x="12" y="38"/>
                  </a:lnTo>
                  <a:lnTo>
                    <a:pt x="13" y="38"/>
                  </a:lnTo>
                  <a:lnTo>
                    <a:pt x="15" y="39"/>
                  </a:lnTo>
                  <a:lnTo>
                    <a:pt x="17" y="40"/>
                  </a:lnTo>
                  <a:lnTo>
                    <a:pt x="18" y="40"/>
                  </a:lnTo>
                  <a:lnTo>
                    <a:pt x="19" y="41"/>
                  </a:lnTo>
                  <a:lnTo>
                    <a:pt x="20" y="43"/>
                  </a:lnTo>
                  <a:lnTo>
                    <a:pt x="22" y="43"/>
                  </a:lnTo>
                  <a:lnTo>
                    <a:pt x="23" y="43"/>
                  </a:lnTo>
                  <a:lnTo>
                    <a:pt x="24" y="43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7" y="46"/>
                  </a:lnTo>
                  <a:lnTo>
                    <a:pt x="27" y="47"/>
                  </a:lnTo>
                  <a:lnTo>
                    <a:pt x="27" y="48"/>
                  </a:lnTo>
                  <a:lnTo>
                    <a:pt x="28" y="48"/>
                  </a:lnTo>
                  <a:lnTo>
                    <a:pt x="28" y="49"/>
                  </a:lnTo>
                  <a:lnTo>
                    <a:pt x="27" y="50"/>
                  </a:lnTo>
                  <a:lnTo>
                    <a:pt x="28" y="50"/>
                  </a:lnTo>
                  <a:lnTo>
                    <a:pt x="28" y="51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6" y="52"/>
                  </a:lnTo>
                  <a:lnTo>
                    <a:pt x="27" y="53"/>
                  </a:lnTo>
                  <a:lnTo>
                    <a:pt x="27" y="54"/>
                  </a:lnTo>
                  <a:lnTo>
                    <a:pt x="27" y="55"/>
                  </a:lnTo>
                  <a:lnTo>
                    <a:pt x="28" y="56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2" y="59"/>
                  </a:lnTo>
                  <a:lnTo>
                    <a:pt x="37" y="63"/>
                  </a:lnTo>
                  <a:lnTo>
                    <a:pt x="39" y="65"/>
                  </a:lnTo>
                  <a:lnTo>
                    <a:pt x="40" y="66"/>
                  </a:lnTo>
                  <a:lnTo>
                    <a:pt x="41" y="66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7" y="73"/>
                  </a:lnTo>
                  <a:lnTo>
                    <a:pt x="49" y="75"/>
                  </a:lnTo>
                  <a:lnTo>
                    <a:pt x="49" y="76"/>
                  </a:lnTo>
                  <a:lnTo>
                    <a:pt x="50" y="77"/>
                  </a:lnTo>
                  <a:lnTo>
                    <a:pt x="51" y="78"/>
                  </a:lnTo>
                  <a:lnTo>
                    <a:pt x="51" y="79"/>
                  </a:lnTo>
                  <a:lnTo>
                    <a:pt x="52" y="80"/>
                  </a:lnTo>
                  <a:lnTo>
                    <a:pt x="53" y="81"/>
                  </a:lnTo>
                  <a:lnTo>
                    <a:pt x="54" y="82"/>
                  </a:lnTo>
                  <a:lnTo>
                    <a:pt x="54" y="83"/>
                  </a:lnTo>
                  <a:lnTo>
                    <a:pt x="55" y="83"/>
                  </a:lnTo>
                  <a:lnTo>
                    <a:pt x="55" y="84"/>
                  </a:lnTo>
                  <a:lnTo>
                    <a:pt x="56" y="85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8"/>
                  </a:lnTo>
                  <a:lnTo>
                    <a:pt x="58" y="89"/>
                  </a:lnTo>
                  <a:lnTo>
                    <a:pt x="58" y="90"/>
                  </a:lnTo>
                  <a:lnTo>
                    <a:pt x="59" y="90"/>
                  </a:lnTo>
                  <a:lnTo>
                    <a:pt x="60" y="91"/>
                  </a:lnTo>
                  <a:lnTo>
                    <a:pt x="61" y="92"/>
                  </a:lnTo>
                  <a:lnTo>
                    <a:pt x="61" y="93"/>
                  </a:lnTo>
                  <a:lnTo>
                    <a:pt x="62" y="93"/>
                  </a:lnTo>
                  <a:lnTo>
                    <a:pt x="62" y="94"/>
                  </a:lnTo>
                  <a:lnTo>
                    <a:pt x="63" y="94"/>
                  </a:lnTo>
                  <a:lnTo>
                    <a:pt x="64" y="95"/>
                  </a:lnTo>
                  <a:lnTo>
                    <a:pt x="65" y="96"/>
                  </a:lnTo>
                  <a:lnTo>
                    <a:pt x="65" y="97"/>
                  </a:lnTo>
                  <a:lnTo>
                    <a:pt x="66" y="98"/>
                  </a:lnTo>
                  <a:lnTo>
                    <a:pt x="66" y="99"/>
                  </a:lnTo>
                  <a:lnTo>
                    <a:pt x="66" y="98"/>
                  </a:lnTo>
                  <a:lnTo>
                    <a:pt x="66" y="99"/>
                  </a:lnTo>
                  <a:lnTo>
                    <a:pt x="68" y="100"/>
                  </a:lnTo>
                  <a:lnTo>
                    <a:pt x="69" y="101"/>
                  </a:lnTo>
                  <a:lnTo>
                    <a:pt x="70" y="102"/>
                  </a:lnTo>
                  <a:lnTo>
                    <a:pt x="71" y="104"/>
                  </a:lnTo>
                  <a:lnTo>
                    <a:pt x="71" y="105"/>
                  </a:lnTo>
                  <a:lnTo>
                    <a:pt x="72" y="105"/>
                  </a:lnTo>
                  <a:lnTo>
                    <a:pt x="73" y="106"/>
                  </a:lnTo>
                  <a:lnTo>
                    <a:pt x="74" y="106"/>
                  </a:lnTo>
                  <a:lnTo>
                    <a:pt x="74" y="107"/>
                  </a:lnTo>
                  <a:lnTo>
                    <a:pt x="76" y="107"/>
                  </a:lnTo>
                  <a:lnTo>
                    <a:pt x="76" y="106"/>
                  </a:lnTo>
                  <a:lnTo>
                    <a:pt x="76" y="105"/>
                  </a:lnTo>
                  <a:lnTo>
                    <a:pt x="75" y="104"/>
                  </a:lnTo>
                  <a:lnTo>
                    <a:pt x="76" y="99"/>
                  </a:lnTo>
                  <a:lnTo>
                    <a:pt x="75" y="99"/>
                  </a:lnTo>
                  <a:lnTo>
                    <a:pt x="75" y="98"/>
                  </a:lnTo>
                  <a:lnTo>
                    <a:pt x="75" y="97"/>
                  </a:lnTo>
                  <a:lnTo>
                    <a:pt x="76" y="97"/>
                  </a:lnTo>
                  <a:lnTo>
                    <a:pt x="77" y="96"/>
                  </a:lnTo>
                  <a:lnTo>
                    <a:pt x="78" y="97"/>
                  </a:lnTo>
                  <a:lnTo>
                    <a:pt x="78" y="94"/>
                  </a:lnTo>
                  <a:lnTo>
                    <a:pt x="78" y="93"/>
                  </a:lnTo>
                  <a:lnTo>
                    <a:pt x="78" y="92"/>
                  </a:lnTo>
                  <a:lnTo>
                    <a:pt x="76" y="91"/>
                  </a:lnTo>
                  <a:lnTo>
                    <a:pt x="75" y="91"/>
                  </a:lnTo>
                  <a:lnTo>
                    <a:pt x="74" y="91"/>
                  </a:lnTo>
                  <a:lnTo>
                    <a:pt x="75" y="91"/>
                  </a:lnTo>
                  <a:lnTo>
                    <a:pt x="74" y="90"/>
                  </a:lnTo>
                  <a:lnTo>
                    <a:pt x="73" y="89"/>
                  </a:lnTo>
                  <a:lnTo>
                    <a:pt x="73" y="87"/>
                  </a:lnTo>
                  <a:lnTo>
                    <a:pt x="72" y="86"/>
                  </a:lnTo>
                  <a:lnTo>
                    <a:pt x="71" y="85"/>
                  </a:lnTo>
                  <a:lnTo>
                    <a:pt x="71" y="84"/>
                  </a:lnTo>
                  <a:lnTo>
                    <a:pt x="71" y="81"/>
                  </a:lnTo>
                  <a:lnTo>
                    <a:pt x="69" y="79"/>
                  </a:lnTo>
                  <a:lnTo>
                    <a:pt x="69" y="78"/>
                  </a:lnTo>
                  <a:lnTo>
                    <a:pt x="68" y="75"/>
                  </a:lnTo>
                  <a:lnTo>
                    <a:pt x="68" y="74"/>
                  </a:lnTo>
                  <a:lnTo>
                    <a:pt x="68" y="72"/>
                  </a:lnTo>
                  <a:lnTo>
                    <a:pt x="68" y="71"/>
                  </a:lnTo>
                  <a:lnTo>
                    <a:pt x="66" y="67"/>
                  </a:lnTo>
                  <a:lnTo>
                    <a:pt x="65" y="67"/>
                  </a:lnTo>
                  <a:lnTo>
                    <a:pt x="64" y="65"/>
                  </a:lnTo>
                  <a:lnTo>
                    <a:pt x="63" y="64"/>
                  </a:lnTo>
                  <a:lnTo>
                    <a:pt x="62" y="64"/>
                  </a:lnTo>
                  <a:lnTo>
                    <a:pt x="61" y="64"/>
                  </a:lnTo>
                  <a:lnTo>
                    <a:pt x="60" y="64"/>
                  </a:lnTo>
                  <a:lnTo>
                    <a:pt x="59" y="65"/>
                  </a:lnTo>
                  <a:lnTo>
                    <a:pt x="58" y="65"/>
                  </a:lnTo>
                  <a:lnTo>
                    <a:pt x="57" y="65"/>
                  </a:lnTo>
                  <a:lnTo>
                    <a:pt x="56" y="64"/>
                  </a:lnTo>
                  <a:lnTo>
                    <a:pt x="55" y="62"/>
                  </a:lnTo>
                  <a:lnTo>
                    <a:pt x="55" y="61"/>
                  </a:lnTo>
                  <a:lnTo>
                    <a:pt x="54" y="60"/>
                  </a:lnTo>
                  <a:lnTo>
                    <a:pt x="54" y="58"/>
                  </a:lnTo>
                  <a:lnTo>
                    <a:pt x="53" y="57"/>
                  </a:lnTo>
                  <a:lnTo>
                    <a:pt x="52" y="55"/>
                  </a:lnTo>
                  <a:lnTo>
                    <a:pt x="51" y="54"/>
                  </a:lnTo>
                  <a:lnTo>
                    <a:pt x="50" y="53"/>
                  </a:lnTo>
                  <a:lnTo>
                    <a:pt x="49" y="53"/>
                  </a:lnTo>
                  <a:lnTo>
                    <a:pt x="48" y="51"/>
                  </a:lnTo>
                  <a:lnTo>
                    <a:pt x="47" y="49"/>
                  </a:lnTo>
                  <a:lnTo>
                    <a:pt x="46" y="47"/>
                  </a:lnTo>
                  <a:lnTo>
                    <a:pt x="46" y="45"/>
                  </a:lnTo>
                  <a:lnTo>
                    <a:pt x="46" y="43"/>
                  </a:lnTo>
                  <a:lnTo>
                    <a:pt x="46" y="41"/>
                  </a:lnTo>
                  <a:lnTo>
                    <a:pt x="46" y="40"/>
                  </a:lnTo>
                  <a:lnTo>
                    <a:pt x="47" y="39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7" y="34"/>
                  </a:lnTo>
                  <a:lnTo>
                    <a:pt x="46" y="32"/>
                  </a:lnTo>
                  <a:lnTo>
                    <a:pt x="46" y="31"/>
                  </a:lnTo>
                  <a:lnTo>
                    <a:pt x="44" y="28"/>
                  </a:lnTo>
                  <a:lnTo>
                    <a:pt x="42" y="28"/>
                  </a:lnTo>
                  <a:lnTo>
                    <a:pt x="42" y="27"/>
                  </a:lnTo>
                  <a:lnTo>
                    <a:pt x="42" y="24"/>
                  </a:lnTo>
                  <a:lnTo>
                    <a:pt x="41" y="23"/>
                  </a:ln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lnTo>
                    <a:pt x="35" y="22"/>
                  </a:lnTo>
                  <a:lnTo>
                    <a:pt x="34" y="22"/>
                  </a:lnTo>
                  <a:lnTo>
                    <a:pt x="34" y="21"/>
                  </a:lnTo>
                  <a:lnTo>
                    <a:pt x="33" y="21"/>
                  </a:lnTo>
                  <a:lnTo>
                    <a:pt x="33" y="20"/>
                  </a:lnTo>
                  <a:lnTo>
                    <a:pt x="32" y="17"/>
                  </a:lnTo>
                  <a:lnTo>
                    <a:pt x="32" y="15"/>
                  </a:lnTo>
                  <a:lnTo>
                    <a:pt x="31" y="11"/>
                  </a:lnTo>
                  <a:lnTo>
                    <a:pt x="30" y="9"/>
                  </a:lnTo>
                  <a:lnTo>
                    <a:pt x="30" y="7"/>
                  </a:lnTo>
                  <a:lnTo>
                    <a:pt x="29" y="5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1" y="5"/>
                  </a:lnTo>
                  <a:lnTo>
                    <a:pt x="20" y="5"/>
                  </a:lnTo>
                  <a:lnTo>
                    <a:pt x="18" y="8"/>
                  </a:lnTo>
                  <a:lnTo>
                    <a:pt x="15" y="11"/>
                  </a:lnTo>
                  <a:lnTo>
                    <a:pt x="9" y="15"/>
                  </a:lnTo>
                  <a:lnTo>
                    <a:pt x="6" y="17"/>
                  </a:lnTo>
                  <a:lnTo>
                    <a:pt x="5" y="15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1734364" y="2548600"/>
              <a:ext cx="1172540" cy="1375866"/>
            </a:xfrm>
            <a:custGeom>
              <a:avLst/>
              <a:gdLst>
                <a:gd name="T0" fmla="*/ 2147483647 w 104"/>
                <a:gd name="T1" fmla="*/ 2147483647 h 125"/>
                <a:gd name="T2" fmla="*/ 2147483647 w 104"/>
                <a:gd name="T3" fmla="*/ 2147483647 h 125"/>
                <a:gd name="T4" fmla="*/ 2147483647 w 104"/>
                <a:gd name="T5" fmla="*/ 2147483647 h 125"/>
                <a:gd name="T6" fmla="*/ 2147483647 w 104"/>
                <a:gd name="T7" fmla="*/ 0 h 125"/>
                <a:gd name="T8" fmla="*/ 2147483647 w 104"/>
                <a:gd name="T9" fmla="*/ 2147483647 h 125"/>
                <a:gd name="T10" fmla="*/ 2147483647 w 104"/>
                <a:gd name="T11" fmla="*/ 2147483647 h 125"/>
                <a:gd name="T12" fmla="*/ 2147483647 w 104"/>
                <a:gd name="T13" fmla="*/ 2147483647 h 125"/>
                <a:gd name="T14" fmla="*/ 2147483647 w 104"/>
                <a:gd name="T15" fmla="*/ 2147483647 h 125"/>
                <a:gd name="T16" fmla="*/ 2147483647 w 104"/>
                <a:gd name="T17" fmla="*/ 2147483647 h 125"/>
                <a:gd name="T18" fmla="*/ 2147483647 w 104"/>
                <a:gd name="T19" fmla="*/ 2147483647 h 125"/>
                <a:gd name="T20" fmla="*/ 2147483647 w 104"/>
                <a:gd name="T21" fmla="*/ 2147483647 h 125"/>
                <a:gd name="T22" fmla="*/ 2147483647 w 104"/>
                <a:gd name="T23" fmla="*/ 2147483647 h 125"/>
                <a:gd name="T24" fmla="*/ 2147483647 w 104"/>
                <a:gd name="T25" fmla="*/ 2147483647 h 125"/>
                <a:gd name="T26" fmla="*/ 2147483647 w 104"/>
                <a:gd name="T27" fmla="*/ 2147483647 h 125"/>
                <a:gd name="T28" fmla="*/ 2147483647 w 104"/>
                <a:gd name="T29" fmla="*/ 2147483647 h 125"/>
                <a:gd name="T30" fmla="*/ 2147483647 w 104"/>
                <a:gd name="T31" fmla="*/ 2147483647 h 125"/>
                <a:gd name="T32" fmla="*/ 2147483647 w 104"/>
                <a:gd name="T33" fmla="*/ 2147483647 h 125"/>
                <a:gd name="T34" fmla="*/ 2147483647 w 104"/>
                <a:gd name="T35" fmla="*/ 2147483647 h 125"/>
                <a:gd name="T36" fmla="*/ 2147483647 w 104"/>
                <a:gd name="T37" fmla="*/ 2147483647 h 125"/>
                <a:gd name="T38" fmla="*/ 2147483647 w 104"/>
                <a:gd name="T39" fmla="*/ 2147483647 h 125"/>
                <a:gd name="T40" fmla="*/ 2147483647 w 104"/>
                <a:gd name="T41" fmla="*/ 2147483647 h 125"/>
                <a:gd name="T42" fmla="*/ 2147483647 w 104"/>
                <a:gd name="T43" fmla="*/ 2147483647 h 125"/>
                <a:gd name="T44" fmla="*/ 2147483647 w 104"/>
                <a:gd name="T45" fmla="*/ 2147483647 h 125"/>
                <a:gd name="T46" fmla="*/ 2147483647 w 104"/>
                <a:gd name="T47" fmla="*/ 2147483647 h 125"/>
                <a:gd name="T48" fmla="*/ 2147483647 w 104"/>
                <a:gd name="T49" fmla="*/ 2147483647 h 125"/>
                <a:gd name="T50" fmla="*/ 2147483647 w 104"/>
                <a:gd name="T51" fmla="*/ 2147483647 h 125"/>
                <a:gd name="T52" fmla="*/ 2147483647 w 104"/>
                <a:gd name="T53" fmla="*/ 2147483647 h 125"/>
                <a:gd name="T54" fmla="*/ 2147483647 w 104"/>
                <a:gd name="T55" fmla="*/ 2147483647 h 125"/>
                <a:gd name="T56" fmla="*/ 2147483647 w 104"/>
                <a:gd name="T57" fmla="*/ 2147483647 h 125"/>
                <a:gd name="T58" fmla="*/ 2147483647 w 104"/>
                <a:gd name="T59" fmla="*/ 2147483647 h 125"/>
                <a:gd name="T60" fmla="*/ 2147483647 w 104"/>
                <a:gd name="T61" fmla="*/ 2147483647 h 125"/>
                <a:gd name="T62" fmla="*/ 2147483647 w 104"/>
                <a:gd name="T63" fmla="*/ 2147483647 h 125"/>
                <a:gd name="T64" fmla="*/ 2147483647 w 104"/>
                <a:gd name="T65" fmla="*/ 2147483647 h 125"/>
                <a:gd name="T66" fmla="*/ 2147483647 w 104"/>
                <a:gd name="T67" fmla="*/ 2147483647 h 125"/>
                <a:gd name="T68" fmla="*/ 2147483647 w 104"/>
                <a:gd name="T69" fmla="*/ 2147483647 h 125"/>
                <a:gd name="T70" fmla="*/ 2147483647 w 104"/>
                <a:gd name="T71" fmla="*/ 2147483647 h 125"/>
                <a:gd name="T72" fmla="*/ 2147483647 w 104"/>
                <a:gd name="T73" fmla="*/ 2147483647 h 125"/>
                <a:gd name="T74" fmla="*/ 2147483647 w 104"/>
                <a:gd name="T75" fmla="*/ 2147483647 h 125"/>
                <a:gd name="T76" fmla="*/ 2147483647 w 104"/>
                <a:gd name="T77" fmla="*/ 2147483647 h 125"/>
                <a:gd name="T78" fmla="*/ 2147483647 w 104"/>
                <a:gd name="T79" fmla="*/ 2147483647 h 125"/>
                <a:gd name="T80" fmla="*/ 2147483647 w 104"/>
                <a:gd name="T81" fmla="*/ 2147483647 h 125"/>
                <a:gd name="T82" fmla="*/ 2147483647 w 104"/>
                <a:gd name="T83" fmla="*/ 2147483647 h 125"/>
                <a:gd name="T84" fmla="*/ 2147483647 w 104"/>
                <a:gd name="T85" fmla="*/ 2147483647 h 125"/>
                <a:gd name="T86" fmla="*/ 2147483647 w 104"/>
                <a:gd name="T87" fmla="*/ 2147483647 h 125"/>
                <a:gd name="T88" fmla="*/ 2147483647 w 104"/>
                <a:gd name="T89" fmla="*/ 2147483647 h 125"/>
                <a:gd name="T90" fmla="*/ 2147483647 w 104"/>
                <a:gd name="T91" fmla="*/ 2147483647 h 125"/>
                <a:gd name="T92" fmla="*/ 2147483647 w 104"/>
                <a:gd name="T93" fmla="*/ 2147483647 h 125"/>
                <a:gd name="T94" fmla="*/ 2147483647 w 104"/>
                <a:gd name="T95" fmla="*/ 2147483647 h 125"/>
                <a:gd name="T96" fmla="*/ 2147483647 w 104"/>
                <a:gd name="T97" fmla="*/ 2147483647 h 125"/>
                <a:gd name="T98" fmla="*/ 2147483647 w 104"/>
                <a:gd name="T99" fmla="*/ 2147483647 h 125"/>
                <a:gd name="T100" fmla="*/ 2147483647 w 104"/>
                <a:gd name="T101" fmla="*/ 2147483647 h 125"/>
                <a:gd name="T102" fmla="*/ 2147483647 w 104"/>
                <a:gd name="T103" fmla="*/ 2147483647 h 125"/>
                <a:gd name="T104" fmla="*/ 2147483647 w 104"/>
                <a:gd name="T105" fmla="*/ 2147483647 h 125"/>
                <a:gd name="T106" fmla="*/ 2147483647 w 104"/>
                <a:gd name="T107" fmla="*/ 2147483647 h 125"/>
                <a:gd name="T108" fmla="*/ 2147483647 w 104"/>
                <a:gd name="T109" fmla="*/ 2147483647 h 12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4" h="125">
                  <a:moveTo>
                    <a:pt x="0" y="3"/>
                  </a:moveTo>
                  <a:lnTo>
                    <a:pt x="1" y="3"/>
                  </a:lnTo>
                  <a:lnTo>
                    <a:pt x="2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1" y="3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5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1"/>
                  </a:lnTo>
                  <a:lnTo>
                    <a:pt x="24" y="2"/>
                  </a:lnTo>
                  <a:lnTo>
                    <a:pt x="39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8"/>
                  </a:lnTo>
                  <a:lnTo>
                    <a:pt x="50" y="12"/>
                  </a:lnTo>
                  <a:lnTo>
                    <a:pt x="52" y="16"/>
                  </a:lnTo>
                  <a:lnTo>
                    <a:pt x="52" y="17"/>
                  </a:lnTo>
                  <a:lnTo>
                    <a:pt x="54" y="21"/>
                  </a:lnTo>
                  <a:lnTo>
                    <a:pt x="54" y="22"/>
                  </a:lnTo>
                  <a:lnTo>
                    <a:pt x="59" y="26"/>
                  </a:lnTo>
                  <a:lnTo>
                    <a:pt x="58" y="27"/>
                  </a:lnTo>
                  <a:lnTo>
                    <a:pt x="59" y="30"/>
                  </a:lnTo>
                  <a:lnTo>
                    <a:pt x="60" y="30"/>
                  </a:lnTo>
                  <a:lnTo>
                    <a:pt x="61" y="30"/>
                  </a:lnTo>
                  <a:lnTo>
                    <a:pt x="66" y="34"/>
                  </a:lnTo>
                  <a:lnTo>
                    <a:pt x="66" y="36"/>
                  </a:lnTo>
                  <a:lnTo>
                    <a:pt x="67" y="40"/>
                  </a:lnTo>
                  <a:lnTo>
                    <a:pt x="68" y="40"/>
                  </a:lnTo>
                  <a:lnTo>
                    <a:pt x="68" y="43"/>
                  </a:lnTo>
                  <a:lnTo>
                    <a:pt x="69" y="44"/>
                  </a:lnTo>
                  <a:lnTo>
                    <a:pt x="69" y="48"/>
                  </a:lnTo>
                  <a:lnTo>
                    <a:pt x="70" y="50"/>
                  </a:lnTo>
                  <a:lnTo>
                    <a:pt x="69" y="53"/>
                  </a:lnTo>
                  <a:lnTo>
                    <a:pt x="70" y="55"/>
                  </a:lnTo>
                  <a:lnTo>
                    <a:pt x="72" y="62"/>
                  </a:lnTo>
                  <a:lnTo>
                    <a:pt x="75" y="64"/>
                  </a:lnTo>
                  <a:lnTo>
                    <a:pt x="75" y="65"/>
                  </a:lnTo>
                  <a:lnTo>
                    <a:pt x="75" y="66"/>
                  </a:lnTo>
                  <a:lnTo>
                    <a:pt x="75" y="70"/>
                  </a:lnTo>
                  <a:lnTo>
                    <a:pt x="76" y="72"/>
                  </a:lnTo>
                  <a:lnTo>
                    <a:pt x="79" y="74"/>
                  </a:lnTo>
                  <a:lnTo>
                    <a:pt x="80" y="79"/>
                  </a:lnTo>
                  <a:lnTo>
                    <a:pt x="80" y="81"/>
                  </a:lnTo>
                  <a:lnTo>
                    <a:pt x="79" y="83"/>
                  </a:lnTo>
                  <a:lnTo>
                    <a:pt x="79" y="87"/>
                  </a:lnTo>
                  <a:lnTo>
                    <a:pt x="80" y="89"/>
                  </a:lnTo>
                  <a:lnTo>
                    <a:pt x="80" y="90"/>
                  </a:lnTo>
                  <a:lnTo>
                    <a:pt x="81" y="93"/>
                  </a:lnTo>
                  <a:lnTo>
                    <a:pt x="84" y="94"/>
                  </a:lnTo>
                  <a:lnTo>
                    <a:pt x="86" y="94"/>
                  </a:lnTo>
                  <a:lnTo>
                    <a:pt x="87" y="92"/>
                  </a:lnTo>
                  <a:lnTo>
                    <a:pt x="88" y="90"/>
                  </a:lnTo>
                  <a:lnTo>
                    <a:pt x="90" y="91"/>
                  </a:lnTo>
                  <a:lnTo>
                    <a:pt x="91" y="92"/>
                  </a:lnTo>
                  <a:lnTo>
                    <a:pt x="92" y="94"/>
                  </a:lnTo>
                  <a:lnTo>
                    <a:pt x="94" y="95"/>
                  </a:lnTo>
                  <a:lnTo>
                    <a:pt x="95" y="98"/>
                  </a:lnTo>
                  <a:lnTo>
                    <a:pt x="97" y="98"/>
                  </a:lnTo>
                  <a:lnTo>
                    <a:pt x="98" y="103"/>
                  </a:lnTo>
                  <a:lnTo>
                    <a:pt x="99" y="104"/>
                  </a:lnTo>
                  <a:lnTo>
                    <a:pt x="99" y="105"/>
                  </a:lnTo>
                  <a:lnTo>
                    <a:pt x="98" y="106"/>
                  </a:lnTo>
                  <a:lnTo>
                    <a:pt x="99" y="107"/>
                  </a:lnTo>
                  <a:lnTo>
                    <a:pt x="101" y="109"/>
                  </a:lnTo>
                  <a:lnTo>
                    <a:pt x="102" y="109"/>
                  </a:lnTo>
                  <a:lnTo>
                    <a:pt x="103" y="110"/>
                  </a:lnTo>
                  <a:lnTo>
                    <a:pt x="104" y="110"/>
                  </a:lnTo>
                  <a:lnTo>
                    <a:pt x="104" y="112"/>
                  </a:lnTo>
                  <a:lnTo>
                    <a:pt x="104" y="114"/>
                  </a:lnTo>
                  <a:lnTo>
                    <a:pt x="104" y="116"/>
                  </a:lnTo>
                  <a:lnTo>
                    <a:pt x="103" y="118"/>
                  </a:lnTo>
                  <a:lnTo>
                    <a:pt x="102" y="120"/>
                  </a:lnTo>
                  <a:lnTo>
                    <a:pt x="101" y="121"/>
                  </a:lnTo>
                  <a:lnTo>
                    <a:pt x="98" y="121"/>
                  </a:lnTo>
                  <a:lnTo>
                    <a:pt x="95" y="124"/>
                  </a:lnTo>
                  <a:lnTo>
                    <a:pt x="94" y="124"/>
                  </a:lnTo>
                  <a:lnTo>
                    <a:pt x="93" y="125"/>
                  </a:lnTo>
                  <a:lnTo>
                    <a:pt x="91" y="124"/>
                  </a:lnTo>
                  <a:lnTo>
                    <a:pt x="89" y="121"/>
                  </a:lnTo>
                  <a:lnTo>
                    <a:pt x="89" y="120"/>
                  </a:lnTo>
                  <a:lnTo>
                    <a:pt x="89" y="118"/>
                  </a:lnTo>
                  <a:lnTo>
                    <a:pt x="89" y="117"/>
                  </a:lnTo>
                  <a:lnTo>
                    <a:pt x="89" y="116"/>
                  </a:lnTo>
                  <a:lnTo>
                    <a:pt x="88" y="115"/>
                  </a:lnTo>
                  <a:lnTo>
                    <a:pt x="88" y="114"/>
                  </a:lnTo>
                  <a:lnTo>
                    <a:pt x="86" y="110"/>
                  </a:lnTo>
                  <a:lnTo>
                    <a:pt x="85" y="107"/>
                  </a:lnTo>
                  <a:lnTo>
                    <a:pt x="82" y="106"/>
                  </a:lnTo>
                  <a:lnTo>
                    <a:pt x="80" y="106"/>
                  </a:lnTo>
                  <a:lnTo>
                    <a:pt x="77" y="101"/>
                  </a:lnTo>
                  <a:lnTo>
                    <a:pt x="77" y="100"/>
                  </a:lnTo>
                  <a:lnTo>
                    <a:pt x="75" y="98"/>
                  </a:lnTo>
                  <a:lnTo>
                    <a:pt x="69" y="93"/>
                  </a:lnTo>
                  <a:lnTo>
                    <a:pt x="69" y="92"/>
                  </a:lnTo>
                  <a:lnTo>
                    <a:pt x="68" y="92"/>
                  </a:lnTo>
                  <a:lnTo>
                    <a:pt x="60" y="89"/>
                  </a:lnTo>
                  <a:lnTo>
                    <a:pt x="58" y="85"/>
                  </a:lnTo>
                  <a:lnTo>
                    <a:pt x="56" y="85"/>
                  </a:lnTo>
                  <a:lnTo>
                    <a:pt x="56" y="82"/>
                  </a:lnTo>
                  <a:lnTo>
                    <a:pt x="53" y="79"/>
                  </a:lnTo>
                  <a:lnTo>
                    <a:pt x="51" y="80"/>
                  </a:lnTo>
                  <a:lnTo>
                    <a:pt x="51" y="78"/>
                  </a:lnTo>
                  <a:lnTo>
                    <a:pt x="50" y="75"/>
                  </a:lnTo>
                  <a:lnTo>
                    <a:pt x="51" y="72"/>
                  </a:lnTo>
                  <a:lnTo>
                    <a:pt x="53" y="67"/>
                  </a:lnTo>
                  <a:lnTo>
                    <a:pt x="53" y="64"/>
                  </a:lnTo>
                  <a:lnTo>
                    <a:pt x="54" y="63"/>
                  </a:lnTo>
                  <a:lnTo>
                    <a:pt x="54" y="62"/>
                  </a:lnTo>
                  <a:lnTo>
                    <a:pt x="53" y="60"/>
                  </a:lnTo>
                  <a:lnTo>
                    <a:pt x="53" y="52"/>
                  </a:lnTo>
                  <a:lnTo>
                    <a:pt x="52" y="49"/>
                  </a:lnTo>
                  <a:lnTo>
                    <a:pt x="51" y="48"/>
                  </a:lnTo>
                  <a:lnTo>
                    <a:pt x="48" y="44"/>
                  </a:lnTo>
                  <a:lnTo>
                    <a:pt x="47" y="43"/>
                  </a:lnTo>
                  <a:lnTo>
                    <a:pt x="46" y="44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3" y="42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40" y="39"/>
                  </a:lnTo>
                  <a:lnTo>
                    <a:pt x="41" y="38"/>
                  </a:lnTo>
                  <a:lnTo>
                    <a:pt x="40" y="38"/>
                  </a:lnTo>
                  <a:lnTo>
                    <a:pt x="38" y="37"/>
                  </a:lnTo>
                  <a:lnTo>
                    <a:pt x="37" y="36"/>
                  </a:lnTo>
                  <a:lnTo>
                    <a:pt x="37" y="35"/>
                  </a:lnTo>
                  <a:lnTo>
                    <a:pt x="36" y="30"/>
                  </a:lnTo>
                  <a:lnTo>
                    <a:pt x="34" y="29"/>
                  </a:lnTo>
                  <a:lnTo>
                    <a:pt x="31" y="29"/>
                  </a:lnTo>
                  <a:lnTo>
                    <a:pt x="27" y="29"/>
                  </a:lnTo>
                  <a:lnTo>
                    <a:pt x="25" y="30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22" y="25"/>
                  </a:lnTo>
                  <a:lnTo>
                    <a:pt x="20" y="24"/>
                  </a:lnTo>
                  <a:lnTo>
                    <a:pt x="17" y="23"/>
                  </a:lnTo>
                  <a:lnTo>
                    <a:pt x="15" y="19"/>
                  </a:lnTo>
                  <a:lnTo>
                    <a:pt x="12" y="18"/>
                  </a:lnTo>
                  <a:lnTo>
                    <a:pt x="12" y="19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9" y="16"/>
                  </a:lnTo>
                  <a:lnTo>
                    <a:pt x="9" y="11"/>
                  </a:lnTo>
                  <a:lnTo>
                    <a:pt x="6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4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3760003" y="4018026"/>
              <a:ext cx="1048522" cy="935589"/>
            </a:xfrm>
            <a:custGeom>
              <a:avLst/>
              <a:gdLst>
                <a:gd name="T0" fmla="*/ 2147483647 w 93"/>
                <a:gd name="T1" fmla="*/ 2147483647 h 85"/>
                <a:gd name="T2" fmla="*/ 2147483647 w 93"/>
                <a:gd name="T3" fmla="*/ 2147483647 h 85"/>
                <a:gd name="T4" fmla="*/ 2147483647 w 93"/>
                <a:gd name="T5" fmla="*/ 2147483647 h 85"/>
                <a:gd name="T6" fmla="*/ 2147483647 w 93"/>
                <a:gd name="T7" fmla="*/ 2147483647 h 85"/>
                <a:gd name="T8" fmla="*/ 2147483647 w 93"/>
                <a:gd name="T9" fmla="*/ 2147483647 h 85"/>
                <a:gd name="T10" fmla="*/ 2147483647 w 93"/>
                <a:gd name="T11" fmla="*/ 2147483647 h 85"/>
                <a:gd name="T12" fmla="*/ 2147483647 w 93"/>
                <a:gd name="T13" fmla="*/ 2147483647 h 85"/>
                <a:gd name="T14" fmla="*/ 2147483647 w 93"/>
                <a:gd name="T15" fmla="*/ 2147483647 h 85"/>
                <a:gd name="T16" fmla="*/ 2147483647 w 93"/>
                <a:gd name="T17" fmla="*/ 2147483647 h 85"/>
                <a:gd name="T18" fmla="*/ 2147483647 w 93"/>
                <a:gd name="T19" fmla="*/ 2147483647 h 85"/>
                <a:gd name="T20" fmla="*/ 2147483647 w 93"/>
                <a:gd name="T21" fmla="*/ 2147483647 h 85"/>
                <a:gd name="T22" fmla="*/ 2147483647 w 93"/>
                <a:gd name="T23" fmla="*/ 2147483647 h 85"/>
                <a:gd name="T24" fmla="*/ 2147483647 w 93"/>
                <a:gd name="T25" fmla="*/ 2147483647 h 85"/>
                <a:gd name="T26" fmla="*/ 2147483647 w 93"/>
                <a:gd name="T27" fmla="*/ 2147483647 h 85"/>
                <a:gd name="T28" fmla="*/ 2147483647 w 93"/>
                <a:gd name="T29" fmla="*/ 2147483647 h 85"/>
                <a:gd name="T30" fmla="*/ 2147483647 w 93"/>
                <a:gd name="T31" fmla="*/ 2147483647 h 85"/>
                <a:gd name="T32" fmla="*/ 2147483647 w 93"/>
                <a:gd name="T33" fmla="*/ 2147483647 h 85"/>
                <a:gd name="T34" fmla="*/ 2147483647 w 93"/>
                <a:gd name="T35" fmla="*/ 2147483647 h 85"/>
                <a:gd name="T36" fmla="*/ 2147483647 w 93"/>
                <a:gd name="T37" fmla="*/ 2147483647 h 85"/>
                <a:gd name="T38" fmla="*/ 2147483647 w 93"/>
                <a:gd name="T39" fmla="*/ 2147483647 h 85"/>
                <a:gd name="T40" fmla="*/ 2147483647 w 93"/>
                <a:gd name="T41" fmla="*/ 2147483647 h 85"/>
                <a:gd name="T42" fmla="*/ 2147483647 w 93"/>
                <a:gd name="T43" fmla="*/ 2147483647 h 85"/>
                <a:gd name="T44" fmla="*/ 2147483647 w 93"/>
                <a:gd name="T45" fmla="*/ 2147483647 h 85"/>
                <a:gd name="T46" fmla="*/ 2147483647 w 93"/>
                <a:gd name="T47" fmla="*/ 2147483647 h 85"/>
                <a:gd name="T48" fmla="*/ 2147483647 w 93"/>
                <a:gd name="T49" fmla="*/ 2147483647 h 85"/>
                <a:gd name="T50" fmla="*/ 2147483647 w 93"/>
                <a:gd name="T51" fmla="*/ 2147483647 h 85"/>
                <a:gd name="T52" fmla="*/ 2147483647 w 93"/>
                <a:gd name="T53" fmla="*/ 2147483647 h 85"/>
                <a:gd name="T54" fmla="*/ 2147483647 w 93"/>
                <a:gd name="T55" fmla="*/ 2147483647 h 85"/>
                <a:gd name="T56" fmla="*/ 2147483647 w 93"/>
                <a:gd name="T57" fmla="*/ 2147483647 h 85"/>
                <a:gd name="T58" fmla="*/ 2147483647 w 93"/>
                <a:gd name="T59" fmla="*/ 2147483647 h 85"/>
                <a:gd name="T60" fmla="*/ 2147483647 w 93"/>
                <a:gd name="T61" fmla="*/ 2147483647 h 85"/>
                <a:gd name="T62" fmla="*/ 2147483647 w 93"/>
                <a:gd name="T63" fmla="*/ 2147483647 h 85"/>
                <a:gd name="T64" fmla="*/ 2147483647 w 93"/>
                <a:gd name="T65" fmla="*/ 2147483647 h 85"/>
                <a:gd name="T66" fmla="*/ 2147483647 w 93"/>
                <a:gd name="T67" fmla="*/ 2147483647 h 85"/>
                <a:gd name="T68" fmla="*/ 2147483647 w 93"/>
                <a:gd name="T69" fmla="*/ 2147483647 h 85"/>
                <a:gd name="T70" fmla="*/ 2147483647 w 93"/>
                <a:gd name="T71" fmla="*/ 2147483647 h 85"/>
                <a:gd name="T72" fmla="*/ 2147483647 w 93"/>
                <a:gd name="T73" fmla="*/ 2147483647 h 85"/>
                <a:gd name="T74" fmla="*/ 2147483647 w 93"/>
                <a:gd name="T75" fmla="*/ 2147483647 h 85"/>
                <a:gd name="T76" fmla="*/ 2147483647 w 93"/>
                <a:gd name="T77" fmla="*/ 2147483647 h 85"/>
                <a:gd name="T78" fmla="*/ 2147483647 w 93"/>
                <a:gd name="T79" fmla="*/ 2147483647 h 85"/>
                <a:gd name="T80" fmla="*/ 2147483647 w 93"/>
                <a:gd name="T81" fmla="*/ 2147483647 h 85"/>
                <a:gd name="T82" fmla="*/ 2147483647 w 93"/>
                <a:gd name="T83" fmla="*/ 2147483647 h 85"/>
                <a:gd name="T84" fmla="*/ 2147483647 w 93"/>
                <a:gd name="T85" fmla="*/ 2147483647 h 85"/>
                <a:gd name="T86" fmla="*/ 2147483647 w 93"/>
                <a:gd name="T87" fmla="*/ 2147483647 h 85"/>
                <a:gd name="T88" fmla="*/ 2147483647 w 93"/>
                <a:gd name="T89" fmla="*/ 2147483647 h 85"/>
                <a:gd name="T90" fmla="*/ 2147483647 w 93"/>
                <a:gd name="T91" fmla="*/ 2147483647 h 85"/>
                <a:gd name="T92" fmla="*/ 2147483647 w 93"/>
                <a:gd name="T93" fmla="*/ 2147483647 h 85"/>
                <a:gd name="T94" fmla="*/ 2147483647 w 93"/>
                <a:gd name="T95" fmla="*/ 2147483647 h 85"/>
                <a:gd name="T96" fmla="*/ 2147483647 w 93"/>
                <a:gd name="T97" fmla="*/ 2147483647 h 85"/>
                <a:gd name="T98" fmla="*/ 2147483647 w 93"/>
                <a:gd name="T99" fmla="*/ 2147483647 h 85"/>
                <a:gd name="T100" fmla="*/ 2147483647 w 93"/>
                <a:gd name="T101" fmla="*/ 2147483647 h 85"/>
                <a:gd name="T102" fmla="*/ 2147483647 w 93"/>
                <a:gd name="T103" fmla="*/ 2147483647 h 85"/>
                <a:gd name="T104" fmla="*/ 2147483647 w 93"/>
                <a:gd name="T105" fmla="*/ 2147483647 h 85"/>
                <a:gd name="T106" fmla="*/ 2147483647 w 93"/>
                <a:gd name="T107" fmla="*/ 2147483647 h 85"/>
                <a:gd name="T108" fmla="*/ 2147483647 w 93"/>
                <a:gd name="T109" fmla="*/ 2147483647 h 85"/>
                <a:gd name="T110" fmla="*/ 2147483647 w 93"/>
                <a:gd name="T111" fmla="*/ 2147483647 h 85"/>
                <a:gd name="T112" fmla="*/ 2147483647 w 93"/>
                <a:gd name="T113" fmla="*/ 2147483647 h 85"/>
                <a:gd name="T114" fmla="*/ 2147483647 w 93"/>
                <a:gd name="T115" fmla="*/ 2147483647 h 85"/>
                <a:gd name="T116" fmla="*/ 2147483647 w 93"/>
                <a:gd name="T117" fmla="*/ 2147483647 h 85"/>
                <a:gd name="T118" fmla="*/ 2147483647 w 93"/>
                <a:gd name="T119" fmla="*/ 2147483647 h 8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3" h="85">
                  <a:moveTo>
                    <a:pt x="0" y="51"/>
                  </a:moveTo>
                  <a:lnTo>
                    <a:pt x="0" y="52"/>
                  </a:lnTo>
                  <a:lnTo>
                    <a:pt x="1" y="53"/>
                  </a:lnTo>
                  <a:lnTo>
                    <a:pt x="2" y="54"/>
                  </a:lnTo>
                  <a:lnTo>
                    <a:pt x="2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5" y="62"/>
                  </a:lnTo>
                  <a:lnTo>
                    <a:pt x="6" y="64"/>
                  </a:lnTo>
                  <a:lnTo>
                    <a:pt x="7" y="65"/>
                  </a:lnTo>
                  <a:lnTo>
                    <a:pt x="7" y="66"/>
                  </a:lnTo>
                  <a:lnTo>
                    <a:pt x="8" y="67"/>
                  </a:lnTo>
                  <a:lnTo>
                    <a:pt x="8" y="68"/>
                  </a:lnTo>
                  <a:lnTo>
                    <a:pt x="9" y="68"/>
                  </a:lnTo>
                  <a:lnTo>
                    <a:pt x="10" y="69"/>
                  </a:lnTo>
                  <a:lnTo>
                    <a:pt x="11" y="70"/>
                  </a:lnTo>
                  <a:lnTo>
                    <a:pt x="12" y="70"/>
                  </a:lnTo>
                  <a:lnTo>
                    <a:pt x="12" y="71"/>
                  </a:lnTo>
                  <a:lnTo>
                    <a:pt x="12" y="72"/>
                  </a:lnTo>
                  <a:lnTo>
                    <a:pt x="12" y="73"/>
                  </a:lnTo>
                  <a:lnTo>
                    <a:pt x="13" y="73"/>
                  </a:lnTo>
                  <a:lnTo>
                    <a:pt x="13" y="74"/>
                  </a:lnTo>
                  <a:lnTo>
                    <a:pt x="13" y="75"/>
                  </a:lnTo>
                  <a:lnTo>
                    <a:pt x="15" y="76"/>
                  </a:lnTo>
                  <a:lnTo>
                    <a:pt x="15" y="77"/>
                  </a:lnTo>
                  <a:lnTo>
                    <a:pt x="16" y="77"/>
                  </a:lnTo>
                  <a:lnTo>
                    <a:pt x="17" y="77"/>
                  </a:lnTo>
                  <a:lnTo>
                    <a:pt x="18" y="77"/>
                  </a:lnTo>
                  <a:lnTo>
                    <a:pt x="18" y="78"/>
                  </a:lnTo>
                  <a:lnTo>
                    <a:pt x="18" y="79"/>
                  </a:lnTo>
                  <a:lnTo>
                    <a:pt x="18" y="78"/>
                  </a:lnTo>
                  <a:lnTo>
                    <a:pt x="19" y="78"/>
                  </a:lnTo>
                  <a:lnTo>
                    <a:pt x="19" y="79"/>
                  </a:lnTo>
                  <a:lnTo>
                    <a:pt x="20" y="79"/>
                  </a:lnTo>
                  <a:lnTo>
                    <a:pt x="20" y="80"/>
                  </a:lnTo>
                  <a:lnTo>
                    <a:pt x="20" y="79"/>
                  </a:lnTo>
                  <a:lnTo>
                    <a:pt x="21" y="79"/>
                  </a:lnTo>
                  <a:lnTo>
                    <a:pt x="21" y="80"/>
                  </a:lnTo>
                  <a:lnTo>
                    <a:pt x="22" y="80"/>
                  </a:lnTo>
                  <a:lnTo>
                    <a:pt x="23" y="80"/>
                  </a:lnTo>
                  <a:lnTo>
                    <a:pt x="25" y="79"/>
                  </a:lnTo>
                  <a:lnTo>
                    <a:pt x="26" y="78"/>
                  </a:lnTo>
                  <a:lnTo>
                    <a:pt x="27" y="78"/>
                  </a:lnTo>
                  <a:lnTo>
                    <a:pt x="28" y="78"/>
                  </a:lnTo>
                  <a:lnTo>
                    <a:pt x="29" y="78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1" y="78"/>
                  </a:lnTo>
                  <a:lnTo>
                    <a:pt x="32" y="78"/>
                  </a:lnTo>
                  <a:lnTo>
                    <a:pt x="33" y="77"/>
                  </a:lnTo>
                  <a:lnTo>
                    <a:pt x="34" y="77"/>
                  </a:lnTo>
                  <a:lnTo>
                    <a:pt x="35" y="76"/>
                  </a:lnTo>
                  <a:lnTo>
                    <a:pt x="36" y="75"/>
                  </a:lnTo>
                  <a:lnTo>
                    <a:pt x="37" y="74"/>
                  </a:lnTo>
                  <a:lnTo>
                    <a:pt x="38" y="74"/>
                  </a:lnTo>
                  <a:lnTo>
                    <a:pt x="40" y="74"/>
                  </a:lnTo>
                  <a:lnTo>
                    <a:pt x="42" y="74"/>
                  </a:lnTo>
                  <a:lnTo>
                    <a:pt x="42" y="75"/>
                  </a:lnTo>
                  <a:lnTo>
                    <a:pt x="43" y="75"/>
                  </a:lnTo>
                  <a:lnTo>
                    <a:pt x="43" y="74"/>
                  </a:lnTo>
                  <a:lnTo>
                    <a:pt x="44" y="74"/>
                  </a:lnTo>
                  <a:lnTo>
                    <a:pt x="45" y="73"/>
                  </a:lnTo>
                  <a:lnTo>
                    <a:pt x="46" y="73"/>
                  </a:lnTo>
                  <a:lnTo>
                    <a:pt x="46" y="72"/>
                  </a:lnTo>
                  <a:lnTo>
                    <a:pt x="47" y="72"/>
                  </a:lnTo>
                  <a:lnTo>
                    <a:pt x="47" y="73"/>
                  </a:lnTo>
                  <a:lnTo>
                    <a:pt x="47" y="74"/>
                  </a:lnTo>
                  <a:lnTo>
                    <a:pt x="50" y="77"/>
                  </a:lnTo>
                  <a:lnTo>
                    <a:pt x="49" y="77"/>
                  </a:lnTo>
                  <a:lnTo>
                    <a:pt x="49" y="78"/>
                  </a:lnTo>
                  <a:lnTo>
                    <a:pt x="49" y="79"/>
                  </a:lnTo>
                  <a:lnTo>
                    <a:pt x="49" y="80"/>
                  </a:lnTo>
                  <a:lnTo>
                    <a:pt x="49" y="81"/>
                  </a:lnTo>
                  <a:lnTo>
                    <a:pt x="49" y="82"/>
                  </a:lnTo>
                  <a:lnTo>
                    <a:pt x="50" y="83"/>
                  </a:lnTo>
                  <a:lnTo>
                    <a:pt x="50" y="84"/>
                  </a:lnTo>
                  <a:lnTo>
                    <a:pt x="51" y="84"/>
                  </a:lnTo>
                  <a:lnTo>
                    <a:pt x="52" y="84"/>
                  </a:lnTo>
                  <a:lnTo>
                    <a:pt x="53" y="83"/>
                  </a:lnTo>
                  <a:lnTo>
                    <a:pt x="54" y="83"/>
                  </a:lnTo>
                  <a:lnTo>
                    <a:pt x="55" y="84"/>
                  </a:lnTo>
                  <a:lnTo>
                    <a:pt x="56" y="85"/>
                  </a:lnTo>
                  <a:lnTo>
                    <a:pt x="57" y="84"/>
                  </a:lnTo>
                  <a:lnTo>
                    <a:pt x="57" y="83"/>
                  </a:lnTo>
                  <a:lnTo>
                    <a:pt x="58" y="83"/>
                  </a:lnTo>
                  <a:lnTo>
                    <a:pt x="60" y="83"/>
                  </a:lnTo>
                  <a:lnTo>
                    <a:pt x="60" y="82"/>
                  </a:lnTo>
                  <a:lnTo>
                    <a:pt x="61" y="82"/>
                  </a:lnTo>
                  <a:lnTo>
                    <a:pt x="62" y="81"/>
                  </a:lnTo>
                  <a:lnTo>
                    <a:pt x="62" y="80"/>
                  </a:lnTo>
                  <a:lnTo>
                    <a:pt x="64" y="79"/>
                  </a:lnTo>
                  <a:lnTo>
                    <a:pt x="65" y="78"/>
                  </a:lnTo>
                  <a:lnTo>
                    <a:pt x="66" y="78"/>
                  </a:lnTo>
                  <a:lnTo>
                    <a:pt x="67" y="78"/>
                  </a:lnTo>
                  <a:lnTo>
                    <a:pt x="68" y="79"/>
                  </a:lnTo>
                  <a:lnTo>
                    <a:pt x="68" y="78"/>
                  </a:lnTo>
                  <a:lnTo>
                    <a:pt x="68" y="77"/>
                  </a:lnTo>
                  <a:lnTo>
                    <a:pt x="69" y="76"/>
                  </a:lnTo>
                  <a:lnTo>
                    <a:pt x="70" y="75"/>
                  </a:lnTo>
                  <a:lnTo>
                    <a:pt x="70" y="74"/>
                  </a:lnTo>
                  <a:lnTo>
                    <a:pt x="70" y="73"/>
                  </a:lnTo>
                  <a:lnTo>
                    <a:pt x="71" y="73"/>
                  </a:lnTo>
                  <a:lnTo>
                    <a:pt x="70" y="72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8" y="73"/>
                  </a:lnTo>
                  <a:lnTo>
                    <a:pt x="67" y="73"/>
                  </a:lnTo>
                  <a:lnTo>
                    <a:pt x="67" y="72"/>
                  </a:lnTo>
                  <a:lnTo>
                    <a:pt x="67" y="71"/>
                  </a:lnTo>
                  <a:lnTo>
                    <a:pt x="67" y="70"/>
                  </a:lnTo>
                  <a:lnTo>
                    <a:pt x="66" y="69"/>
                  </a:lnTo>
                  <a:lnTo>
                    <a:pt x="65" y="68"/>
                  </a:lnTo>
                  <a:lnTo>
                    <a:pt x="64" y="68"/>
                  </a:lnTo>
                  <a:lnTo>
                    <a:pt x="64" y="67"/>
                  </a:lnTo>
                  <a:lnTo>
                    <a:pt x="65" y="66"/>
                  </a:lnTo>
                  <a:lnTo>
                    <a:pt x="66" y="66"/>
                  </a:lnTo>
                  <a:lnTo>
                    <a:pt x="66" y="65"/>
                  </a:lnTo>
                  <a:lnTo>
                    <a:pt x="66" y="64"/>
                  </a:lnTo>
                  <a:lnTo>
                    <a:pt x="65" y="63"/>
                  </a:lnTo>
                  <a:lnTo>
                    <a:pt x="64" y="63"/>
                  </a:lnTo>
                  <a:lnTo>
                    <a:pt x="64" y="62"/>
                  </a:lnTo>
                  <a:lnTo>
                    <a:pt x="63" y="61"/>
                  </a:lnTo>
                  <a:lnTo>
                    <a:pt x="62" y="62"/>
                  </a:lnTo>
                  <a:lnTo>
                    <a:pt x="61" y="62"/>
                  </a:lnTo>
                  <a:lnTo>
                    <a:pt x="60" y="62"/>
                  </a:lnTo>
                  <a:lnTo>
                    <a:pt x="59" y="62"/>
                  </a:lnTo>
                  <a:lnTo>
                    <a:pt x="60" y="61"/>
                  </a:lnTo>
                  <a:lnTo>
                    <a:pt x="60" y="60"/>
                  </a:lnTo>
                  <a:lnTo>
                    <a:pt x="60" y="59"/>
                  </a:lnTo>
                  <a:lnTo>
                    <a:pt x="60" y="57"/>
                  </a:lnTo>
                  <a:lnTo>
                    <a:pt x="61" y="57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3" y="58"/>
                  </a:lnTo>
                  <a:lnTo>
                    <a:pt x="63" y="57"/>
                  </a:lnTo>
                  <a:lnTo>
                    <a:pt x="62" y="57"/>
                  </a:lnTo>
                  <a:lnTo>
                    <a:pt x="63" y="57"/>
                  </a:lnTo>
                  <a:lnTo>
                    <a:pt x="64" y="57"/>
                  </a:lnTo>
                  <a:lnTo>
                    <a:pt x="64" y="58"/>
                  </a:lnTo>
                  <a:lnTo>
                    <a:pt x="65" y="58"/>
                  </a:lnTo>
                  <a:lnTo>
                    <a:pt x="66" y="58"/>
                  </a:lnTo>
                  <a:lnTo>
                    <a:pt x="67" y="57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9" y="56"/>
                  </a:lnTo>
                  <a:lnTo>
                    <a:pt x="69" y="55"/>
                  </a:lnTo>
                  <a:lnTo>
                    <a:pt x="70" y="55"/>
                  </a:lnTo>
                  <a:lnTo>
                    <a:pt x="71" y="55"/>
                  </a:lnTo>
                  <a:lnTo>
                    <a:pt x="73" y="55"/>
                  </a:lnTo>
                  <a:lnTo>
                    <a:pt x="74" y="55"/>
                  </a:lnTo>
                  <a:lnTo>
                    <a:pt x="74" y="54"/>
                  </a:lnTo>
                  <a:lnTo>
                    <a:pt x="75" y="54"/>
                  </a:lnTo>
                  <a:lnTo>
                    <a:pt x="76" y="55"/>
                  </a:lnTo>
                  <a:lnTo>
                    <a:pt x="77" y="54"/>
                  </a:lnTo>
                  <a:lnTo>
                    <a:pt x="80" y="53"/>
                  </a:lnTo>
                  <a:lnTo>
                    <a:pt x="81" y="53"/>
                  </a:lnTo>
                  <a:lnTo>
                    <a:pt x="83" y="50"/>
                  </a:lnTo>
                  <a:lnTo>
                    <a:pt x="83" y="49"/>
                  </a:lnTo>
                  <a:lnTo>
                    <a:pt x="83" y="47"/>
                  </a:lnTo>
                  <a:lnTo>
                    <a:pt x="82" y="47"/>
                  </a:lnTo>
                  <a:lnTo>
                    <a:pt x="82" y="46"/>
                  </a:lnTo>
                  <a:lnTo>
                    <a:pt x="80" y="44"/>
                  </a:lnTo>
                  <a:lnTo>
                    <a:pt x="81" y="44"/>
                  </a:lnTo>
                  <a:lnTo>
                    <a:pt x="82" y="43"/>
                  </a:lnTo>
                  <a:lnTo>
                    <a:pt x="84" y="40"/>
                  </a:lnTo>
                  <a:lnTo>
                    <a:pt x="84" y="39"/>
                  </a:lnTo>
                  <a:lnTo>
                    <a:pt x="85" y="38"/>
                  </a:lnTo>
                  <a:lnTo>
                    <a:pt x="86" y="36"/>
                  </a:lnTo>
                  <a:lnTo>
                    <a:pt x="87" y="35"/>
                  </a:lnTo>
                  <a:lnTo>
                    <a:pt x="87" y="34"/>
                  </a:lnTo>
                  <a:lnTo>
                    <a:pt x="88" y="33"/>
                  </a:lnTo>
                  <a:lnTo>
                    <a:pt x="89" y="34"/>
                  </a:lnTo>
                  <a:lnTo>
                    <a:pt x="89" y="33"/>
                  </a:lnTo>
                  <a:lnTo>
                    <a:pt x="90" y="33"/>
                  </a:lnTo>
                  <a:lnTo>
                    <a:pt x="91" y="31"/>
                  </a:lnTo>
                  <a:lnTo>
                    <a:pt x="90" y="29"/>
                  </a:lnTo>
                  <a:lnTo>
                    <a:pt x="89" y="28"/>
                  </a:lnTo>
                  <a:lnTo>
                    <a:pt x="90" y="27"/>
                  </a:lnTo>
                  <a:lnTo>
                    <a:pt x="90" y="26"/>
                  </a:lnTo>
                  <a:lnTo>
                    <a:pt x="91" y="25"/>
                  </a:lnTo>
                  <a:lnTo>
                    <a:pt x="91" y="24"/>
                  </a:lnTo>
                  <a:lnTo>
                    <a:pt x="92" y="24"/>
                  </a:lnTo>
                  <a:lnTo>
                    <a:pt x="90" y="23"/>
                  </a:lnTo>
                  <a:lnTo>
                    <a:pt x="91" y="23"/>
                  </a:lnTo>
                  <a:lnTo>
                    <a:pt x="93" y="21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0" y="19"/>
                  </a:lnTo>
                  <a:lnTo>
                    <a:pt x="88" y="18"/>
                  </a:lnTo>
                  <a:lnTo>
                    <a:pt x="87" y="17"/>
                  </a:lnTo>
                  <a:lnTo>
                    <a:pt x="86" y="17"/>
                  </a:lnTo>
                  <a:lnTo>
                    <a:pt x="85" y="18"/>
                  </a:lnTo>
                  <a:lnTo>
                    <a:pt x="84" y="18"/>
                  </a:lnTo>
                  <a:lnTo>
                    <a:pt x="84" y="19"/>
                  </a:lnTo>
                  <a:lnTo>
                    <a:pt x="82" y="20"/>
                  </a:lnTo>
                  <a:lnTo>
                    <a:pt x="80" y="21"/>
                  </a:lnTo>
                  <a:lnTo>
                    <a:pt x="80" y="22"/>
                  </a:lnTo>
                  <a:lnTo>
                    <a:pt x="76" y="26"/>
                  </a:lnTo>
                  <a:lnTo>
                    <a:pt x="73" y="25"/>
                  </a:lnTo>
                  <a:lnTo>
                    <a:pt x="72" y="25"/>
                  </a:lnTo>
                  <a:lnTo>
                    <a:pt x="69" y="24"/>
                  </a:lnTo>
                  <a:lnTo>
                    <a:pt x="67" y="23"/>
                  </a:lnTo>
                  <a:lnTo>
                    <a:pt x="66" y="23"/>
                  </a:lnTo>
                  <a:lnTo>
                    <a:pt x="65" y="24"/>
                  </a:lnTo>
                  <a:lnTo>
                    <a:pt x="64" y="25"/>
                  </a:lnTo>
                  <a:lnTo>
                    <a:pt x="64" y="26"/>
                  </a:lnTo>
                  <a:lnTo>
                    <a:pt x="65" y="27"/>
                  </a:lnTo>
                  <a:lnTo>
                    <a:pt x="66" y="28"/>
                  </a:lnTo>
                  <a:lnTo>
                    <a:pt x="67" y="29"/>
                  </a:lnTo>
                  <a:lnTo>
                    <a:pt x="67" y="31"/>
                  </a:lnTo>
                  <a:lnTo>
                    <a:pt x="67" y="33"/>
                  </a:lnTo>
                  <a:lnTo>
                    <a:pt x="66" y="33"/>
                  </a:lnTo>
                  <a:lnTo>
                    <a:pt x="66" y="32"/>
                  </a:lnTo>
                  <a:lnTo>
                    <a:pt x="66" y="31"/>
                  </a:lnTo>
                  <a:lnTo>
                    <a:pt x="65" y="31"/>
                  </a:lnTo>
                  <a:lnTo>
                    <a:pt x="65" y="33"/>
                  </a:lnTo>
                  <a:lnTo>
                    <a:pt x="63" y="33"/>
                  </a:lnTo>
                  <a:lnTo>
                    <a:pt x="63" y="34"/>
                  </a:lnTo>
                  <a:lnTo>
                    <a:pt x="62" y="34"/>
                  </a:lnTo>
                  <a:lnTo>
                    <a:pt x="60" y="34"/>
                  </a:lnTo>
                  <a:lnTo>
                    <a:pt x="58" y="34"/>
                  </a:lnTo>
                  <a:lnTo>
                    <a:pt x="58" y="35"/>
                  </a:lnTo>
                  <a:lnTo>
                    <a:pt x="58" y="37"/>
                  </a:lnTo>
                  <a:lnTo>
                    <a:pt x="58" y="38"/>
                  </a:lnTo>
                  <a:lnTo>
                    <a:pt x="57" y="38"/>
                  </a:lnTo>
                  <a:lnTo>
                    <a:pt x="55" y="37"/>
                  </a:lnTo>
                  <a:lnTo>
                    <a:pt x="54" y="38"/>
                  </a:lnTo>
                  <a:lnTo>
                    <a:pt x="51" y="38"/>
                  </a:lnTo>
                  <a:lnTo>
                    <a:pt x="51" y="37"/>
                  </a:lnTo>
                  <a:lnTo>
                    <a:pt x="46" y="36"/>
                  </a:lnTo>
                  <a:lnTo>
                    <a:pt x="45" y="36"/>
                  </a:lnTo>
                  <a:lnTo>
                    <a:pt x="45" y="35"/>
                  </a:lnTo>
                  <a:lnTo>
                    <a:pt x="42" y="35"/>
                  </a:lnTo>
                  <a:lnTo>
                    <a:pt x="41" y="34"/>
                  </a:lnTo>
                  <a:lnTo>
                    <a:pt x="42" y="31"/>
                  </a:lnTo>
                  <a:lnTo>
                    <a:pt x="42" y="30"/>
                  </a:lnTo>
                  <a:lnTo>
                    <a:pt x="42" y="29"/>
                  </a:lnTo>
                  <a:lnTo>
                    <a:pt x="43" y="29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6" y="27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4"/>
                  </a:lnTo>
                  <a:lnTo>
                    <a:pt x="46" y="24"/>
                  </a:lnTo>
                  <a:lnTo>
                    <a:pt x="45" y="22"/>
                  </a:lnTo>
                  <a:lnTo>
                    <a:pt x="46" y="21"/>
                  </a:lnTo>
                  <a:lnTo>
                    <a:pt x="47" y="22"/>
                  </a:lnTo>
                  <a:lnTo>
                    <a:pt x="48" y="22"/>
                  </a:lnTo>
                  <a:lnTo>
                    <a:pt x="50" y="20"/>
                  </a:lnTo>
                  <a:lnTo>
                    <a:pt x="52" y="19"/>
                  </a:lnTo>
                  <a:lnTo>
                    <a:pt x="53" y="19"/>
                  </a:lnTo>
                  <a:lnTo>
                    <a:pt x="54" y="18"/>
                  </a:lnTo>
                  <a:lnTo>
                    <a:pt x="54" y="17"/>
                  </a:lnTo>
                  <a:lnTo>
                    <a:pt x="54" y="16"/>
                  </a:lnTo>
                  <a:lnTo>
                    <a:pt x="54" y="14"/>
                  </a:lnTo>
                  <a:lnTo>
                    <a:pt x="56" y="12"/>
                  </a:lnTo>
                  <a:lnTo>
                    <a:pt x="56" y="10"/>
                  </a:lnTo>
                  <a:lnTo>
                    <a:pt x="56" y="9"/>
                  </a:lnTo>
                  <a:lnTo>
                    <a:pt x="55" y="8"/>
                  </a:lnTo>
                  <a:lnTo>
                    <a:pt x="54" y="8"/>
                  </a:lnTo>
                  <a:lnTo>
                    <a:pt x="53" y="8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9" y="10"/>
                  </a:lnTo>
                  <a:lnTo>
                    <a:pt x="49" y="11"/>
                  </a:lnTo>
                  <a:lnTo>
                    <a:pt x="49" y="12"/>
                  </a:lnTo>
                  <a:lnTo>
                    <a:pt x="49" y="13"/>
                  </a:lnTo>
                  <a:lnTo>
                    <a:pt x="48" y="14"/>
                  </a:lnTo>
                  <a:lnTo>
                    <a:pt x="48" y="15"/>
                  </a:lnTo>
                  <a:lnTo>
                    <a:pt x="47" y="15"/>
                  </a:lnTo>
                  <a:lnTo>
                    <a:pt x="44" y="15"/>
                  </a:lnTo>
                  <a:lnTo>
                    <a:pt x="44" y="12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2" y="10"/>
                  </a:lnTo>
                  <a:lnTo>
                    <a:pt x="41" y="12"/>
                  </a:lnTo>
                  <a:lnTo>
                    <a:pt x="40" y="13"/>
                  </a:lnTo>
                  <a:lnTo>
                    <a:pt x="41" y="8"/>
                  </a:lnTo>
                  <a:lnTo>
                    <a:pt x="40" y="7"/>
                  </a:lnTo>
                  <a:lnTo>
                    <a:pt x="41" y="7"/>
                  </a:lnTo>
                  <a:lnTo>
                    <a:pt x="41" y="5"/>
                  </a:lnTo>
                  <a:lnTo>
                    <a:pt x="42" y="4"/>
                  </a:lnTo>
                  <a:lnTo>
                    <a:pt x="43" y="1"/>
                  </a:lnTo>
                  <a:lnTo>
                    <a:pt x="37" y="0"/>
                  </a:lnTo>
                  <a:lnTo>
                    <a:pt x="37" y="5"/>
                  </a:lnTo>
                  <a:lnTo>
                    <a:pt x="39" y="6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3" y="7"/>
                  </a:lnTo>
                  <a:lnTo>
                    <a:pt x="30" y="11"/>
                  </a:lnTo>
                  <a:lnTo>
                    <a:pt x="29" y="15"/>
                  </a:lnTo>
                  <a:lnTo>
                    <a:pt x="31" y="19"/>
                  </a:lnTo>
                  <a:lnTo>
                    <a:pt x="33" y="20"/>
                  </a:lnTo>
                  <a:lnTo>
                    <a:pt x="34" y="25"/>
                  </a:lnTo>
                  <a:lnTo>
                    <a:pt x="33" y="27"/>
                  </a:lnTo>
                  <a:lnTo>
                    <a:pt x="38" y="31"/>
                  </a:lnTo>
                  <a:lnTo>
                    <a:pt x="38" y="33"/>
                  </a:lnTo>
                  <a:lnTo>
                    <a:pt x="36" y="34"/>
                  </a:lnTo>
                  <a:lnTo>
                    <a:pt x="33" y="35"/>
                  </a:lnTo>
                  <a:lnTo>
                    <a:pt x="32" y="35"/>
                  </a:lnTo>
                  <a:lnTo>
                    <a:pt x="32" y="36"/>
                  </a:lnTo>
                  <a:lnTo>
                    <a:pt x="33" y="37"/>
                  </a:lnTo>
                  <a:lnTo>
                    <a:pt x="32" y="38"/>
                  </a:lnTo>
                  <a:lnTo>
                    <a:pt x="33" y="39"/>
                  </a:lnTo>
                  <a:lnTo>
                    <a:pt x="32" y="42"/>
                  </a:lnTo>
                  <a:lnTo>
                    <a:pt x="31" y="44"/>
                  </a:lnTo>
                  <a:lnTo>
                    <a:pt x="32" y="46"/>
                  </a:lnTo>
                  <a:lnTo>
                    <a:pt x="31" y="46"/>
                  </a:lnTo>
                  <a:lnTo>
                    <a:pt x="29" y="44"/>
                  </a:lnTo>
                  <a:lnTo>
                    <a:pt x="29" y="43"/>
                  </a:lnTo>
                  <a:lnTo>
                    <a:pt x="28" y="43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1" y="38"/>
                  </a:lnTo>
                  <a:lnTo>
                    <a:pt x="20" y="38"/>
                  </a:lnTo>
                  <a:lnTo>
                    <a:pt x="19" y="38"/>
                  </a:lnTo>
                  <a:lnTo>
                    <a:pt x="18" y="39"/>
                  </a:lnTo>
                  <a:lnTo>
                    <a:pt x="16" y="40"/>
                  </a:lnTo>
                  <a:lnTo>
                    <a:pt x="15" y="40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0" y="43"/>
                  </a:lnTo>
                  <a:lnTo>
                    <a:pt x="10" y="45"/>
                  </a:lnTo>
                  <a:lnTo>
                    <a:pt x="9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7" y="48"/>
                  </a:lnTo>
                  <a:lnTo>
                    <a:pt x="6" y="49"/>
                  </a:lnTo>
                  <a:lnTo>
                    <a:pt x="5" y="49"/>
                  </a:lnTo>
                  <a:lnTo>
                    <a:pt x="4" y="49"/>
                  </a:lnTo>
                  <a:lnTo>
                    <a:pt x="3" y="49"/>
                  </a:lnTo>
                  <a:lnTo>
                    <a:pt x="2" y="49"/>
                  </a:lnTo>
                  <a:lnTo>
                    <a:pt x="1" y="49"/>
                  </a:lnTo>
                  <a:lnTo>
                    <a:pt x="1" y="50"/>
                  </a:lnTo>
                  <a:lnTo>
                    <a:pt x="0" y="5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1403648" y="1376362"/>
              <a:ext cx="856856" cy="1210762"/>
            </a:xfrm>
            <a:custGeom>
              <a:avLst/>
              <a:gdLst>
                <a:gd name="T0" fmla="*/ 2147483647 w 76"/>
                <a:gd name="T1" fmla="*/ 0 h 110"/>
                <a:gd name="T2" fmla="*/ 2147483647 w 76"/>
                <a:gd name="T3" fmla="*/ 2147483647 h 110"/>
                <a:gd name="T4" fmla="*/ 2147483647 w 76"/>
                <a:gd name="T5" fmla="*/ 2147483647 h 110"/>
                <a:gd name="T6" fmla="*/ 2147483647 w 76"/>
                <a:gd name="T7" fmla="*/ 2147483647 h 110"/>
                <a:gd name="T8" fmla="*/ 2147483647 w 76"/>
                <a:gd name="T9" fmla="*/ 2147483647 h 110"/>
                <a:gd name="T10" fmla="*/ 2147483647 w 76"/>
                <a:gd name="T11" fmla="*/ 2147483647 h 110"/>
                <a:gd name="T12" fmla="*/ 2147483647 w 76"/>
                <a:gd name="T13" fmla="*/ 2147483647 h 110"/>
                <a:gd name="T14" fmla="*/ 2147483647 w 76"/>
                <a:gd name="T15" fmla="*/ 2147483647 h 110"/>
                <a:gd name="T16" fmla="*/ 2147483647 w 76"/>
                <a:gd name="T17" fmla="*/ 2147483647 h 110"/>
                <a:gd name="T18" fmla="*/ 2147483647 w 76"/>
                <a:gd name="T19" fmla="*/ 2147483647 h 110"/>
                <a:gd name="T20" fmla="*/ 2147483647 w 76"/>
                <a:gd name="T21" fmla="*/ 2147483647 h 110"/>
                <a:gd name="T22" fmla="*/ 2147483647 w 76"/>
                <a:gd name="T23" fmla="*/ 2147483647 h 110"/>
                <a:gd name="T24" fmla="*/ 2147483647 w 76"/>
                <a:gd name="T25" fmla="*/ 2147483647 h 110"/>
                <a:gd name="T26" fmla="*/ 2147483647 w 76"/>
                <a:gd name="T27" fmla="*/ 2147483647 h 110"/>
                <a:gd name="T28" fmla="*/ 2147483647 w 76"/>
                <a:gd name="T29" fmla="*/ 2147483647 h 110"/>
                <a:gd name="T30" fmla="*/ 2147483647 w 76"/>
                <a:gd name="T31" fmla="*/ 2147483647 h 110"/>
                <a:gd name="T32" fmla="*/ 2147483647 w 76"/>
                <a:gd name="T33" fmla="*/ 2147483647 h 110"/>
                <a:gd name="T34" fmla="*/ 2147483647 w 76"/>
                <a:gd name="T35" fmla="*/ 2147483647 h 110"/>
                <a:gd name="T36" fmla="*/ 2147483647 w 76"/>
                <a:gd name="T37" fmla="*/ 2147483647 h 110"/>
                <a:gd name="T38" fmla="*/ 2147483647 w 76"/>
                <a:gd name="T39" fmla="*/ 2147483647 h 110"/>
                <a:gd name="T40" fmla="*/ 2147483647 w 76"/>
                <a:gd name="T41" fmla="*/ 2147483647 h 110"/>
                <a:gd name="T42" fmla="*/ 2147483647 w 76"/>
                <a:gd name="T43" fmla="*/ 2147483647 h 110"/>
                <a:gd name="T44" fmla="*/ 2147483647 w 76"/>
                <a:gd name="T45" fmla="*/ 2147483647 h 110"/>
                <a:gd name="T46" fmla="*/ 2147483647 w 76"/>
                <a:gd name="T47" fmla="*/ 2147483647 h 110"/>
                <a:gd name="T48" fmla="*/ 2147483647 w 76"/>
                <a:gd name="T49" fmla="*/ 2147483647 h 110"/>
                <a:gd name="T50" fmla="*/ 2147483647 w 76"/>
                <a:gd name="T51" fmla="*/ 2147483647 h 110"/>
                <a:gd name="T52" fmla="*/ 2147483647 w 76"/>
                <a:gd name="T53" fmla="*/ 2147483647 h 110"/>
                <a:gd name="T54" fmla="*/ 2147483647 w 76"/>
                <a:gd name="T55" fmla="*/ 2147483647 h 110"/>
                <a:gd name="T56" fmla="*/ 2147483647 w 76"/>
                <a:gd name="T57" fmla="*/ 2147483647 h 110"/>
                <a:gd name="T58" fmla="*/ 2147483647 w 76"/>
                <a:gd name="T59" fmla="*/ 2147483647 h 110"/>
                <a:gd name="T60" fmla="*/ 2147483647 w 76"/>
                <a:gd name="T61" fmla="*/ 2147483647 h 110"/>
                <a:gd name="T62" fmla="*/ 2147483647 w 76"/>
                <a:gd name="T63" fmla="*/ 2147483647 h 110"/>
                <a:gd name="T64" fmla="*/ 2147483647 w 76"/>
                <a:gd name="T65" fmla="*/ 2147483647 h 110"/>
                <a:gd name="T66" fmla="*/ 2147483647 w 76"/>
                <a:gd name="T67" fmla="*/ 2147483647 h 110"/>
                <a:gd name="T68" fmla="*/ 2147483647 w 76"/>
                <a:gd name="T69" fmla="*/ 2147483647 h 110"/>
                <a:gd name="T70" fmla="*/ 2147483647 w 76"/>
                <a:gd name="T71" fmla="*/ 2147483647 h 110"/>
                <a:gd name="T72" fmla="*/ 2147483647 w 76"/>
                <a:gd name="T73" fmla="*/ 2147483647 h 110"/>
                <a:gd name="T74" fmla="*/ 2147483647 w 76"/>
                <a:gd name="T75" fmla="*/ 2147483647 h 110"/>
                <a:gd name="T76" fmla="*/ 2147483647 w 76"/>
                <a:gd name="T77" fmla="*/ 2147483647 h 110"/>
                <a:gd name="T78" fmla="*/ 2147483647 w 76"/>
                <a:gd name="T79" fmla="*/ 2147483647 h 110"/>
                <a:gd name="T80" fmla="*/ 2147483647 w 76"/>
                <a:gd name="T81" fmla="*/ 2147483647 h 110"/>
                <a:gd name="T82" fmla="*/ 2147483647 w 76"/>
                <a:gd name="T83" fmla="*/ 2147483647 h 110"/>
                <a:gd name="T84" fmla="*/ 2147483647 w 76"/>
                <a:gd name="T85" fmla="*/ 2147483647 h 110"/>
                <a:gd name="T86" fmla="*/ 2147483647 w 76"/>
                <a:gd name="T87" fmla="*/ 2147483647 h 110"/>
                <a:gd name="T88" fmla="*/ 2147483647 w 76"/>
                <a:gd name="T89" fmla="*/ 2147483647 h 11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6" h="110">
                  <a:moveTo>
                    <a:pt x="2" y="2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46" y="1"/>
                  </a:lnTo>
                  <a:lnTo>
                    <a:pt x="44" y="4"/>
                  </a:lnTo>
                  <a:lnTo>
                    <a:pt x="42" y="6"/>
                  </a:lnTo>
                  <a:lnTo>
                    <a:pt x="40" y="9"/>
                  </a:lnTo>
                  <a:lnTo>
                    <a:pt x="39" y="12"/>
                  </a:lnTo>
                  <a:lnTo>
                    <a:pt x="39" y="11"/>
                  </a:lnTo>
                  <a:lnTo>
                    <a:pt x="38" y="12"/>
                  </a:lnTo>
                  <a:lnTo>
                    <a:pt x="38" y="16"/>
                  </a:lnTo>
                  <a:lnTo>
                    <a:pt x="38" y="17"/>
                  </a:lnTo>
                  <a:lnTo>
                    <a:pt x="37" y="17"/>
                  </a:lnTo>
                  <a:lnTo>
                    <a:pt x="38" y="18"/>
                  </a:lnTo>
                  <a:lnTo>
                    <a:pt x="39" y="18"/>
                  </a:lnTo>
                  <a:lnTo>
                    <a:pt x="41" y="21"/>
                  </a:lnTo>
                  <a:lnTo>
                    <a:pt x="41" y="23"/>
                  </a:lnTo>
                  <a:lnTo>
                    <a:pt x="42" y="24"/>
                  </a:lnTo>
                  <a:lnTo>
                    <a:pt x="42" y="25"/>
                  </a:lnTo>
                  <a:lnTo>
                    <a:pt x="41" y="25"/>
                  </a:lnTo>
                  <a:lnTo>
                    <a:pt x="41" y="26"/>
                  </a:lnTo>
                  <a:lnTo>
                    <a:pt x="41" y="28"/>
                  </a:lnTo>
                  <a:lnTo>
                    <a:pt x="40" y="29"/>
                  </a:lnTo>
                  <a:lnTo>
                    <a:pt x="39" y="35"/>
                  </a:lnTo>
                  <a:lnTo>
                    <a:pt x="40" y="36"/>
                  </a:lnTo>
                  <a:lnTo>
                    <a:pt x="40" y="37"/>
                  </a:lnTo>
                  <a:lnTo>
                    <a:pt x="40" y="39"/>
                  </a:lnTo>
                  <a:lnTo>
                    <a:pt x="42" y="41"/>
                  </a:lnTo>
                  <a:lnTo>
                    <a:pt x="43" y="48"/>
                  </a:lnTo>
                  <a:lnTo>
                    <a:pt x="43" y="51"/>
                  </a:lnTo>
                  <a:lnTo>
                    <a:pt x="43" y="54"/>
                  </a:lnTo>
                  <a:lnTo>
                    <a:pt x="42" y="58"/>
                  </a:lnTo>
                  <a:lnTo>
                    <a:pt x="44" y="61"/>
                  </a:lnTo>
                  <a:lnTo>
                    <a:pt x="45" y="63"/>
                  </a:lnTo>
                  <a:lnTo>
                    <a:pt x="47" y="64"/>
                  </a:lnTo>
                  <a:lnTo>
                    <a:pt x="47" y="67"/>
                  </a:lnTo>
                  <a:lnTo>
                    <a:pt x="48" y="69"/>
                  </a:lnTo>
                  <a:lnTo>
                    <a:pt x="49" y="67"/>
                  </a:lnTo>
                  <a:lnTo>
                    <a:pt x="50" y="68"/>
                  </a:lnTo>
                  <a:lnTo>
                    <a:pt x="52" y="70"/>
                  </a:lnTo>
                  <a:lnTo>
                    <a:pt x="57" y="76"/>
                  </a:lnTo>
                  <a:lnTo>
                    <a:pt x="59" y="78"/>
                  </a:lnTo>
                  <a:lnTo>
                    <a:pt x="60" y="82"/>
                  </a:lnTo>
                  <a:lnTo>
                    <a:pt x="61" y="83"/>
                  </a:lnTo>
                  <a:lnTo>
                    <a:pt x="62" y="85"/>
                  </a:lnTo>
                  <a:lnTo>
                    <a:pt x="62" y="87"/>
                  </a:lnTo>
                  <a:lnTo>
                    <a:pt x="63" y="89"/>
                  </a:lnTo>
                  <a:lnTo>
                    <a:pt x="63" y="88"/>
                  </a:lnTo>
                  <a:lnTo>
                    <a:pt x="64" y="88"/>
                  </a:lnTo>
                  <a:lnTo>
                    <a:pt x="65" y="92"/>
                  </a:lnTo>
                  <a:lnTo>
                    <a:pt x="66" y="91"/>
                  </a:lnTo>
                  <a:lnTo>
                    <a:pt x="68" y="91"/>
                  </a:lnTo>
                  <a:lnTo>
                    <a:pt x="69" y="96"/>
                  </a:lnTo>
                  <a:lnTo>
                    <a:pt x="70" y="99"/>
                  </a:lnTo>
                  <a:lnTo>
                    <a:pt x="72" y="100"/>
                  </a:lnTo>
                  <a:lnTo>
                    <a:pt x="73" y="100"/>
                  </a:lnTo>
                  <a:lnTo>
                    <a:pt x="74" y="101"/>
                  </a:lnTo>
                  <a:lnTo>
                    <a:pt x="73" y="104"/>
                  </a:lnTo>
                  <a:lnTo>
                    <a:pt x="74" y="105"/>
                  </a:lnTo>
                  <a:lnTo>
                    <a:pt x="75" y="106"/>
                  </a:lnTo>
                  <a:lnTo>
                    <a:pt x="75" y="109"/>
                  </a:lnTo>
                  <a:lnTo>
                    <a:pt x="76" y="110"/>
                  </a:lnTo>
                  <a:lnTo>
                    <a:pt x="74" y="110"/>
                  </a:lnTo>
                  <a:lnTo>
                    <a:pt x="68" y="110"/>
                  </a:lnTo>
                  <a:lnTo>
                    <a:pt x="53" y="108"/>
                  </a:lnTo>
                  <a:lnTo>
                    <a:pt x="48" y="107"/>
                  </a:lnTo>
                  <a:lnTo>
                    <a:pt x="49" y="107"/>
                  </a:lnTo>
                  <a:lnTo>
                    <a:pt x="50" y="106"/>
                  </a:lnTo>
                  <a:lnTo>
                    <a:pt x="50" y="104"/>
                  </a:lnTo>
                  <a:lnTo>
                    <a:pt x="50" y="103"/>
                  </a:lnTo>
                  <a:lnTo>
                    <a:pt x="49" y="102"/>
                  </a:lnTo>
                  <a:lnTo>
                    <a:pt x="49" y="101"/>
                  </a:lnTo>
                  <a:lnTo>
                    <a:pt x="51" y="99"/>
                  </a:lnTo>
                  <a:lnTo>
                    <a:pt x="51" y="98"/>
                  </a:lnTo>
                  <a:lnTo>
                    <a:pt x="50" y="95"/>
                  </a:lnTo>
                  <a:lnTo>
                    <a:pt x="50" y="93"/>
                  </a:lnTo>
                  <a:lnTo>
                    <a:pt x="48" y="93"/>
                  </a:lnTo>
                  <a:lnTo>
                    <a:pt x="47" y="91"/>
                  </a:lnTo>
                  <a:lnTo>
                    <a:pt x="46" y="89"/>
                  </a:lnTo>
                  <a:lnTo>
                    <a:pt x="46" y="88"/>
                  </a:lnTo>
                  <a:lnTo>
                    <a:pt x="44" y="86"/>
                  </a:lnTo>
                  <a:lnTo>
                    <a:pt x="43" y="86"/>
                  </a:lnTo>
                  <a:lnTo>
                    <a:pt x="42" y="85"/>
                  </a:lnTo>
                  <a:lnTo>
                    <a:pt x="42" y="84"/>
                  </a:lnTo>
                  <a:lnTo>
                    <a:pt x="41" y="82"/>
                  </a:lnTo>
                  <a:lnTo>
                    <a:pt x="40" y="81"/>
                  </a:lnTo>
                  <a:lnTo>
                    <a:pt x="39" y="80"/>
                  </a:lnTo>
                  <a:lnTo>
                    <a:pt x="38" y="78"/>
                  </a:lnTo>
                  <a:lnTo>
                    <a:pt x="36" y="76"/>
                  </a:lnTo>
                  <a:lnTo>
                    <a:pt x="35" y="75"/>
                  </a:lnTo>
                  <a:lnTo>
                    <a:pt x="32" y="74"/>
                  </a:lnTo>
                  <a:lnTo>
                    <a:pt x="31" y="72"/>
                  </a:lnTo>
                  <a:lnTo>
                    <a:pt x="29" y="71"/>
                  </a:lnTo>
                  <a:lnTo>
                    <a:pt x="28" y="70"/>
                  </a:lnTo>
                  <a:lnTo>
                    <a:pt x="26" y="69"/>
                  </a:lnTo>
                  <a:lnTo>
                    <a:pt x="26" y="68"/>
                  </a:lnTo>
                  <a:lnTo>
                    <a:pt x="24" y="67"/>
                  </a:lnTo>
                  <a:lnTo>
                    <a:pt x="23" y="65"/>
                  </a:lnTo>
                  <a:lnTo>
                    <a:pt x="23" y="61"/>
                  </a:lnTo>
                  <a:lnTo>
                    <a:pt x="22" y="61"/>
                  </a:lnTo>
                  <a:lnTo>
                    <a:pt x="22" y="56"/>
                  </a:lnTo>
                  <a:lnTo>
                    <a:pt x="21" y="52"/>
                  </a:lnTo>
                  <a:lnTo>
                    <a:pt x="19" y="49"/>
                  </a:lnTo>
                  <a:lnTo>
                    <a:pt x="18" y="50"/>
                  </a:lnTo>
                  <a:lnTo>
                    <a:pt x="18" y="49"/>
                  </a:lnTo>
                  <a:lnTo>
                    <a:pt x="17" y="48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7" y="40"/>
                  </a:lnTo>
                  <a:lnTo>
                    <a:pt x="15" y="38"/>
                  </a:lnTo>
                  <a:lnTo>
                    <a:pt x="14" y="37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4" y="31"/>
                  </a:lnTo>
                  <a:lnTo>
                    <a:pt x="13" y="30"/>
                  </a:lnTo>
                  <a:lnTo>
                    <a:pt x="9" y="25"/>
                  </a:lnTo>
                  <a:lnTo>
                    <a:pt x="6" y="23"/>
                  </a:lnTo>
                  <a:lnTo>
                    <a:pt x="7" y="20"/>
                  </a:lnTo>
                  <a:lnTo>
                    <a:pt x="6" y="18"/>
                  </a:lnTo>
                  <a:lnTo>
                    <a:pt x="8" y="19"/>
                  </a:lnTo>
                  <a:lnTo>
                    <a:pt x="8" y="17"/>
                  </a:lnTo>
                  <a:lnTo>
                    <a:pt x="7" y="16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2" y="2"/>
                  </a:lnTo>
                  <a:close/>
                </a:path>
              </a:pathLst>
            </a:custGeom>
            <a:pattFill prst="pct25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4447743" y="4095074"/>
              <a:ext cx="259312" cy="209132"/>
            </a:xfrm>
            <a:custGeom>
              <a:avLst/>
              <a:gdLst>
                <a:gd name="T0" fmla="*/ 0 w 23"/>
                <a:gd name="T1" fmla="*/ 2147483647 h 19"/>
                <a:gd name="T2" fmla="*/ 0 w 23"/>
                <a:gd name="T3" fmla="*/ 2147483647 h 19"/>
                <a:gd name="T4" fmla="*/ 2147483647 w 23"/>
                <a:gd name="T5" fmla="*/ 2147483647 h 19"/>
                <a:gd name="T6" fmla="*/ 2147483647 w 23"/>
                <a:gd name="T7" fmla="*/ 2147483647 h 19"/>
                <a:gd name="T8" fmla="*/ 2147483647 w 23"/>
                <a:gd name="T9" fmla="*/ 2147483647 h 19"/>
                <a:gd name="T10" fmla="*/ 2147483647 w 23"/>
                <a:gd name="T11" fmla="*/ 2147483647 h 19"/>
                <a:gd name="T12" fmla="*/ 2147483647 w 23"/>
                <a:gd name="T13" fmla="*/ 2147483647 h 19"/>
                <a:gd name="T14" fmla="*/ 2147483647 w 23"/>
                <a:gd name="T15" fmla="*/ 2147483647 h 19"/>
                <a:gd name="T16" fmla="*/ 2147483647 w 23"/>
                <a:gd name="T17" fmla="*/ 2147483647 h 19"/>
                <a:gd name="T18" fmla="*/ 2147483647 w 23"/>
                <a:gd name="T19" fmla="*/ 2147483647 h 19"/>
                <a:gd name="T20" fmla="*/ 2147483647 w 23"/>
                <a:gd name="T21" fmla="*/ 2147483647 h 19"/>
                <a:gd name="T22" fmla="*/ 2147483647 w 23"/>
                <a:gd name="T23" fmla="*/ 2147483647 h 19"/>
                <a:gd name="T24" fmla="*/ 2147483647 w 23"/>
                <a:gd name="T25" fmla="*/ 2147483647 h 19"/>
                <a:gd name="T26" fmla="*/ 2147483647 w 23"/>
                <a:gd name="T27" fmla="*/ 2147483647 h 19"/>
                <a:gd name="T28" fmla="*/ 2147483647 w 23"/>
                <a:gd name="T29" fmla="*/ 2147483647 h 19"/>
                <a:gd name="T30" fmla="*/ 2147483647 w 23"/>
                <a:gd name="T31" fmla="*/ 2147483647 h 19"/>
                <a:gd name="T32" fmla="*/ 2147483647 w 23"/>
                <a:gd name="T33" fmla="*/ 2147483647 h 19"/>
                <a:gd name="T34" fmla="*/ 2147483647 w 23"/>
                <a:gd name="T35" fmla="*/ 0 h 19"/>
                <a:gd name="T36" fmla="*/ 2147483647 w 23"/>
                <a:gd name="T37" fmla="*/ 0 h 19"/>
                <a:gd name="T38" fmla="*/ 2147483647 w 23"/>
                <a:gd name="T39" fmla="*/ 2147483647 h 19"/>
                <a:gd name="T40" fmla="*/ 2147483647 w 23"/>
                <a:gd name="T41" fmla="*/ 2147483647 h 19"/>
                <a:gd name="T42" fmla="*/ 2147483647 w 23"/>
                <a:gd name="T43" fmla="*/ 2147483647 h 19"/>
                <a:gd name="T44" fmla="*/ 2147483647 w 23"/>
                <a:gd name="T45" fmla="*/ 2147483647 h 19"/>
                <a:gd name="T46" fmla="*/ 2147483647 w 23"/>
                <a:gd name="T47" fmla="*/ 2147483647 h 19"/>
                <a:gd name="T48" fmla="*/ 2147483647 w 23"/>
                <a:gd name="T49" fmla="*/ 2147483647 h 19"/>
                <a:gd name="T50" fmla="*/ 2147483647 w 23"/>
                <a:gd name="T51" fmla="*/ 2147483647 h 19"/>
                <a:gd name="T52" fmla="*/ 2147483647 w 23"/>
                <a:gd name="T53" fmla="*/ 2147483647 h 19"/>
                <a:gd name="T54" fmla="*/ 2147483647 w 23"/>
                <a:gd name="T55" fmla="*/ 2147483647 h 19"/>
                <a:gd name="T56" fmla="*/ 2147483647 w 23"/>
                <a:gd name="T57" fmla="*/ 2147483647 h 19"/>
                <a:gd name="T58" fmla="*/ 2147483647 w 23"/>
                <a:gd name="T59" fmla="*/ 2147483647 h 19"/>
                <a:gd name="T60" fmla="*/ 2147483647 w 23"/>
                <a:gd name="T61" fmla="*/ 2147483647 h 19"/>
                <a:gd name="T62" fmla="*/ 2147483647 w 23"/>
                <a:gd name="T63" fmla="*/ 2147483647 h 19"/>
                <a:gd name="T64" fmla="*/ 2147483647 w 23"/>
                <a:gd name="T65" fmla="*/ 2147483647 h 19"/>
                <a:gd name="T66" fmla="*/ 2147483647 w 23"/>
                <a:gd name="T67" fmla="*/ 2147483647 h 19"/>
                <a:gd name="T68" fmla="*/ 2147483647 w 23"/>
                <a:gd name="T69" fmla="*/ 2147483647 h 19"/>
                <a:gd name="T70" fmla="*/ 2147483647 w 23"/>
                <a:gd name="T71" fmla="*/ 2147483647 h 19"/>
                <a:gd name="T72" fmla="*/ 2147483647 w 23"/>
                <a:gd name="T73" fmla="*/ 2147483647 h 19"/>
                <a:gd name="T74" fmla="*/ 2147483647 w 23"/>
                <a:gd name="T75" fmla="*/ 2147483647 h 19"/>
                <a:gd name="T76" fmla="*/ 2147483647 w 23"/>
                <a:gd name="T77" fmla="*/ 2147483647 h 19"/>
                <a:gd name="T78" fmla="*/ 2147483647 w 23"/>
                <a:gd name="T79" fmla="*/ 2147483647 h 19"/>
                <a:gd name="T80" fmla="*/ 2147483647 w 23"/>
                <a:gd name="T81" fmla="*/ 2147483647 h 19"/>
                <a:gd name="T82" fmla="*/ 2147483647 w 23"/>
                <a:gd name="T83" fmla="*/ 2147483647 h 19"/>
                <a:gd name="T84" fmla="*/ 2147483647 w 23"/>
                <a:gd name="T85" fmla="*/ 2147483647 h 19"/>
                <a:gd name="T86" fmla="*/ 2147483647 w 23"/>
                <a:gd name="T87" fmla="*/ 2147483647 h 19"/>
                <a:gd name="T88" fmla="*/ 2147483647 w 23"/>
                <a:gd name="T89" fmla="*/ 2147483647 h 19"/>
                <a:gd name="T90" fmla="*/ 2147483647 w 23"/>
                <a:gd name="T91" fmla="*/ 2147483647 h 19"/>
                <a:gd name="T92" fmla="*/ 2147483647 w 23"/>
                <a:gd name="T93" fmla="*/ 2147483647 h 19"/>
                <a:gd name="T94" fmla="*/ 0 w 23"/>
                <a:gd name="T95" fmla="*/ 2147483647 h 19"/>
                <a:gd name="T96" fmla="*/ 0 w 23"/>
                <a:gd name="T97" fmla="*/ 2147483647 h 19"/>
                <a:gd name="T98" fmla="*/ 0 w 23"/>
                <a:gd name="T99" fmla="*/ 2147483647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" h="19">
                  <a:moveTo>
                    <a:pt x="0" y="13"/>
                  </a:moveTo>
                  <a:lnTo>
                    <a:pt x="0" y="11"/>
                  </a:lnTo>
                  <a:lnTo>
                    <a:pt x="1" y="10"/>
                  </a:lnTo>
                  <a:lnTo>
                    <a:pt x="2" y="9"/>
                  </a:lnTo>
                  <a:lnTo>
                    <a:pt x="4" y="7"/>
                  </a:lnTo>
                  <a:lnTo>
                    <a:pt x="6" y="7"/>
                  </a:lnTo>
                  <a:lnTo>
                    <a:pt x="6" y="6"/>
                  </a:lnTo>
                  <a:lnTo>
                    <a:pt x="7" y="4"/>
                  </a:lnTo>
                  <a:lnTo>
                    <a:pt x="8" y="5"/>
                  </a:lnTo>
                  <a:lnTo>
                    <a:pt x="9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2"/>
                  </a:lnTo>
                  <a:lnTo>
                    <a:pt x="18" y="3"/>
                  </a:lnTo>
                  <a:lnTo>
                    <a:pt x="18" y="4"/>
                  </a:lnTo>
                  <a:lnTo>
                    <a:pt x="19" y="5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20" y="8"/>
                  </a:lnTo>
                  <a:lnTo>
                    <a:pt x="20" y="9"/>
                  </a:lnTo>
                  <a:lnTo>
                    <a:pt x="21" y="9"/>
                  </a:lnTo>
                  <a:lnTo>
                    <a:pt x="22" y="10"/>
                  </a:lnTo>
                  <a:lnTo>
                    <a:pt x="23" y="11"/>
                  </a:lnTo>
                  <a:lnTo>
                    <a:pt x="23" y="12"/>
                  </a:lnTo>
                  <a:lnTo>
                    <a:pt x="21" y="13"/>
                  </a:lnTo>
                  <a:lnTo>
                    <a:pt x="19" y="14"/>
                  </a:lnTo>
                  <a:lnTo>
                    <a:pt x="19" y="15"/>
                  </a:lnTo>
                  <a:lnTo>
                    <a:pt x="15" y="19"/>
                  </a:lnTo>
                  <a:lnTo>
                    <a:pt x="12" y="18"/>
                  </a:lnTo>
                  <a:lnTo>
                    <a:pt x="11" y="18"/>
                  </a:lnTo>
                  <a:lnTo>
                    <a:pt x="8" y="17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6928117" y="4414275"/>
              <a:ext cx="800484" cy="770485"/>
            </a:xfrm>
            <a:custGeom>
              <a:avLst/>
              <a:gdLst>
                <a:gd name="T0" fmla="*/ 2147483647 w 71"/>
                <a:gd name="T1" fmla="*/ 2147483647 h 70"/>
                <a:gd name="T2" fmla="*/ 2147483647 w 71"/>
                <a:gd name="T3" fmla="*/ 2147483647 h 70"/>
                <a:gd name="T4" fmla="*/ 2147483647 w 71"/>
                <a:gd name="T5" fmla="*/ 2147483647 h 70"/>
                <a:gd name="T6" fmla="*/ 2147483647 w 71"/>
                <a:gd name="T7" fmla="*/ 2147483647 h 70"/>
                <a:gd name="T8" fmla="*/ 2147483647 w 71"/>
                <a:gd name="T9" fmla="*/ 2147483647 h 70"/>
                <a:gd name="T10" fmla="*/ 2147483647 w 71"/>
                <a:gd name="T11" fmla="*/ 2147483647 h 70"/>
                <a:gd name="T12" fmla="*/ 2147483647 w 71"/>
                <a:gd name="T13" fmla="*/ 2147483647 h 70"/>
                <a:gd name="T14" fmla="*/ 2147483647 w 71"/>
                <a:gd name="T15" fmla="*/ 2147483647 h 70"/>
                <a:gd name="T16" fmla="*/ 2147483647 w 71"/>
                <a:gd name="T17" fmla="*/ 2147483647 h 70"/>
                <a:gd name="T18" fmla="*/ 2147483647 w 71"/>
                <a:gd name="T19" fmla="*/ 2147483647 h 70"/>
                <a:gd name="T20" fmla="*/ 2147483647 w 71"/>
                <a:gd name="T21" fmla="*/ 2147483647 h 70"/>
                <a:gd name="T22" fmla="*/ 2147483647 w 71"/>
                <a:gd name="T23" fmla="*/ 2147483647 h 70"/>
                <a:gd name="T24" fmla="*/ 2147483647 w 71"/>
                <a:gd name="T25" fmla="*/ 2147483647 h 70"/>
                <a:gd name="T26" fmla="*/ 2147483647 w 71"/>
                <a:gd name="T27" fmla="*/ 2147483647 h 70"/>
                <a:gd name="T28" fmla="*/ 2147483647 w 71"/>
                <a:gd name="T29" fmla="*/ 2147483647 h 70"/>
                <a:gd name="T30" fmla="*/ 2147483647 w 71"/>
                <a:gd name="T31" fmla="*/ 2147483647 h 70"/>
                <a:gd name="T32" fmla="*/ 2147483647 w 71"/>
                <a:gd name="T33" fmla="*/ 2147483647 h 70"/>
                <a:gd name="T34" fmla="*/ 2147483647 w 71"/>
                <a:gd name="T35" fmla="*/ 2147483647 h 70"/>
                <a:gd name="T36" fmla="*/ 2147483647 w 71"/>
                <a:gd name="T37" fmla="*/ 2147483647 h 70"/>
                <a:gd name="T38" fmla="*/ 2147483647 w 71"/>
                <a:gd name="T39" fmla="*/ 2147483647 h 70"/>
                <a:gd name="T40" fmla="*/ 2147483647 w 71"/>
                <a:gd name="T41" fmla="*/ 0 h 70"/>
                <a:gd name="T42" fmla="*/ 2147483647 w 71"/>
                <a:gd name="T43" fmla="*/ 2147483647 h 70"/>
                <a:gd name="T44" fmla="*/ 2147483647 w 71"/>
                <a:gd name="T45" fmla="*/ 2147483647 h 70"/>
                <a:gd name="T46" fmla="*/ 2147483647 w 71"/>
                <a:gd name="T47" fmla="*/ 2147483647 h 70"/>
                <a:gd name="T48" fmla="*/ 2147483647 w 71"/>
                <a:gd name="T49" fmla="*/ 2147483647 h 70"/>
                <a:gd name="T50" fmla="*/ 2147483647 w 71"/>
                <a:gd name="T51" fmla="*/ 2147483647 h 70"/>
                <a:gd name="T52" fmla="*/ 2147483647 w 71"/>
                <a:gd name="T53" fmla="*/ 2147483647 h 70"/>
                <a:gd name="T54" fmla="*/ 2147483647 w 71"/>
                <a:gd name="T55" fmla="*/ 2147483647 h 70"/>
                <a:gd name="T56" fmla="*/ 2147483647 w 71"/>
                <a:gd name="T57" fmla="*/ 2147483647 h 70"/>
                <a:gd name="T58" fmla="*/ 2147483647 w 71"/>
                <a:gd name="T59" fmla="*/ 2147483647 h 70"/>
                <a:gd name="T60" fmla="*/ 2147483647 w 71"/>
                <a:gd name="T61" fmla="*/ 2147483647 h 70"/>
                <a:gd name="T62" fmla="*/ 2147483647 w 71"/>
                <a:gd name="T63" fmla="*/ 2147483647 h 70"/>
                <a:gd name="T64" fmla="*/ 2147483647 w 71"/>
                <a:gd name="T65" fmla="*/ 2147483647 h 70"/>
                <a:gd name="T66" fmla="*/ 2147483647 w 71"/>
                <a:gd name="T67" fmla="*/ 2147483647 h 70"/>
                <a:gd name="T68" fmla="*/ 0 w 71"/>
                <a:gd name="T69" fmla="*/ 2147483647 h 70"/>
                <a:gd name="T70" fmla="*/ 2147483647 w 71"/>
                <a:gd name="T71" fmla="*/ 2147483647 h 70"/>
                <a:gd name="T72" fmla="*/ 2147483647 w 71"/>
                <a:gd name="T73" fmla="*/ 2147483647 h 7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1" h="70">
                  <a:moveTo>
                    <a:pt x="6" y="63"/>
                  </a:moveTo>
                  <a:lnTo>
                    <a:pt x="6" y="64"/>
                  </a:lnTo>
                  <a:lnTo>
                    <a:pt x="7" y="64"/>
                  </a:lnTo>
                  <a:lnTo>
                    <a:pt x="7" y="65"/>
                  </a:lnTo>
                  <a:lnTo>
                    <a:pt x="8" y="65"/>
                  </a:lnTo>
                  <a:lnTo>
                    <a:pt x="8" y="66"/>
                  </a:lnTo>
                  <a:lnTo>
                    <a:pt x="9" y="66"/>
                  </a:lnTo>
                  <a:lnTo>
                    <a:pt x="10" y="66"/>
                  </a:lnTo>
                  <a:lnTo>
                    <a:pt x="10" y="67"/>
                  </a:lnTo>
                  <a:lnTo>
                    <a:pt x="12" y="68"/>
                  </a:lnTo>
                  <a:lnTo>
                    <a:pt x="12" y="69"/>
                  </a:lnTo>
                  <a:lnTo>
                    <a:pt x="17" y="69"/>
                  </a:lnTo>
                  <a:lnTo>
                    <a:pt x="18" y="69"/>
                  </a:lnTo>
                  <a:lnTo>
                    <a:pt x="18" y="68"/>
                  </a:lnTo>
                  <a:lnTo>
                    <a:pt x="19" y="68"/>
                  </a:lnTo>
                  <a:lnTo>
                    <a:pt x="19" y="65"/>
                  </a:lnTo>
                  <a:lnTo>
                    <a:pt x="19" y="64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3" y="65"/>
                  </a:lnTo>
                  <a:lnTo>
                    <a:pt x="24" y="65"/>
                  </a:lnTo>
                  <a:lnTo>
                    <a:pt x="28" y="67"/>
                  </a:lnTo>
                  <a:lnTo>
                    <a:pt x="32" y="67"/>
                  </a:lnTo>
                  <a:lnTo>
                    <a:pt x="32" y="70"/>
                  </a:lnTo>
                  <a:lnTo>
                    <a:pt x="42" y="69"/>
                  </a:lnTo>
                  <a:lnTo>
                    <a:pt x="67" y="68"/>
                  </a:lnTo>
                  <a:lnTo>
                    <a:pt x="71" y="68"/>
                  </a:lnTo>
                  <a:lnTo>
                    <a:pt x="71" y="64"/>
                  </a:lnTo>
                  <a:lnTo>
                    <a:pt x="70" y="41"/>
                  </a:lnTo>
                  <a:lnTo>
                    <a:pt x="69" y="35"/>
                  </a:lnTo>
                  <a:lnTo>
                    <a:pt x="52" y="12"/>
                  </a:lnTo>
                  <a:lnTo>
                    <a:pt x="49" y="8"/>
                  </a:lnTo>
                  <a:lnTo>
                    <a:pt x="48" y="9"/>
                  </a:lnTo>
                  <a:lnTo>
                    <a:pt x="46" y="9"/>
                  </a:lnTo>
                  <a:lnTo>
                    <a:pt x="45" y="8"/>
                  </a:lnTo>
                  <a:lnTo>
                    <a:pt x="44" y="8"/>
                  </a:lnTo>
                  <a:lnTo>
                    <a:pt x="42" y="8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40" y="3"/>
                  </a:lnTo>
                  <a:lnTo>
                    <a:pt x="39" y="8"/>
                  </a:lnTo>
                  <a:lnTo>
                    <a:pt x="40" y="19"/>
                  </a:lnTo>
                  <a:lnTo>
                    <a:pt x="41" y="21"/>
                  </a:lnTo>
                  <a:lnTo>
                    <a:pt x="41" y="22"/>
                  </a:lnTo>
                  <a:lnTo>
                    <a:pt x="39" y="23"/>
                  </a:lnTo>
                  <a:lnTo>
                    <a:pt x="39" y="24"/>
                  </a:lnTo>
                  <a:lnTo>
                    <a:pt x="37" y="25"/>
                  </a:lnTo>
                  <a:lnTo>
                    <a:pt x="36" y="25"/>
                  </a:lnTo>
                  <a:lnTo>
                    <a:pt x="36" y="26"/>
                  </a:lnTo>
                  <a:lnTo>
                    <a:pt x="36" y="30"/>
                  </a:lnTo>
                  <a:lnTo>
                    <a:pt x="36" y="32"/>
                  </a:lnTo>
                  <a:lnTo>
                    <a:pt x="36" y="34"/>
                  </a:lnTo>
                  <a:lnTo>
                    <a:pt x="35" y="36"/>
                  </a:lnTo>
                  <a:lnTo>
                    <a:pt x="34" y="37"/>
                  </a:lnTo>
                  <a:lnTo>
                    <a:pt x="32" y="39"/>
                  </a:lnTo>
                  <a:lnTo>
                    <a:pt x="20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50"/>
                  </a:lnTo>
                  <a:lnTo>
                    <a:pt x="16" y="50"/>
                  </a:lnTo>
                  <a:lnTo>
                    <a:pt x="15" y="51"/>
                  </a:lnTo>
                  <a:lnTo>
                    <a:pt x="14" y="51"/>
                  </a:lnTo>
                  <a:lnTo>
                    <a:pt x="13" y="51"/>
                  </a:lnTo>
                  <a:lnTo>
                    <a:pt x="0" y="53"/>
                  </a:lnTo>
                  <a:lnTo>
                    <a:pt x="2" y="56"/>
                  </a:lnTo>
                  <a:lnTo>
                    <a:pt x="5" y="57"/>
                  </a:lnTo>
                  <a:lnTo>
                    <a:pt x="6" y="60"/>
                  </a:lnTo>
                  <a:lnTo>
                    <a:pt x="6" y="6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4019315" y="4810525"/>
              <a:ext cx="304409" cy="220139"/>
            </a:xfrm>
            <a:custGeom>
              <a:avLst/>
              <a:gdLst>
                <a:gd name="T0" fmla="*/ 2147483647 w 27"/>
                <a:gd name="T1" fmla="*/ 2147483647 h 20"/>
                <a:gd name="T2" fmla="*/ 2147483647 w 27"/>
                <a:gd name="T3" fmla="*/ 2147483647 h 20"/>
                <a:gd name="T4" fmla="*/ 2147483647 w 27"/>
                <a:gd name="T5" fmla="*/ 2147483647 h 20"/>
                <a:gd name="T6" fmla="*/ 2147483647 w 27"/>
                <a:gd name="T7" fmla="*/ 2147483647 h 20"/>
                <a:gd name="T8" fmla="*/ 2147483647 w 27"/>
                <a:gd name="T9" fmla="*/ 2147483647 h 20"/>
                <a:gd name="T10" fmla="*/ 2147483647 w 27"/>
                <a:gd name="T11" fmla="*/ 2147483647 h 20"/>
                <a:gd name="T12" fmla="*/ 2147483647 w 27"/>
                <a:gd name="T13" fmla="*/ 2147483647 h 20"/>
                <a:gd name="T14" fmla="*/ 2147483647 w 27"/>
                <a:gd name="T15" fmla="*/ 2147483647 h 20"/>
                <a:gd name="T16" fmla="*/ 2147483647 w 27"/>
                <a:gd name="T17" fmla="*/ 2147483647 h 20"/>
                <a:gd name="T18" fmla="*/ 2147483647 w 27"/>
                <a:gd name="T19" fmla="*/ 2147483647 h 20"/>
                <a:gd name="T20" fmla="*/ 2147483647 w 27"/>
                <a:gd name="T21" fmla="*/ 2147483647 h 20"/>
                <a:gd name="T22" fmla="*/ 2147483647 w 27"/>
                <a:gd name="T23" fmla="*/ 2147483647 h 20"/>
                <a:gd name="T24" fmla="*/ 2147483647 w 27"/>
                <a:gd name="T25" fmla="*/ 2147483647 h 20"/>
                <a:gd name="T26" fmla="*/ 2147483647 w 27"/>
                <a:gd name="T27" fmla="*/ 2147483647 h 20"/>
                <a:gd name="T28" fmla="*/ 2147483647 w 27"/>
                <a:gd name="T29" fmla="*/ 2147483647 h 20"/>
                <a:gd name="T30" fmla="*/ 2147483647 w 27"/>
                <a:gd name="T31" fmla="*/ 2147483647 h 20"/>
                <a:gd name="T32" fmla="*/ 2147483647 w 27"/>
                <a:gd name="T33" fmla="*/ 2147483647 h 20"/>
                <a:gd name="T34" fmla="*/ 2147483647 w 27"/>
                <a:gd name="T35" fmla="*/ 2147483647 h 20"/>
                <a:gd name="T36" fmla="*/ 2147483647 w 27"/>
                <a:gd name="T37" fmla="*/ 2147483647 h 20"/>
                <a:gd name="T38" fmla="*/ 2147483647 w 27"/>
                <a:gd name="T39" fmla="*/ 2147483647 h 20"/>
                <a:gd name="T40" fmla="*/ 2147483647 w 27"/>
                <a:gd name="T41" fmla="*/ 2147483647 h 20"/>
                <a:gd name="T42" fmla="*/ 2147483647 w 27"/>
                <a:gd name="T43" fmla="*/ 2147483647 h 20"/>
                <a:gd name="T44" fmla="*/ 2147483647 w 27"/>
                <a:gd name="T45" fmla="*/ 2147483647 h 20"/>
                <a:gd name="T46" fmla="*/ 2147483647 w 27"/>
                <a:gd name="T47" fmla="*/ 2147483647 h 20"/>
                <a:gd name="T48" fmla="*/ 2147483647 w 27"/>
                <a:gd name="T49" fmla="*/ 2147483647 h 20"/>
                <a:gd name="T50" fmla="*/ 2147483647 w 27"/>
                <a:gd name="T51" fmla="*/ 2147483647 h 20"/>
                <a:gd name="T52" fmla="*/ 2147483647 w 27"/>
                <a:gd name="T53" fmla="*/ 2147483647 h 20"/>
                <a:gd name="T54" fmla="*/ 2147483647 w 27"/>
                <a:gd name="T55" fmla="*/ 2147483647 h 20"/>
                <a:gd name="T56" fmla="*/ 2147483647 w 27"/>
                <a:gd name="T57" fmla="*/ 2147483647 h 20"/>
                <a:gd name="T58" fmla="*/ 2147483647 w 27"/>
                <a:gd name="T59" fmla="*/ 2147483647 h 20"/>
                <a:gd name="T60" fmla="*/ 2147483647 w 27"/>
                <a:gd name="T61" fmla="*/ 2147483647 h 20"/>
                <a:gd name="T62" fmla="*/ 2147483647 w 27"/>
                <a:gd name="T63" fmla="*/ 2147483647 h 20"/>
                <a:gd name="T64" fmla="*/ 2147483647 w 27"/>
                <a:gd name="T65" fmla="*/ 2147483647 h 20"/>
                <a:gd name="T66" fmla="*/ 2147483647 w 27"/>
                <a:gd name="T67" fmla="*/ 2147483647 h 20"/>
                <a:gd name="T68" fmla="*/ 2147483647 w 27"/>
                <a:gd name="T69" fmla="*/ 2147483647 h 20"/>
                <a:gd name="T70" fmla="*/ 2147483647 w 27"/>
                <a:gd name="T71" fmla="*/ 2147483647 h 20"/>
                <a:gd name="T72" fmla="*/ 2147483647 w 27"/>
                <a:gd name="T73" fmla="*/ 0 h 20"/>
                <a:gd name="T74" fmla="*/ 2147483647 w 27"/>
                <a:gd name="T75" fmla="*/ 0 h 20"/>
                <a:gd name="T76" fmla="*/ 2147483647 w 27"/>
                <a:gd name="T77" fmla="*/ 2147483647 h 20"/>
                <a:gd name="T78" fmla="*/ 2147483647 w 27"/>
                <a:gd name="T79" fmla="*/ 2147483647 h 20"/>
                <a:gd name="T80" fmla="*/ 2147483647 w 27"/>
                <a:gd name="T81" fmla="*/ 2147483647 h 20"/>
                <a:gd name="T82" fmla="*/ 2147483647 w 27"/>
                <a:gd name="T83" fmla="*/ 2147483647 h 20"/>
                <a:gd name="T84" fmla="*/ 2147483647 w 27"/>
                <a:gd name="T85" fmla="*/ 2147483647 h 20"/>
                <a:gd name="T86" fmla="*/ 2147483647 w 27"/>
                <a:gd name="T87" fmla="*/ 2147483647 h 20"/>
                <a:gd name="T88" fmla="*/ 2147483647 w 27"/>
                <a:gd name="T89" fmla="*/ 2147483647 h 20"/>
                <a:gd name="T90" fmla="*/ 2147483647 w 27"/>
                <a:gd name="T91" fmla="*/ 2147483647 h 20"/>
                <a:gd name="T92" fmla="*/ 2147483647 w 27"/>
                <a:gd name="T93" fmla="*/ 2147483647 h 20"/>
                <a:gd name="T94" fmla="*/ 2147483647 w 27"/>
                <a:gd name="T95" fmla="*/ 2147483647 h 20"/>
                <a:gd name="T96" fmla="*/ 2147483647 w 27"/>
                <a:gd name="T97" fmla="*/ 2147483647 h 20"/>
                <a:gd name="T98" fmla="*/ 2147483647 w 27"/>
                <a:gd name="T99" fmla="*/ 2147483647 h 20"/>
                <a:gd name="T100" fmla="*/ 2147483647 w 27"/>
                <a:gd name="T101" fmla="*/ 2147483647 h 20"/>
                <a:gd name="T102" fmla="*/ 2147483647 w 27"/>
                <a:gd name="T103" fmla="*/ 2147483647 h 20"/>
                <a:gd name="T104" fmla="*/ 2147483647 w 27"/>
                <a:gd name="T105" fmla="*/ 2147483647 h 20"/>
                <a:gd name="T106" fmla="*/ 2147483647 w 27"/>
                <a:gd name="T107" fmla="*/ 2147483647 h 20"/>
                <a:gd name="T108" fmla="*/ 2147483647 w 27"/>
                <a:gd name="T109" fmla="*/ 2147483647 h 20"/>
                <a:gd name="T110" fmla="*/ 2147483647 w 27"/>
                <a:gd name="T111" fmla="*/ 2147483647 h 20"/>
                <a:gd name="T112" fmla="*/ 2147483647 w 27"/>
                <a:gd name="T113" fmla="*/ 2147483647 h 20"/>
                <a:gd name="T114" fmla="*/ 2147483647 w 27"/>
                <a:gd name="T115" fmla="*/ 2147483647 h 20"/>
                <a:gd name="T116" fmla="*/ 2147483647 w 27"/>
                <a:gd name="T117" fmla="*/ 2147483647 h 2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27" h="20">
                  <a:moveTo>
                    <a:pt x="0" y="8"/>
                  </a:moveTo>
                  <a:lnTo>
                    <a:pt x="1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7" y="12"/>
                  </a:lnTo>
                  <a:lnTo>
                    <a:pt x="9" y="13"/>
                  </a:lnTo>
                  <a:lnTo>
                    <a:pt x="10" y="14"/>
                  </a:lnTo>
                  <a:lnTo>
                    <a:pt x="11" y="14"/>
                  </a:lnTo>
                  <a:lnTo>
                    <a:pt x="12" y="15"/>
                  </a:lnTo>
                  <a:lnTo>
                    <a:pt x="13" y="15"/>
                  </a:lnTo>
                  <a:lnTo>
                    <a:pt x="16" y="18"/>
                  </a:lnTo>
                  <a:lnTo>
                    <a:pt x="17" y="19"/>
                  </a:lnTo>
                  <a:lnTo>
                    <a:pt x="18" y="20"/>
                  </a:lnTo>
                  <a:lnTo>
                    <a:pt x="20" y="18"/>
                  </a:lnTo>
                  <a:lnTo>
                    <a:pt x="22" y="17"/>
                  </a:lnTo>
                  <a:lnTo>
                    <a:pt x="22" y="16"/>
                  </a:lnTo>
                  <a:lnTo>
                    <a:pt x="22" y="15"/>
                  </a:lnTo>
                  <a:lnTo>
                    <a:pt x="24" y="15"/>
                  </a:lnTo>
                  <a:lnTo>
                    <a:pt x="24" y="14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7" y="12"/>
                  </a:lnTo>
                  <a:lnTo>
                    <a:pt x="27" y="11"/>
                  </a:lnTo>
                  <a:lnTo>
                    <a:pt x="26" y="10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5"/>
                  </a:lnTo>
                  <a:lnTo>
                    <a:pt x="27" y="5"/>
                  </a:lnTo>
                  <a:lnTo>
                    <a:pt x="24" y="2"/>
                  </a:lnTo>
                  <a:lnTo>
                    <a:pt x="24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7" y="6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0" y="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35" name="CuadroTexto 34"/>
          <p:cNvSpPr txBox="1"/>
          <p:nvPr/>
        </p:nvSpPr>
        <p:spPr>
          <a:xfrm>
            <a:off x="5292978" y="1211440"/>
            <a:ext cx="365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800000"/>
                </a:solidFill>
                <a:cs typeface="Calibri Light"/>
              </a:rPr>
              <a:t>Cargos con reelección 2018:</a:t>
            </a:r>
            <a:endParaRPr lang="es-ES" dirty="0"/>
          </a:p>
        </p:txBody>
      </p:sp>
      <p:sp>
        <p:nvSpPr>
          <p:cNvPr id="36" name="Rectángulo redondeado 35"/>
          <p:cNvSpPr/>
          <p:nvPr/>
        </p:nvSpPr>
        <p:spPr>
          <a:xfrm flipH="1">
            <a:off x="6073212" y="1619510"/>
            <a:ext cx="144016" cy="144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7" name="Rectángulo redondeado 36"/>
          <p:cNvSpPr/>
          <p:nvPr/>
        </p:nvSpPr>
        <p:spPr>
          <a:xfrm flipH="1">
            <a:off x="6084166" y="2247878"/>
            <a:ext cx="144016" cy="14401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CuadroTexto 37"/>
          <p:cNvSpPr txBox="1"/>
          <p:nvPr/>
        </p:nvSpPr>
        <p:spPr>
          <a:xfrm>
            <a:off x="6228184" y="1545488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cs typeface="Calibri Light"/>
              </a:rPr>
              <a:t>Congreso Local </a:t>
            </a:r>
            <a:endParaRPr lang="es-ES" sz="1200" dirty="0">
              <a:cs typeface="Calibri Light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6255578" y="2531416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cs typeface="Calibri Light"/>
              </a:rPr>
              <a:t>Sin reelección</a:t>
            </a:r>
            <a:endParaRPr lang="es-ES" sz="1200" dirty="0">
              <a:cs typeface="Calibri Light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6255578" y="2082640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cs typeface="Calibri Light"/>
              </a:rPr>
              <a:t>Congreso Local y Ayuntamientos</a:t>
            </a:r>
            <a:endParaRPr lang="es-ES" sz="1200" dirty="0">
              <a:cs typeface="Calibri Light"/>
            </a:endParaRPr>
          </a:p>
        </p:txBody>
      </p:sp>
      <p:sp>
        <p:nvSpPr>
          <p:cNvPr id="41" name="Rectángulo redondeado 40"/>
          <p:cNvSpPr/>
          <p:nvPr/>
        </p:nvSpPr>
        <p:spPr>
          <a:xfrm flipH="1">
            <a:off x="6078172" y="2586270"/>
            <a:ext cx="144016" cy="144016"/>
          </a:xfrm>
          <a:prstGeom prst="roundRect">
            <a:avLst/>
          </a:prstGeom>
          <a:pattFill prst="pct25">
            <a:fgClr>
              <a:schemeClr val="accent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2" name="CuadroTexto 41"/>
          <p:cNvSpPr txBox="1"/>
          <p:nvPr/>
        </p:nvSpPr>
        <p:spPr>
          <a:xfrm>
            <a:off x="5330008" y="490466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3" name="Rectángulo redondeado 42"/>
          <p:cNvSpPr/>
          <p:nvPr/>
        </p:nvSpPr>
        <p:spPr>
          <a:xfrm flipH="1">
            <a:off x="6078172" y="1908945"/>
            <a:ext cx="144016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CuadroTexto 43"/>
          <p:cNvSpPr txBox="1"/>
          <p:nvPr/>
        </p:nvSpPr>
        <p:spPr>
          <a:xfrm>
            <a:off x="6255663" y="1809550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cs typeface="Calibri Light"/>
              </a:rPr>
              <a:t>Ayuntamientos</a:t>
            </a:r>
            <a:endParaRPr lang="es-ES" sz="1200" dirty="0">
              <a:cs typeface="Calibri Light"/>
            </a:endParaRPr>
          </a:p>
        </p:txBody>
      </p:sp>
      <p:sp>
        <p:nvSpPr>
          <p:cNvPr id="45" name="CuadroTexto 9"/>
          <p:cNvSpPr txBox="1"/>
          <p:nvPr/>
        </p:nvSpPr>
        <p:spPr>
          <a:xfrm>
            <a:off x="319332" y="4047455"/>
            <a:ext cx="30036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 smtClean="0">
                <a:cs typeface="Calibri Light"/>
              </a:rPr>
              <a:t>La reelección ocurrirá a nivel local </a:t>
            </a:r>
            <a:r>
              <a:rPr lang="es-ES" sz="1400" b="1" dirty="0" smtClean="0">
                <a:cs typeface="Calibri Light"/>
              </a:rPr>
              <a:t>3 años antes </a:t>
            </a:r>
            <a:r>
              <a:rPr lang="es-ES" sz="1400" dirty="0" smtClean="0">
                <a:cs typeface="Calibri Light"/>
              </a:rPr>
              <a:t>que a nivel federal</a:t>
            </a:r>
            <a:r>
              <a:rPr lang="es-ES" sz="1400" b="1" dirty="0" smtClean="0">
                <a:cs typeface="Calibri Light"/>
              </a:rPr>
              <a:t>.</a:t>
            </a:r>
            <a:endParaRPr lang="es-ES" sz="1400" b="1" dirty="0">
              <a:cs typeface="Calibri Light"/>
            </a:endParaRPr>
          </a:p>
        </p:txBody>
      </p:sp>
      <p:sp>
        <p:nvSpPr>
          <p:cNvPr id="46" name="CuadroTexto 65"/>
          <p:cNvSpPr txBox="1"/>
          <p:nvPr/>
        </p:nvSpPr>
        <p:spPr>
          <a:xfrm>
            <a:off x="319332" y="4805872"/>
            <a:ext cx="3146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 smtClean="0">
                <a:cs typeface="Calibri Light"/>
              </a:rPr>
              <a:t>Alcaldes y diputados locales electos entre </a:t>
            </a:r>
            <a:r>
              <a:rPr lang="es-ES" sz="1400" b="1" dirty="0" smtClean="0">
                <a:cs typeface="Calibri Light"/>
              </a:rPr>
              <a:t>2015 y 2016 podrán reelegirse en 2018.</a:t>
            </a:r>
            <a:endParaRPr lang="es-ES" sz="1400" b="1" dirty="0">
              <a:cs typeface="Calibri Light"/>
            </a:endParaRPr>
          </a:p>
        </p:txBody>
      </p:sp>
      <p:sp>
        <p:nvSpPr>
          <p:cNvPr id="47" name="CuadroTexto 47"/>
          <p:cNvSpPr txBox="1"/>
          <p:nvPr/>
        </p:nvSpPr>
        <p:spPr>
          <a:xfrm>
            <a:off x="6320370" y="3209938"/>
            <a:ext cx="2632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 smtClean="0">
                <a:cs typeface="Calibri Light" panose="020F0302020204030204" pitchFamily="34" charset="0"/>
              </a:rPr>
              <a:t> 2   28 Entidades Federativas por 1° vez en México</a:t>
            </a:r>
            <a:endParaRPr lang="es-MX" sz="1400" b="1" dirty="0">
              <a:cs typeface="Calibri Light" panose="020F0302020204030204" pitchFamily="34" charset="0"/>
            </a:endParaRPr>
          </a:p>
        </p:txBody>
      </p:sp>
      <p:pic>
        <p:nvPicPr>
          <p:cNvPr id="48" name="Picture 14" descr="Imagen relacionada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400" y="3169285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2 CuadroTexto"/>
          <p:cNvSpPr txBox="1"/>
          <p:nvPr/>
        </p:nvSpPr>
        <p:spPr>
          <a:xfrm>
            <a:off x="6228184" y="373315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i="1" dirty="0" smtClean="0">
                <a:cs typeface="Calibri Light" panose="020F0302020204030204" pitchFamily="34" charset="0"/>
              </a:rPr>
              <a:t>Excepto Chiapas, BCN, Nayarit</a:t>
            </a:r>
            <a:r>
              <a:rPr lang="es-MX" sz="1200" i="1" dirty="0">
                <a:cs typeface="Calibri Light" panose="020F0302020204030204" pitchFamily="34" charset="0"/>
              </a:rPr>
              <a:t> </a:t>
            </a:r>
            <a:r>
              <a:rPr lang="es-MX" sz="1200" i="1" dirty="0" smtClean="0">
                <a:cs typeface="Calibri Light" panose="020F0302020204030204" pitchFamily="34" charset="0"/>
              </a:rPr>
              <a:t>y Durango.</a:t>
            </a:r>
            <a:endParaRPr lang="es-MX" sz="1200" i="1" dirty="0">
              <a:cs typeface="Calibri Light" panose="020F0302020204030204" pitchFamily="34" charset="0"/>
            </a:endParaRPr>
          </a:p>
        </p:txBody>
      </p:sp>
      <p:sp>
        <p:nvSpPr>
          <p:cNvPr id="50" name="CuadroTexto 9"/>
          <p:cNvSpPr txBox="1"/>
          <p:nvPr/>
        </p:nvSpPr>
        <p:spPr>
          <a:xfrm>
            <a:off x="395536" y="5564288"/>
            <a:ext cx="39604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 smtClean="0">
                <a:cs typeface="Calibri Light"/>
              </a:rPr>
              <a:t>A nivel Federal, la reelección de Diputados aplicará a partir de 2021 y de Senadores, a partir de 2024.</a:t>
            </a:r>
            <a:endParaRPr lang="es-ES" sz="1400" b="1" dirty="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90585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La coalición tiene representatividad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302766" y="1423110"/>
            <a:ext cx="588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 smtClean="0">
                <a:solidFill>
                  <a:srgbClr val="800000"/>
                </a:solidFill>
                <a:cs typeface="Calibri Light" panose="020F0302020204030204" pitchFamily="34" charset="0"/>
              </a:rPr>
              <a:t>Representatividad de la coalición “Por México al Frente”</a:t>
            </a:r>
            <a:endParaRPr lang="es-MX" b="1" dirty="0">
              <a:solidFill>
                <a:srgbClr val="800000"/>
              </a:solidFill>
              <a:cs typeface="Calibri Light" panose="020F0302020204030204" pitchFamily="34" charset="0"/>
            </a:endParaRPr>
          </a:p>
        </p:txBody>
      </p:sp>
      <p:pic>
        <p:nvPicPr>
          <p:cNvPr id="4" name="2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797" y="1261350"/>
            <a:ext cx="504593" cy="504000"/>
          </a:xfrm>
          <a:prstGeom prst="rect">
            <a:avLst/>
          </a:prstGeom>
        </p:spPr>
      </p:pic>
      <p:grpSp>
        <p:nvGrpSpPr>
          <p:cNvPr id="5" name="4 Grupo"/>
          <p:cNvGrpSpPr/>
          <p:nvPr/>
        </p:nvGrpSpPr>
        <p:grpSpPr>
          <a:xfrm>
            <a:off x="302766" y="2148231"/>
            <a:ext cx="3747403" cy="2973877"/>
            <a:chOff x="302766" y="2681631"/>
            <a:chExt cx="4642452" cy="3268167"/>
          </a:xfrm>
        </p:grpSpPr>
        <p:sp>
          <p:nvSpPr>
            <p:cNvPr id="6" name="Freeform 2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777208" y="4984321"/>
              <a:ext cx="283450" cy="317523"/>
            </a:xfrm>
            <a:custGeom>
              <a:avLst/>
              <a:gdLst>
                <a:gd name="T0" fmla="*/ 2147483647 w 37"/>
                <a:gd name="T1" fmla="*/ 2147483647 h 41"/>
                <a:gd name="T2" fmla="*/ 2147483647 w 37"/>
                <a:gd name="T3" fmla="*/ 2147483647 h 41"/>
                <a:gd name="T4" fmla="*/ 2147483647 w 37"/>
                <a:gd name="T5" fmla="*/ 2147483647 h 41"/>
                <a:gd name="T6" fmla="*/ 2147483647 w 37"/>
                <a:gd name="T7" fmla="*/ 2147483647 h 41"/>
                <a:gd name="T8" fmla="*/ 2147483647 w 37"/>
                <a:gd name="T9" fmla="*/ 2147483647 h 41"/>
                <a:gd name="T10" fmla="*/ 2147483647 w 37"/>
                <a:gd name="T11" fmla="*/ 2147483647 h 41"/>
                <a:gd name="T12" fmla="*/ 2147483647 w 37"/>
                <a:gd name="T13" fmla="*/ 2147483647 h 41"/>
                <a:gd name="T14" fmla="*/ 2147483647 w 37"/>
                <a:gd name="T15" fmla="*/ 2147483647 h 41"/>
                <a:gd name="T16" fmla="*/ 2147483647 w 37"/>
                <a:gd name="T17" fmla="*/ 2147483647 h 41"/>
                <a:gd name="T18" fmla="*/ 2147483647 w 37"/>
                <a:gd name="T19" fmla="*/ 2147483647 h 41"/>
                <a:gd name="T20" fmla="*/ 2147483647 w 37"/>
                <a:gd name="T21" fmla="*/ 2147483647 h 41"/>
                <a:gd name="T22" fmla="*/ 2147483647 w 37"/>
                <a:gd name="T23" fmla="*/ 2147483647 h 41"/>
                <a:gd name="T24" fmla="*/ 2147483647 w 37"/>
                <a:gd name="T25" fmla="*/ 2147483647 h 41"/>
                <a:gd name="T26" fmla="*/ 2147483647 w 37"/>
                <a:gd name="T27" fmla="*/ 2147483647 h 41"/>
                <a:gd name="T28" fmla="*/ 2147483647 w 37"/>
                <a:gd name="T29" fmla="*/ 2147483647 h 41"/>
                <a:gd name="T30" fmla="*/ 2147483647 w 37"/>
                <a:gd name="T31" fmla="*/ 2147483647 h 41"/>
                <a:gd name="T32" fmla="*/ 2147483647 w 37"/>
                <a:gd name="T33" fmla="*/ 2147483647 h 41"/>
                <a:gd name="T34" fmla="*/ 2147483647 w 37"/>
                <a:gd name="T35" fmla="*/ 2147483647 h 41"/>
                <a:gd name="T36" fmla="*/ 2147483647 w 37"/>
                <a:gd name="T37" fmla="*/ 2147483647 h 41"/>
                <a:gd name="T38" fmla="*/ 2147483647 w 37"/>
                <a:gd name="T39" fmla="*/ 2147483647 h 41"/>
                <a:gd name="T40" fmla="*/ 2147483647 w 37"/>
                <a:gd name="T41" fmla="*/ 2147483647 h 41"/>
                <a:gd name="T42" fmla="*/ 2147483647 w 37"/>
                <a:gd name="T43" fmla="*/ 2147483647 h 41"/>
                <a:gd name="T44" fmla="*/ 2147483647 w 37"/>
                <a:gd name="T45" fmla="*/ 2147483647 h 41"/>
                <a:gd name="T46" fmla="*/ 2147483647 w 37"/>
                <a:gd name="T47" fmla="*/ 2147483647 h 41"/>
                <a:gd name="T48" fmla="*/ 2147483647 w 37"/>
                <a:gd name="T49" fmla="*/ 2147483647 h 41"/>
                <a:gd name="T50" fmla="*/ 2147483647 w 37"/>
                <a:gd name="T51" fmla="*/ 2147483647 h 41"/>
                <a:gd name="T52" fmla="*/ 2147483647 w 37"/>
                <a:gd name="T53" fmla="*/ 2147483647 h 41"/>
                <a:gd name="T54" fmla="*/ 2147483647 w 37"/>
                <a:gd name="T55" fmla="*/ 2147483647 h 41"/>
                <a:gd name="T56" fmla="*/ 2147483647 w 37"/>
                <a:gd name="T57" fmla="*/ 2147483647 h 41"/>
                <a:gd name="T58" fmla="*/ 2147483647 w 37"/>
                <a:gd name="T59" fmla="*/ 2147483647 h 41"/>
                <a:gd name="T60" fmla="*/ 2147483647 w 37"/>
                <a:gd name="T61" fmla="*/ 2147483647 h 41"/>
                <a:gd name="T62" fmla="*/ 2147483647 w 37"/>
                <a:gd name="T63" fmla="*/ 2147483647 h 41"/>
                <a:gd name="T64" fmla="*/ 2147483647 w 37"/>
                <a:gd name="T65" fmla="*/ 2147483647 h 41"/>
                <a:gd name="T66" fmla="*/ 2147483647 w 37"/>
                <a:gd name="T67" fmla="*/ 2147483647 h 41"/>
                <a:gd name="T68" fmla="*/ 2147483647 w 37"/>
                <a:gd name="T69" fmla="*/ 2147483647 h 41"/>
                <a:gd name="T70" fmla="*/ 2147483647 w 37"/>
                <a:gd name="T71" fmla="*/ 2147483647 h 41"/>
                <a:gd name="T72" fmla="*/ 2147483647 w 37"/>
                <a:gd name="T73" fmla="*/ 2147483647 h 41"/>
                <a:gd name="T74" fmla="*/ 2147483647 w 37"/>
                <a:gd name="T75" fmla="*/ 2147483647 h 41"/>
                <a:gd name="T76" fmla="*/ 2147483647 w 37"/>
                <a:gd name="T77" fmla="*/ 2147483647 h 41"/>
                <a:gd name="T78" fmla="*/ 2147483647 w 37"/>
                <a:gd name="T79" fmla="*/ 2147483647 h 41"/>
                <a:gd name="T80" fmla="*/ 2147483647 w 37"/>
                <a:gd name="T81" fmla="*/ 2147483647 h 41"/>
                <a:gd name="T82" fmla="*/ 2147483647 w 37"/>
                <a:gd name="T83" fmla="*/ 2147483647 h 41"/>
                <a:gd name="T84" fmla="*/ 2147483647 w 37"/>
                <a:gd name="T85" fmla="*/ 2147483647 h 41"/>
                <a:gd name="T86" fmla="*/ 2147483647 w 37"/>
                <a:gd name="T87" fmla="*/ 2147483647 h 41"/>
                <a:gd name="T88" fmla="*/ 2147483647 w 37"/>
                <a:gd name="T89" fmla="*/ 2147483647 h 41"/>
                <a:gd name="T90" fmla="*/ 2147483647 w 37"/>
                <a:gd name="T91" fmla="*/ 2147483647 h 41"/>
                <a:gd name="T92" fmla="*/ 2147483647 w 37"/>
                <a:gd name="T93" fmla="*/ 2147483647 h 41"/>
                <a:gd name="T94" fmla="*/ 2147483647 w 37"/>
                <a:gd name="T95" fmla="*/ 2147483647 h 41"/>
                <a:gd name="T96" fmla="*/ 2147483647 w 37"/>
                <a:gd name="T97" fmla="*/ 2147483647 h 41"/>
                <a:gd name="T98" fmla="*/ 2147483647 w 37"/>
                <a:gd name="T99" fmla="*/ 2147483647 h 41"/>
                <a:gd name="T100" fmla="*/ 2147483647 w 37"/>
                <a:gd name="T101" fmla="*/ 2147483647 h 41"/>
                <a:gd name="T102" fmla="*/ 0 w 37"/>
                <a:gd name="T103" fmla="*/ 2147483647 h 4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7" h="41">
                  <a:moveTo>
                    <a:pt x="0" y="32"/>
                  </a:moveTo>
                  <a:lnTo>
                    <a:pt x="1" y="33"/>
                  </a:lnTo>
                  <a:lnTo>
                    <a:pt x="1" y="34"/>
                  </a:lnTo>
                  <a:lnTo>
                    <a:pt x="2" y="34"/>
                  </a:lnTo>
                  <a:lnTo>
                    <a:pt x="3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2" y="40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1"/>
                  </a:lnTo>
                  <a:lnTo>
                    <a:pt x="5" y="41"/>
                  </a:lnTo>
                  <a:lnTo>
                    <a:pt x="6" y="39"/>
                  </a:lnTo>
                  <a:lnTo>
                    <a:pt x="7" y="38"/>
                  </a:lnTo>
                  <a:lnTo>
                    <a:pt x="9" y="37"/>
                  </a:lnTo>
                  <a:lnTo>
                    <a:pt x="10" y="37"/>
                  </a:lnTo>
                  <a:lnTo>
                    <a:pt x="11" y="36"/>
                  </a:lnTo>
                  <a:lnTo>
                    <a:pt x="12" y="37"/>
                  </a:lnTo>
                  <a:lnTo>
                    <a:pt x="12" y="36"/>
                  </a:lnTo>
                  <a:lnTo>
                    <a:pt x="13" y="36"/>
                  </a:lnTo>
                  <a:lnTo>
                    <a:pt x="14" y="36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6" y="33"/>
                  </a:lnTo>
                  <a:lnTo>
                    <a:pt x="15" y="33"/>
                  </a:lnTo>
                  <a:lnTo>
                    <a:pt x="16" y="32"/>
                  </a:lnTo>
                  <a:lnTo>
                    <a:pt x="16" y="33"/>
                  </a:lnTo>
                  <a:lnTo>
                    <a:pt x="17" y="33"/>
                  </a:lnTo>
                  <a:lnTo>
                    <a:pt x="18" y="32"/>
                  </a:lnTo>
                  <a:lnTo>
                    <a:pt x="19" y="30"/>
                  </a:lnTo>
                  <a:lnTo>
                    <a:pt x="20" y="29"/>
                  </a:lnTo>
                  <a:lnTo>
                    <a:pt x="21" y="28"/>
                  </a:lnTo>
                  <a:lnTo>
                    <a:pt x="22" y="28"/>
                  </a:lnTo>
                  <a:lnTo>
                    <a:pt x="22" y="27"/>
                  </a:lnTo>
                  <a:lnTo>
                    <a:pt x="22" y="26"/>
                  </a:lnTo>
                  <a:lnTo>
                    <a:pt x="23" y="26"/>
                  </a:lnTo>
                  <a:lnTo>
                    <a:pt x="23" y="25"/>
                  </a:lnTo>
                  <a:lnTo>
                    <a:pt x="23" y="24"/>
                  </a:lnTo>
                  <a:lnTo>
                    <a:pt x="23" y="23"/>
                  </a:lnTo>
                  <a:lnTo>
                    <a:pt x="22" y="23"/>
                  </a:lnTo>
                  <a:lnTo>
                    <a:pt x="22" y="22"/>
                  </a:lnTo>
                  <a:lnTo>
                    <a:pt x="22" y="21"/>
                  </a:lnTo>
                  <a:lnTo>
                    <a:pt x="22" y="20"/>
                  </a:lnTo>
                  <a:lnTo>
                    <a:pt x="23" y="19"/>
                  </a:lnTo>
                  <a:lnTo>
                    <a:pt x="24" y="19"/>
                  </a:lnTo>
                  <a:lnTo>
                    <a:pt x="24" y="18"/>
                  </a:lnTo>
                  <a:lnTo>
                    <a:pt x="24" y="17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6" y="15"/>
                  </a:lnTo>
                  <a:lnTo>
                    <a:pt x="26" y="16"/>
                  </a:lnTo>
                  <a:lnTo>
                    <a:pt x="27" y="16"/>
                  </a:lnTo>
                  <a:lnTo>
                    <a:pt x="27" y="17"/>
                  </a:lnTo>
                  <a:lnTo>
                    <a:pt x="27" y="18"/>
                  </a:lnTo>
                  <a:lnTo>
                    <a:pt x="27" y="19"/>
                  </a:lnTo>
                  <a:lnTo>
                    <a:pt x="29" y="20"/>
                  </a:lnTo>
                  <a:lnTo>
                    <a:pt x="29" y="21"/>
                  </a:lnTo>
                  <a:lnTo>
                    <a:pt x="29" y="22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30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1" y="28"/>
                  </a:lnTo>
                  <a:lnTo>
                    <a:pt x="31" y="29"/>
                  </a:lnTo>
                  <a:lnTo>
                    <a:pt x="32" y="29"/>
                  </a:lnTo>
                  <a:lnTo>
                    <a:pt x="33" y="29"/>
                  </a:lnTo>
                  <a:lnTo>
                    <a:pt x="34" y="29"/>
                  </a:lnTo>
                  <a:lnTo>
                    <a:pt x="35" y="28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5" y="24"/>
                  </a:lnTo>
                  <a:lnTo>
                    <a:pt x="35" y="23"/>
                  </a:lnTo>
                  <a:lnTo>
                    <a:pt x="36" y="23"/>
                  </a:lnTo>
                  <a:lnTo>
                    <a:pt x="36" y="22"/>
                  </a:lnTo>
                  <a:lnTo>
                    <a:pt x="36" y="21"/>
                  </a:lnTo>
                  <a:lnTo>
                    <a:pt x="36" y="20"/>
                  </a:lnTo>
                  <a:lnTo>
                    <a:pt x="36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5" y="15"/>
                  </a:lnTo>
                  <a:lnTo>
                    <a:pt x="34" y="14"/>
                  </a:lnTo>
                  <a:lnTo>
                    <a:pt x="36" y="13"/>
                  </a:lnTo>
                  <a:lnTo>
                    <a:pt x="37" y="12"/>
                  </a:lnTo>
                  <a:lnTo>
                    <a:pt x="37" y="11"/>
                  </a:lnTo>
                  <a:lnTo>
                    <a:pt x="36" y="11"/>
                  </a:lnTo>
                  <a:lnTo>
                    <a:pt x="36" y="10"/>
                  </a:lnTo>
                  <a:lnTo>
                    <a:pt x="36" y="9"/>
                  </a:lnTo>
                  <a:lnTo>
                    <a:pt x="35" y="9"/>
                  </a:lnTo>
                  <a:lnTo>
                    <a:pt x="35" y="8"/>
                  </a:lnTo>
                  <a:lnTo>
                    <a:pt x="33" y="8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9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8" y="5"/>
                  </a:lnTo>
                  <a:lnTo>
                    <a:pt x="28" y="4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3" y="8"/>
                  </a:lnTo>
                  <a:lnTo>
                    <a:pt x="22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6"/>
                  </a:lnTo>
                  <a:lnTo>
                    <a:pt x="20" y="5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11" y="3"/>
                  </a:lnTo>
                  <a:lnTo>
                    <a:pt x="12" y="5"/>
                  </a:lnTo>
                  <a:lnTo>
                    <a:pt x="12" y="6"/>
                  </a:lnTo>
                  <a:lnTo>
                    <a:pt x="11" y="7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8" y="9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8" y="14"/>
                  </a:lnTo>
                  <a:lnTo>
                    <a:pt x="7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6" y="18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7" y="20"/>
                  </a:lnTo>
                  <a:lnTo>
                    <a:pt x="8" y="21"/>
                  </a:lnTo>
                  <a:lnTo>
                    <a:pt x="7" y="21"/>
                  </a:lnTo>
                  <a:lnTo>
                    <a:pt x="6" y="21"/>
                  </a:lnTo>
                  <a:lnTo>
                    <a:pt x="5" y="21"/>
                  </a:lnTo>
                  <a:lnTo>
                    <a:pt x="6" y="22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5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3" y="27"/>
                  </a:lnTo>
                  <a:lnTo>
                    <a:pt x="2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" name="Freeform 3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907442" y="5175351"/>
              <a:ext cx="137895" cy="139400"/>
            </a:xfrm>
            <a:custGeom>
              <a:avLst/>
              <a:gdLst>
                <a:gd name="T0" fmla="*/ 0 w 18"/>
                <a:gd name="T1" fmla="*/ 2147483647 h 18"/>
                <a:gd name="T2" fmla="*/ 2147483647 w 18"/>
                <a:gd name="T3" fmla="*/ 2147483647 h 18"/>
                <a:gd name="T4" fmla="*/ 2147483647 w 18"/>
                <a:gd name="T5" fmla="*/ 2147483647 h 18"/>
                <a:gd name="T6" fmla="*/ 2147483647 w 18"/>
                <a:gd name="T7" fmla="*/ 2147483647 h 18"/>
                <a:gd name="T8" fmla="*/ 2147483647 w 18"/>
                <a:gd name="T9" fmla="*/ 2147483647 h 18"/>
                <a:gd name="T10" fmla="*/ 2147483647 w 18"/>
                <a:gd name="T11" fmla="*/ 2147483647 h 18"/>
                <a:gd name="T12" fmla="*/ 2147483647 w 18"/>
                <a:gd name="T13" fmla="*/ 2147483647 h 18"/>
                <a:gd name="T14" fmla="*/ 2147483647 w 18"/>
                <a:gd name="T15" fmla="*/ 2147483647 h 18"/>
                <a:gd name="T16" fmla="*/ 2147483647 w 18"/>
                <a:gd name="T17" fmla="*/ 2147483647 h 18"/>
                <a:gd name="T18" fmla="*/ 2147483647 w 18"/>
                <a:gd name="T19" fmla="*/ 2147483647 h 18"/>
                <a:gd name="T20" fmla="*/ 2147483647 w 18"/>
                <a:gd name="T21" fmla="*/ 2147483647 h 18"/>
                <a:gd name="T22" fmla="*/ 2147483647 w 18"/>
                <a:gd name="T23" fmla="*/ 2147483647 h 18"/>
                <a:gd name="T24" fmla="*/ 2147483647 w 18"/>
                <a:gd name="T25" fmla="*/ 0 h 18"/>
                <a:gd name="T26" fmla="*/ 2147483647 w 18"/>
                <a:gd name="T27" fmla="*/ 2147483647 h 18"/>
                <a:gd name="T28" fmla="*/ 2147483647 w 18"/>
                <a:gd name="T29" fmla="*/ 2147483647 h 18"/>
                <a:gd name="T30" fmla="*/ 2147483647 w 18"/>
                <a:gd name="T31" fmla="*/ 2147483647 h 18"/>
                <a:gd name="T32" fmla="*/ 2147483647 w 18"/>
                <a:gd name="T33" fmla="*/ 2147483647 h 18"/>
                <a:gd name="T34" fmla="*/ 2147483647 w 18"/>
                <a:gd name="T35" fmla="*/ 2147483647 h 18"/>
                <a:gd name="T36" fmla="*/ 2147483647 w 18"/>
                <a:gd name="T37" fmla="*/ 2147483647 h 18"/>
                <a:gd name="T38" fmla="*/ 2147483647 w 18"/>
                <a:gd name="T39" fmla="*/ 2147483647 h 18"/>
                <a:gd name="T40" fmla="*/ 2147483647 w 18"/>
                <a:gd name="T41" fmla="*/ 2147483647 h 18"/>
                <a:gd name="T42" fmla="*/ 2147483647 w 18"/>
                <a:gd name="T43" fmla="*/ 2147483647 h 18"/>
                <a:gd name="T44" fmla="*/ 2147483647 w 18"/>
                <a:gd name="T45" fmla="*/ 2147483647 h 18"/>
                <a:gd name="T46" fmla="*/ 2147483647 w 18"/>
                <a:gd name="T47" fmla="*/ 2147483647 h 18"/>
                <a:gd name="T48" fmla="*/ 2147483647 w 18"/>
                <a:gd name="T49" fmla="*/ 2147483647 h 18"/>
                <a:gd name="T50" fmla="*/ 2147483647 w 18"/>
                <a:gd name="T51" fmla="*/ 2147483647 h 18"/>
                <a:gd name="T52" fmla="*/ 2147483647 w 18"/>
                <a:gd name="T53" fmla="*/ 2147483647 h 18"/>
                <a:gd name="T54" fmla="*/ 2147483647 w 18"/>
                <a:gd name="T55" fmla="*/ 2147483647 h 18"/>
                <a:gd name="T56" fmla="*/ 2147483647 w 18"/>
                <a:gd name="T57" fmla="*/ 2147483647 h 18"/>
                <a:gd name="T58" fmla="*/ 2147483647 w 18"/>
                <a:gd name="T59" fmla="*/ 2147483647 h 18"/>
                <a:gd name="T60" fmla="*/ 2147483647 w 18"/>
                <a:gd name="T61" fmla="*/ 2147483647 h 18"/>
                <a:gd name="T62" fmla="*/ 2147483647 w 18"/>
                <a:gd name="T63" fmla="*/ 2147483647 h 18"/>
                <a:gd name="T64" fmla="*/ 2147483647 w 18"/>
                <a:gd name="T65" fmla="*/ 2147483647 h 18"/>
                <a:gd name="T66" fmla="*/ 2147483647 w 18"/>
                <a:gd name="T67" fmla="*/ 2147483647 h 18"/>
                <a:gd name="T68" fmla="*/ 2147483647 w 18"/>
                <a:gd name="T69" fmla="*/ 2147483647 h 18"/>
                <a:gd name="T70" fmla="*/ 2147483647 w 18"/>
                <a:gd name="T71" fmla="*/ 2147483647 h 18"/>
                <a:gd name="T72" fmla="*/ 2147483647 w 18"/>
                <a:gd name="T73" fmla="*/ 2147483647 h 18"/>
                <a:gd name="T74" fmla="*/ 2147483647 w 18"/>
                <a:gd name="T75" fmla="*/ 2147483647 h 18"/>
                <a:gd name="T76" fmla="*/ 2147483647 w 18"/>
                <a:gd name="T77" fmla="*/ 2147483647 h 18"/>
                <a:gd name="T78" fmla="*/ 2147483647 w 18"/>
                <a:gd name="T79" fmla="*/ 2147483647 h 18"/>
                <a:gd name="T80" fmla="*/ 2147483647 w 18"/>
                <a:gd name="T81" fmla="*/ 2147483647 h 18"/>
                <a:gd name="T82" fmla="*/ 2147483647 w 18"/>
                <a:gd name="T83" fmla="*/ 2147483647 h 18"/>
                <a:gd name="T84" fmla="*/ 2147483647 w 18"/>
                <a:gd name="T85" fmla="*/ 2147483647 h 18"/>
                <a:gd name="T86" fmla="*/ 2147483647 w 18"/>
                <a:gd name="T87" fmla="*/ 2147483647 h 18"/>
                <a:gd name="T88" fmla="*/ 2147483647 w 18"/>
                <a:gd name="T89" fmla="*/ 2147483647 h 18"/>
                <a:gd name="T90" fmla="*/ 2147483647 w 18"/>
                <a:gd name="T91" fmla="*/ 2147483647 h 18"/>
                <a:gd name="T92" fmla="*/ 2147483647 w 18"/>
                <a:gd name="T93" fmla="*/ 2147483647 h 18"/>
                <a:gd name="T94" fmla="*/ 2147483647 w 18"/>
                <a:gd name="T95" fmla="*/ 2147483647 h 18"/>
                <a:gd name="T96" fmla="*/ 2147483647 w 18"/>
                <a:gd name="T97" fmla="*/ 2147483647 h 18"/>
                <a:gd name="T98" fmla="*/ 2147483647 w 18"/>
                <a:gd name="T99" fmla="*/ 2147483647 h 18"/>
                <a:gd name="T100" fmla="*/ 0 w 18"/>
                <a:gd name="T101" fmla="*/ 2147483647 h 1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8" h="18">
                  <a:moveTo>
                    <a:pt x="0" y="9"/>
                  </a:moveTo>
                  <a:lnTo>
                    <a:pt x="0" y="9"/>
                  </a:lnTo>
                  <a:lnTo>
                    <a:pt x="1" y="8"/>
                  </a:lnTo>
                  <a:lnTo>
                    <a:pt x="2" y="6"/>
                  </a:lnTo>
                  <a:lnTo>
                    <a:pt x="3" y="5"/>
                  </a:lnTo>
                  <a:lnTo>
                    <a:pt x="4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4" y="4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8" y="6"/>
                  </a:lnTo>
                  <a:lnTo>
                    <a:pt x="18" y="7"/>
                  </a:lnTo>
                  <a:lnTo>
                    <a:pt x="17" y="8"/>
                  </a:lnTo>
                  <a:lnTo>
                    <a:pt x="17" y="9"/>
                  </a:lnTo>
                  <a:lnTo>
                    <a:pt x="17" y="10"/>
                  </a:lnTo>
                  <a:lnTo>
                    <a:pt x="18" y="11"/>
                  </a:lnTo>
                  <a:lnTo>
                    <a:pt x="18" y="12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7" y="12"/>
                  </a:lnTo>
                  <a:lnTo>
                    <a:pt x="17" y="13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6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3" y="15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1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7" y="16"/>
                  </a:lnTo>
                  <a:lnTo>
                    <a:pt x="7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3" y="15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1" y="11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8" name="Freeform 4"/>
            <p:cNvSpPr>
              <a:spLocks/>
            </p:cNvSpPr>
            <p:nvPr/>
          </p:nvSpPr>
          <p:spPr bwMode="auto">
            <a:xfrm>
              <a:off x="2217969" y="3285700"/>
              <a:ext cx="628187" cy="937081"/>
            </a:xfrm>
            <a:custGeom>
              <a:avLst/>
              <a:gdLst>
                <a:gd name="T0" fmla="*/ 2147483647 w 82"/>
                <a:gd name="T1" fmla="*/ 2147483647 h 121"/>
                <a:gd name="T2" fmla="*/ 2147483647 w 82"/>
                <a:gd name="T3" fmla="*/ 2147483647 h 121"/>
                <a:gd name="T4" fmla="*/ 2147483647 w 82"/>
                <a:gd name="T5" fmla="*/ 2147483647 h 121"/>
                <a:gd name="T6" fmla="*/ 2147483647 w 82"/>
                <a:gd name="T7" fmla="*/ 2147483647 h 121"/>
                <a:gd name="T8" fmla="*/ 2147483647 w 82"/>
                <a:gd name="T9" fmla="*/ 2147483647 h 121"/>
                <a:gd name="T10" fmla="*/ 2147483647 w 82"/>
                <a:gd name="T11" fmla="*/ 2147483647 h 121"/>
                <a:gd name="T12" fmla="*/ 2147483647 w 82"/>
                <a:gd name="T13" fmla="*/ 2147483647 h 121"/>
                <a:gd name="T14" fmla="*/ 2147483647 w 82"/>
                <a:gd name="T15" fmla="*/ 2147483647 h 121"/>
                <a:gd name="T16" fmla="*/ 2147483647 w 82"/>
                <a:gd name="T17" fmla="*/ 2147483647 h 121"/>
                <a:gd name="T18" fmla="*/ 2147483647 w 82"/>
                <a:gd name="T19" fmla="*/ 2147483647 h 121"/>
                <a:gd name="T20" fmla="*/ 2147483647 w 82"/>
                <a:gd name="T21" fmla="*/ 2147483647 h 121"/>
                <a:gd name="T22" fmla="*/ 2147483647 w 82"/>
                <a:gd name="T23" fmla="*/ 2147483647 h 121"/>
                <a:gd name="T24" fmla="*/ 2147483647 w 82"/>
                <a:gd name="T25" fmla="*/ 2147483647 h 121"/>
                <a:gd name="T26" fmla="*/ 2147483647 w 82"/>
                <a:gd name="T27" fmla="*/ 2147483647 h 121"/>
                <a:gd name="T28" fmla="*/ 2147483647 w 82"/>
                <a:gd name="T29" fmla="*/ 2147483647 h 121"/>
                <a:gd name="T30" fmla="*/ 2147483647 w 82"/>
                <a:gd name="T31" fmla="*/ 2147483647 h 121"/>
                <a:gd name="T32" fmla="*/ 2147483647 w 82"/>
                <a:gd name="T33" fmla="*/ 2147483647 h 121"/>
                <a:gd name="T34" fmla="*/ 2147483647 w 82"/>
                <a:gd name="T35" fmla="*/ 2147483647 h 121"/>
                <a:gd name="T36" fmla="*/ 2147483647 w 82"/>
                <a:gd name="T37" fmla="*/ 2147483647 h 121"/>
                <a:gd name="T38" fmla="*/ 2147483647 w 82"/>
                <a:gd name="T39" fmla="*/ 2147483647 h 121"/>
                <a:gd name="T40" fmla="*/ 2147483647 w 82"/>
                <a:gd name="T41" fmla="*/ 2147483647 h 121"/>
                <a:gd name="T42" fmla="*/ 2147483647 w 82"/>
                <a:gd name="T43" fmla="*/ 2147483647 h 121"/>
                <a:gd name="T44" fmla="*/ 2147483647 w 82"/>
                <a:gd name="T45" fmla="*/ 2147483647 h 121"/>
                <a:gd name="T46" fmla="*/ 2147483647 w 82"/>
                <a:gd name="T47" fmla="*/ 2147483647 h 121"/>
                <a:gd name="T48" fmla="*/ 2147483647 w 82"/>
                <a:gd name="T49" fmla="*/ 2147483647 h 121"/>
                <a:gd name="T50" fmla="*/ 2147483647 w 82"/>
                <a:gd name="T51" fmla="*/ 2147483647 h 121"/>
                <a:gd name="T52" fmla="*/ 2147483647 w 82"/>
                <a:gd name="T53" fmla="*/ 2147483647 h 121"/>
                <a:gd name="T54" fmla="*/ 2147483647 w 82"/>
                <a:gd name="T55" fmla="*/ 2147483647 h 121"/>
                <a:gd name="T56" fmla="*/ 2147483647 w 82"/>
                <a:gd name="T57" fmla="*/ 2147483647 h 121"/>
                <a:gd name="T58" fmla="*/ 2147483647 w 82"/>
                <a:gd name="T59" fmla="*/ 2147483647 h 121"/>
                <a:gd name="T60" fmla="*/ 2147483647 w 82"/>
                <a:gd name="T61" fmla="*/ 2147483647 h 121"/>
                <a:gd name="T62" fmla="*/ 2147483647 w 82"/>
                <a:gd name="T63" fmla="*/ 2147483647 h 121"/>
                <a:gd name="T64" fmla="*/ 2147483647 w 82"/>
                <a:gd name="T65" fmla="*/ 2147483647 h 121"/>
                <a:gd name="T66" fmla="*/ 2147483647 w 82"/>
                <a:gd name="T67" fmla="*/ 2147483647 h 121"/>
                <a:gd name="T68" fmla="*/ 2147483647 w 82"/>
                <a:gd name="T69" fmla="*/ 2147483647 h 121"/>
                <a:gd name="T70" fmla="*/ 2147483647 w 82"/>
                <a:gd name="T71" fmla="*/ 2147483647 h 121"/>
                <a:gd name="T72" fmla="*/ 2147483647 w 82"/>
                <a:gd name="T73" fmla="*/ 2147483647 h 121"/>
                <a:gd name="T74" fmla="*/ 2147483647 w 82"/>
                <a:gd name="T75" fmla="*/ 2147483647 h 121"/>
                <a:gd name="T76" fmla="*/ 2147483647 w 82"/>
                <a:gd name="T77" fmla="*/ 2147483647 h 121"/>
                <a:gd name="T78" fmla="*/ 2147483647 w 82"/>
                <a:gd name="T79" fmla="*/ 2147483647 h 121"/>
                <a:gd name="T80" fmla="*/ 2147483647 w 82"/>
                <a:gd name="T81" fmla="*/ 2147483647 h 121"/>
                <a:gd name="T82" fmla="*/ 2147483647 w 82"/>
                <a:gd name="T83" fmla="*/ 2147483647 h 121"/>
                <a:gd name="T84" fmla="*/ 2147483647 w 82"/>
                <a:gd name="T85" fmla="*/ 0 h 121"/>
                <a:gd name="T86" fmla="*/ 2147483647 w 82"/>
                <a:gd name="T87" fmla="*/ 2147483647 h 121"/>
                <a:gd name="T88" fmla="*/ 2147483647 w 82"/>
                <a:gd name="T89" fmla="*/ 2147483647 h 121"/>
                <a:gd name="T90" fmla="*/ 2147483647 w 82"/>
                <a:gd name="T91" fmla="*/ 2147483647 h 121"/>
                <a:gd name="T92" fmla="*/ 2147483647 w 82"/>
                <a:gd name="T93" fmla="*/ 2147483647 h 121"/>
                <a:gd name="T94" fmla="*/ 2147483647 w 82"/>
                <a:gd name="T95" fmla="*/ 2147483647 h 121"/>
                <a:gd name="T96" fmla="*/ 2147483647 w 82"/>
                <a:gd name="T97" fmla="*/ 2147483647 h 12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2" h="121">
                  <a:moveTo>
                    <a:pt x="82" y="46"/>
                  </a:moveTo>
                  <a:lnTo>
                    <a:pt x="80" y="48"/>
                  </a:lnTo>
                  <a:lnTo>
                    <a:pt x="79" y="50"/>
                  </a:lnTo>
                  <a:lnTo>
                    <a:pt x="77" y="48"/>
                  </a:lnTo>
                  <a:lnTo>
                    <a:pt x="75" y="47"/>
                  </a:lnTo>
                  <a:lnTo>
                    <a:pt x="72" y="48"/>
                  </a:lnTo>
                  <a:lnTo>
                    <a:pt x="71" y="53"/>
                  </a:lnTo>
                  <a:lnTo>
                    <a:pt x="71" y="55"/>
                  </a:lnTo>
                  <a:lnTo>
                    <a:pt x="68" y="56"/>
                  </a:lnTo>
                  <a:lnTo>
                    <a:pt x="65" y="57"/>
                  </a:lnTo>
                  <a:lnTo>
                    <a:pt x="64" y="57"/>
                  </a:lnTo>
                  <a:lnTo>
                    <a:pt x="63" y="59"/>
                  </a:lnTo>
                  <a:lnTo>
                    <a:pt x="62" y="60"/>
                  </a:lnTo>
                  <a:lnTo>
                    <a:pt x="61" y="60"/>
                  </a:lnTo>
                  <a:lnTo>
                    <a:pt x="62" y="64"/>
                  </a:lnTo>
                  <a:lnTo>
                    <a:pt x="63" y="64"/>
                  </a:lnTo>
                  <a:lnTo>
                    <a:pt x="64" y="63"/>
                  </a:lnTo>
                  <a:lnTo>
                    <a:pt x="64" y="62"/>
                  </a:lnTo>
                  <a:lnTo>
                    <a:pt x="66" y="63"/>
                  </a:lnTo>
                  <a:lnTo>
                    <a:pt x="67" y="63"/>
                  </a:lnTo>
                  <a:lnTo>
                    <a:pt x="68" y="63"/>
                  </a:lnTo>
                  <a:lnTo>
                    <a:pt x="68" y="70"/>
                  </a:lnTo>
                  <a:lnTo>
                    <a:pt x="67" y="70"/>
                  </a:lnTo>
                  <a:lnTo>
                    <a:pt x="66" y="73"/>
                  </a:lnTo>
                  <a:lnTo>
                    <a:pt x="65" y="73"/>
                  </a:lnTo>
                  <a:lnTo>
                    <a:pt x="63" y="72"/>
                  </a:lnTo>
                  <a:lnTo>
                    <a:pt x="62" y="72"/>
                  </a:lnTo>
                  <a:lnTo>
                    <a:pt x="62" y="73"/>
                  </a:lnTo>
                  <a:lnTo>
                    <a:pt x="61" y="74"/>
                  </a:lnTo>
                  <a:lnTo>
                    <a:pt x="59" y="74"/>
                  </a:lnTo>
                  <a:lnTo>
                    <a:pt x="56" y="78"/>
                  </a:lnTo>
                  <a:lnTo>
                    <a:pt x="55" y="79"/>
                  </a:lnTo>
                  <a:lnTo>
                    <a:pt x="56" y="81"/>
                  </a:lnTo>
                  <a:lnTo>
                    <a:pt x="57" y="83"/>
                  </a:lnTo>
                  <a:lnTo>
                    <a:pt x="57" y="84"/>
                  </a:lnTo>
                  <a:lnTo>
                    <a:pt x="59" y="85"/>
                  </a:lnTo>
                  <a:lnTo>
                    <a:pt x="60" y="87"/>
                  </a:lnTo>
                  <a:lnTo>
                    <a:pt x="60" y="89"/>
                  </a:lnTo>
                  <a:lnTo>
                    <a:pt x="61" y="89"/>
                  </a:lnTo>
                  <a:lnTo>
                    <a:pt x="60" y="92"/>
                  </a:lnTo>
                  <a:lnTo>
                    <a:pt x="61" y="93"/>
                  </a:lnTo>
                  <a:lnTo>
                    <a:pt x="62" y="93"/>
                  </a:lnTo>
                  <a:lnTo>
                    <a:pt x="62" y="94"/>
                  </a:lnTo>
                  <a:lnTo>
                    <a:pt x="64" y="96"/>
                  </a:lnTo>
                  <a:lnTo>
                    <a:pt x="66" y="97"/>
                  </a:lnTo>
                  <a:lnTo>
                    <a:pt x="67" y="97"/>
                  </a:lnTo>
                  <a:lnTo>
                    <a:pt x="68" y="98"/>
                  </a:lnTo>
                  <a:lnTo>
                    <a:pt x="68" y="99"/>
                  </a:lnTo>
                  <a:lnTo>
                    <a:pt x="66" y="99"/>
                  </a:lnTo>
                  <a:lnTo>
                    <a:pt x="66" y="100"/>
                  </a:lnTo>
                  <a:lnTo>
                    <a:pt x="67" y="100"/>
                  </a:lnTo>
                  <a:lnTo>
                    <a:pt x="70" y="101"/>
                  </a:lnTo>
                  <a:lnTo>
                    <a:pt x="69" y="102"/>
                  </a:lnTo>
                  <a:lnTo>
                    <a:pt x="72" y="103"/>
                  </a:lnTo>
                  <a:lnTo>
                    <a:pt x="73" y="103"/>
                  </a:lnTo>
                  <a:lnTo>
                    <a:pt x="74" y="104"/>
                  </a:lnTo>
                  <a:lnTo>
                    <a:pt x="74" y="105"/>
                  </a:lnTo>
                  <a:lnTo>
                    <a:pt x="72" y="106"/>
                  </a:lnTo>
                  <a:lnTo>
                    <a:pt x="71" y="106"/>
                  </a:lnTo>
                  <a:lnTo>
                    <a:pt x="68" y="105"/>
                  </a:lnTo>
                  <a:lnTo>
                    <a:pt x="66" y="105"/>
                  </a:lnTo>
                  <a:lnTo>
                    <a:pt x="63" y="106"/>
                  </a:lnTo>
                  <a:lnTo>
                    <a:pt x="62" y="107"/>
                  </a:lnTo>
                  <a:lnTo>
                    <a:pt x="62" y="109"/>
                  </a:lnTo>
                  <a:lnTo>
                    <a:pt x="62" y="110"/>
                  </a:lnTo>
                  <a:lnTo>
                    <a:pt x="63" y="111"/>
                  </a:lnTo>
                  <a:lnTo>
                    <a:pt x="63" y="113"/>
                  </a:lnTo>
                  <a:lnTo>
                    <a:pt x="62" y="114"/>
                  </a:lnTo>
                  <a:lnTo>
                    <a:pt x="62" y="115"/>
                  </a:lnTo>
                  <a:lnTo>
                    <a:pt x="63" y="117"/>
                  </a:lnTo>
                  <a:lnTo>
                    <a:pt x="63" y="118"/>
                  </a:lnTo>
                  <a:lnTo>
                    <a:pt x="63" y="119"/>
                  </a:lnTo>
                  <a:lnTo>
                    <a:pt x="63" y="120"/>
                  </a:lnTo>
                  <a:lnTo>
                    <a:pt x="62" y="121"/>
                  </a:lnTo>
                  <a:lnTo>
                    <a:pt x="62" y="120"/>
                  </a:lnTo>
                  <a:lnTo>
                    <a:pt x="61" y="120"/>
                  </a:lnTo>
                  <a:lnTo>
                    <a:pt x="61" y="119"/>
                  </a:lnTo>
                  <a:lnTo>
                    <a:pt x="60" y="120"/>
                  </a:lnTo>
                  <a:lnTo>
                    <a:pt x="58" y="120"/>
                  </a:lnTo>
                  <a:lnTo>
                    <a:pt x="57" y="119"/>
                  </a:lnTo>
                  <a:lnTo>
                    <a:pt x="55" y="116"/>
                  </a:lnTo>
                  <a:lnTo>
                    <a:pt x="53" y="114"/>
                  </a:lnTo>
                  <a:lnTo>
                    <a:pt x="52" y="114"/>
                  </a:lnTo>
                  <a:lnTo>
                    <a:pt x="50" y="115"/>
                  </a:lnTo>
                  <a:lnTo>
                    <a:pt x="49" y="115"/>
                  </a:lnTo>
                  <a:lnTo>
                    <a:pt x="49" y="116"/>
                  </a:lnTo>
                  <a:lnTo>
                    <a:pt x="48" y="115"/>
                  </a:lnTo>
                  <a:lnTo>
                    <a:pt x="47" y="115"/>
                  </a:lnTo>
                  <a:lnTo>
                    <a:pt x="47" y="114"/>
                  </a:lnTo>
                  <a:lnTo>
                    <a:pt x="47" y="113"/>
                  </a:lnTo>
                  <a:lnTo>
                    <a:pt x="46" y="112"/>
                  </a:lnTo>
                  <a:lnTo>
                    <a:pt x="45" y="113"/>
                  </a:lnTo>
                  <a:lnTo>
                    <a:pt x="44" y="112"/>
                  </a:lnTo>
                  <a:lnTo>
                    <a:pt x="44" y="111"/>
                  </a:lnTo>
                  <a:lnTo>
                    <a:pt x="43" y="110"/>
                  </a:lnTo>
                  <a:lnTo>
                    <a:pt x="41" y="110"/>
                  </a:lnTo>
                  <a:lnTo>
                    <a:pt x="39" y="109"/>
                  </a:lnTo>
                  <a:lnTo>
                    <a:pt x="38" y="109"/>
                  </a:lnTo>
                  <a:lnTo>
                    <a:pt x="37" y="109"/>
                  </a:lnTo>
                  <a:lnTo>
                    <a:pt x="36" y="109"/>
                  </a:lnTo>
                  <a:lnTo>
                    <a:pt x="35" y="108"/>
                  </a:lnTo>
                  <a:lnTo>
                    <a:pt x="32" y="108"/>
                  </a:lnTo>
                  <a:lnTo>
                    <a:pt x="26" y="109"/>
                  </a:lnTo>
                  <a:lnTo>
                    <a:pt x="25" y="109"/>
                  </a:lnTo>
                  <a:lnTo>
                    <a:pt x="24" y="109"/>
                  </a:lnTo>
                  <a:lnTo>
                    <a:pt x="23" y="111"/>
                  </a:lnTo>
                  <a:lnTo>
                    <a:pt x="23" y="112"/>
                  </a:lnTo>
                  <a:lnTo>
                    <a:pt x="23" y="113"/>
                  </a:lnTo>
                  <a:lnTo>
                    <a:pt x="22" y="116"/>
                  </a:lnTo>
                  <a:lnTo>
                    <a:pt x="21" y="117"/>
                  </a:lnTo>
                  <a:lnTo>
                    <a:pt x="20" y="116"/>
                  </a:lnTo>
                  <a:lnTo>
                    <a:pt x="19" y="116"/>
                  </a:lnTo>
                  <a:lnTo>
                    <a:pt x="18" y="115"/>
                  </a:lnTo>
                  <a:lnTo>
                    <a:pt x="16" y="116"/>
                  </a:lnTo>
                  <a:lnTo>
                    <a:pt x="14" y="116"/>
                  </a:lnTo>
                  <a:lnTo>
                    <a:pt x="13" y="116"/>
                  </a:lnTo>
                  <a:lnTo>
                    <a:pt x="13" y="115"/>
                  </a:lnTo>
                  <a:lnTo>
                    <a:pt x="12" y="114"/>
                  </a:lnTo>
                  <a:lnTo>
                    <a:pt x="11" y="111"/>
                  </a:lnTo>
                  <a:lnTo>
                    <a:pt x="10" y="111"/>
                  </a:lnTo>
                  <a:lnTo>
                    <a:pt x="10" y="109"/>
                  </a:lnTo>
                  <a:lnTo>
                    <a:pt x="9" y="109"/>
                  </a:lnTo>
                  <a:lnTo>
                    <a:pt x="8" y="107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7" y="105"/>
                  </a:lnTo>
                  <a:lnTo>
                    <a:pt x="7" y="104"/>
                  </a:lnTo>
                  <a:lnTo>
                    <a:pt x="8" y="104"/>
                  </a:lnTo>
                  <a:lnTo>
                    <a:pt x="9" y="104"/>
                  </a:lnTo>
                  <a:lnTo>
                    <a:pt x="9" y="103"/>
                  </a:lnTo>
                  <a:lnTo>
                    <a:pt x="8" y="101"/>
                  </a:lnTo>
                  <a:lnTo>
                    <a:pt x="8" y="100"/>
                  </a:lnTo>
                  <a:lnTo>
                    <a:pt x="8" y="99"/>
                  </a:lnTo>
                  <a:lnTo>
                    <a:pt x="9" y="96"/>
                  </a:lnTo>
                  <a:lnTo>
                    <a:pt x="10" y="95"/>
                  </a:lnTo>
                  <a:lnTo>
                    <a:pt x="11" y="93"/>
                  </a:lnTo>
                  <a:lnTo>
                    <a:pt x="10" y="92"/>
                  </a:lnTo>
                  <a:lnTo>
                    <a:pt x="10" y="90"/>
                  </a:lnTo>
                  <a:lnTo>
                    <a:pt x="10" y="87"/>
                  </a:lnTo>
                  <a:lnTo>
                    <a:pt x="12" y="83"/>
                  </a:lnTo>
                  <a:lnTo>
                    <a:pt x="12" y="82"/>
                  </a:lnTo>
                  <a:lnTo>
                    <a:pt x="9" y="77"/>
                  </a:lnTo>
                  <a:lnTo>
                    <a:pt x="8" y="75"/>
                  </a:lnTo>
                  <a:lnTo>
                    <a:pt x="6" y="74"/>
                  </a:lnTo>
                  <a:lnTo>
                    <a:pt x="5" y="71"/>
                  </a:lnTo>
                  <a:lnTo>
                    <a:pt x="1" y="53"/>
                  </a:lnTo>
                  <a:lnTo>
                    <a:pt x="0" y="48"/>
                  </a:lnTo>
                  <a:lnTo>
                    <a:pt x="17" y="20"/>
                  </a:lnTo>
                  <a:lnTo>
                    <a:pt x="18" y="18"/>
                  </a:lnTo>
                  <a:lnTo>
                    <a:pt x="22" y="14"/>
                  </a:lnTo>
                  <a:lnTo>
                    <a:pt x="25" y="6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3" y="0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0" y="1"/>
                  </a:lnTo>
                  <a:lnTo>
                    <a:pt x="44" y="2"/>
                  </a:lnTo>
                  <a:lnTo>
                    <a:pt x="49" y="2"/>
                  </a:lnTo>
                  <a:lnTo>
                    <a:pt x="49" y="3"/>
                  </a:lnTo>
                  <a:lnTo>
                    <a:pt x="51" y="3"/>
                  </a:lnTo>
                  <a:lnTo>
                    <a:pt x="53" y="6"/>
                  </a:lnTo>
                  <a:lnTo>
                    <a:pt x="54" y="6"/>
                  </a:lnTo>
                  <a:lnTo>
                    <a:pt x="54" y="8"/>
                  </a:lnTo>
                  <a:lnTo>
                    <a:pt x="56" y="8"/>
                  </a:lnTo>
                  <a:lnTo>
                    <a:pt x="56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3" y="15"/>
                  </a:lnTo>
                  <a:lnTo>
                    <a:pt x="64" y="16"/>
                  </a:lnTo>
                  <a:lnTo>
                    <a:pt x="66" y="18"/>
                  </a:lnTo>
                  <a:lnTo>
                    <a:pt x="67" y="22"/>
                  </a:lnTo>
                  <a:lnTo>
                    <a:pt x="72" y="31"/>
                  </a:lnTo>
                  <a:lnTo>
                    <a:pt x="72" y="32"/>
                  </a:lnTo>
                  <a:lnTo>
                    <a:pt x="74" y="37"/>
                  </a:lnTo>
                  <a:lnTo>
                    <a:pt x="75" y="38"/>
                  </a:lnTo>
                  <a:lnTo>
                    <a:pt x="79" y="43"/>
                  </a:lnTo>
                  <a:lnTo>
                    <a:pt x="82" y="46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9" name="Freeform 5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639314" y="3641945"/>
              <a:ext cx="429005" cy="820914"/>
            </a:xfrm>
            <a:custGeom>
              <a:avLst/>
              <a:gdLst>
                <a:gd name="T0" fmla="*/ 2147483647 w 56"/>
                <a:gd name="T1" fmla="*/ 2147483647 h 106"/>
                <a:gd name="T2" fmla="*/ 2147483647 w 56"/>
                <a:gd name="T3" fmla="*/ 2147483647 h 106"/>
                <a:gd name="T4" fmla="*/ 2147483647 w 56"/>
                <a:gd name="T5" fmla="*/ 2147483647 h 106"/>
                <a:gd name="T6" fmla="*/ 2147483647 w 56"/>
                <a:gd name="T7" fmla="*/ 2147483647 h 106"/>
                <a:gd name="T8" fmla="*/ 2147483647 w 56"/>
                <a:gd name="T9" fmla="*/ 2147483647 h 106"/>
                <a:gd name="T10" fmla="*/ 2147483647 w 56"/>
                <a:gd name="T11" fmla="*/ 2147483647 h 106"/>
                <a:gd name="T12" fmla="*/ 2147483647 w 56"/>
                <a:gd name="T13" fmla="*/ 2147483647 h 106"/>
                <a:gd name="T14" fmla="*/ 2147483647 w 56"/>
                <a:gd name="T15" fmla="*/ 2147483647 h 106"/>
                <a:gd name="T16" fmla="*/ 2147483647 w 56"/>
                <a:gd name="T17" fmla="*/ 2147483647 h 106"/>
                <a:gd name="T18" fmla="*/ 2147483647 w 56"/>
                <a:gd name="T19" fmla="*/ 2147483647 h 106"/>
                <a:gd name="T20" fmla="*/ 2147483647 w 56"/>
                <a:gd name="T21" fmla="*/ 2147483647 h 106"/>
                <a:gd name="T22" fmla="*/ 2147483647 w 56"/>
                <a:gd name="T23" fmla="*/ 2147483647 h 106"/>
                <a:gd name="T24" fmla="*/ 2147483647 w 56"/>
                <a:gd name="T25" fmla="*/ 2147483647 h 106"/>
                <a:gd name="T26" fmla="*/ 2147483647 w 56"/>
                <a:gd name="T27" fmla="*/ 2147483647 h 106"/>
                <a:gd name="T28" fmla="*/ 2147483647 w 56"/>
                <a:gd name="T29" fmla="*/ 2147483647 h 106"/>
                <a:gd name="T30" fmla="*/ 2147483647 w 56"/>
                <a:gd name="T31" fmla="*/ 2147483647 h 106"/>
                <a:gd name="T32" fmla="*/ 2147483647 w 56"/>
                <a:gd name="T33" fmla="*/ 2147483647 h 106"/>
                <a:gd name="T34" fmla="*/ 2147483647 w 56"/>
                <a:gd name="T35" fmla="*/ 2147483647 h 106"/>
                <a:gd name="T36" fmla="*/ 2147483647 w 56"/>
                <a:gd name="T37" fmla="*/ 2147483647 h 106"/>
                <a:gd name="T38" fmla="*/ 2147483647 w 56"/>
                <a:gd name="T39" fmla="*/ 2147483647 h 106"/>
                <a:gd name="T40" fmla="*/ 2147483647 w 56"/>
                <a:gd name="T41" fmla="*/ 2147483647 h 106"/>
                <a:gd name="T42" fmla="*/ 2147483647 w 56"/>
                <a:gd name="T43" fmla="*/ 2147483647 h 106"/>
                <a:gd name="T44" fmla="*/ 2147483647 w 56"/>
                <a:gd name="T45" fmla="*/ 2147483647 h 106"/>
                <a:gd name="T46" fmla="*/ 2147483647 w 56"/>
                <a:gd name="T47" fmla="*/ 2147483647 h 106"/>
                <a:gd name="T48" fmla="*/ 2147483647 w 56"/>
                <a:gd name="T49" fmla="*/ 2147483647 h 106"/>
                <a:gd name="T50" fmla="*/ 2147483647 w 56"/>
                <a:gd name="T51" fmla="*/ 2147483647 h 106"/>
                <a:gd name="T52" fmla="*/ 2147483647 w 56"/>
                <a:gd name="T53" fmla="*/ 2147483647 h 106"/>
                <a:gd name="T54" fmla="*/ 2147483647 w 56"/>
                <a:gd name="T55" fmla="*/ 2147483647 h 106"/>
                <a:gd name="T56" fmla="*/ 2147483647 w 56"/>
                <a:gd name="T57" fmla="*/ 2147483647 h 106"/>
                <a:gd name="T58" fmla="*/ 2147483647 w 56"/>
                <a:gd name="T59" fmla="*/ 2147483647 h 106"/>
                <a:gd name="T60" fmla="*/ 2147483647 w 56"/>
                <a:gd name="T61" fmla="*/ 2147483647 h 106"/>
                <a:gd name="T62" fmla="*/ 2147483647 w 56"/>
                <a:gd name="T63" fmla="*/ 2147483647 h 106"/>
                <a:gd name="T64" fmla="*/ 2147483647 w 56"/>
                <a:gd name="T65" fmla="*/ 2147483647 h 106"/>
                <a:gd name="T66" fmla="*/ 2147483647 w 56"/>
                <a:gd name="T67" fmla="*/ 2147483647 h 106"/>
                <a:gd name="T68" fmla="*/ 2147483647 w 56"/>
                <a:gd name="T69" fmla="*/ 2147483647 h 106"/>
                <a:gd name="T70" fmla="*/ 2147483647 w 56"/>
                <a:gd name="T71" fmla="*/ 2147483647 h 106"/>
                <a:gd name="T72" fmla="*/ 2147483647 w 56"/>
                <a:gd name="T73" fmla="*/ 2147483647 h 106"/>
                <a:gd name="T74" fmla="*/ 2147483647 w 56"/>
                <a:gd name="T75" fmla="*/ 2147483647 h 106"/>
                <a:gd name="T76" fmla="*/ 2147483647 w 56"/>
                <a:gd name="T77" fmla="*/ 2147483647 h 106"/>
                <a:gd name="T78" fmla="*/ 2147483647 w 56"/>
                <a:gd name="T79" fmla="*/ 2147483647 h 106"/>
                <a:gd name="T80" fmla="*/ 2147483647 w 56"/>
                <a:gd name="T81" fmla="*/ 2147483647 h 106"/>
                <a:gd name="T82" fmla="*/ 2147483647 w 56"/>
                <a:gd name="T83" fmla="*/ 2147483647 h 106"/>
                <a:gd name="T84" fmla="*/ 2147483647 w 56"/>
                <a:gd name="T85" fmla="*/ 2147483647 h 106"/>
                <a:gd name="T86" fmla="*/ 2147483647 w 56"/>
                <a:gd name="T87" fmla="*/ 2147483647 h 106"/>
                <a:gd name="T88" fmla="*/ 2147483647 w 56"/>
                <a:gd name="T89" fmla="*/ 2147483647 h 106"/>
                <a:gd name="T90" fmla="*/ 2147483647 w 56"/>
                <a:gd name="T91" fmla="*/ 2147483647 h 106"/>
                <a:gd name="T92" fmla="*/ 2147483647 w 56"/>
                <a:gd name="T93" fmla="*/ 2147483647 h 106"/>
                <a:gd name="T94" fmla="*/ 2147483647 w 56"/>
                <a:gd name="T95" fmla="*/ 2147483647 h 106"/>
                <a:gd name="T96" fmla="*/ 2147483647 w 56"/>
                <a:gd name="T97" fmla="*/ 2147483647 h 106"/>
                <a:gd name="T98" fmla="*/ 2147483647 w 56"/>
                <a:gd name="T99" fmla="*/ 2147483647 h 106"/>
                <a:gd name="T100" fmla="*/ 2147483647 w 56"/>
                <a:gd name="T101" fmla="*/ 2147483647 h 106"/>
                <a:gd name="T102" fmla="*/ 0 w 56"/>
                <a:gd name="T103" fmla="*/ 2147483647 h 10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6" h="106">
                  <a:moveTo>
                    <a:pt x="0" y="33"/>
                  </a:moveTo>
                  <a:lnTo>
                    <a:pt x="1" y="32"/>
                  </a:lnTo>
                  <a:lnTo>
                    <a:pt x="4" y="28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10" y="27"/>
                  </a:lnTo>
                  <a:lnTo>
                    <a:pt x="11" y="27"/>
                  </a:lnTo>
                  <a:lnTo>
                    <a:pt x="12" y="24"/>
                  </a:lnTo>
                  <a:lnTo>
                    <a:pt x="13" y="24"/>
                  </a:lnTo>
                  <a:lnTo>
                    <a:pt x="13" y="17"/>
                  </a:lnTo>
                  <a:lnTo>
                    <a:pt x="12" y="17"/>
                  </a:lnTo>
                  <a:lnTo>
                    <a:pt x="11" y="17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8" y="18"/>
                  </a:lnTo>
                  <a:lnTo>
                    <a:pt x="7" y="18"/>
                  </a:lnTo>
                  <a:lnTo>
                    <a:pt x="6" y="14"/>
                  </a:lnTo>
                  <a:lnTo>
                    <a:pt x="7" y="14"/>
                  </a:lnTo>
                  <a:lnTo>
                    <a:pt x="8" y="13"/>
                  </a:lnTo>
                  <a:lnTo>
                    <a:pt x="9" y="11"/>
                  </a:lnTo>
                  <a:lnTo>
                    <a:pt x="10" y="11"/>
                  </a:lnTo>
                  <a:lnTo>
                    <a:pt x="13" y="10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7" y="2"/>
                  </a:lnTo>
                  <a:lnTo>
                    <a:pt x="20" y="1"/>
                  </a:lnTo>
                  <a:lnTo>
                    <a:pt x="22" y="2"/>
                  </a:lnTo>
                  <a:lnTo>
                    <a:pt x="24" y="4"/>
                  </a:lnTo>
                  <a:lnTo>
                    <a:pt x="25" y="2"/>
                  </a:lnTo>
                  <a:lnTo>
                    <a:pt x="27" y="0"/>
                  </a:lnTo>
                  <a:lnTo>
                    <a:pt x="29" y="3"/>
                  </a:lnTo>
                  <a:lnTo>
                    <a:pt x="26" y="6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3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0" y="18"/>
                  </a:lnTo>
                  <a:lnTo>
                    <a:pt x="29" y="19"/>
                  </a:lnTo>
                  <a:lnTo>
                    <a:pt x="29" y="20"/>
                  </a:lnTo>
                  <a:lnTo>
                    <a:pt x="31" y="21"/>
                  </a:lnTo>
                  <a:lnTo>
                    <a:pt x="31" y="22"/>
                  </a:lnTo>
                  <a:lnTo>
                    <a:pt x="32" y="22"/>
                  </a:lnTo>
                  <a:lnTo>
                    <a:pt x="31" y="24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5" y="27"/>
                  </a:lnTo>
                  <a:lnTo>
                    <a:pt x="35" y="29"/>
                  </a:lnTo>
                  <a:lnTo>
                    <a:pt x="36" y="30"/>
                  </a:lnTo>
                  <a:lnTo>
                    <a:pt x="36" y="32"/>
                  </a:lnTo>
                  <a:lnTo>
                    <a:pt x="36" y="34"/>
                  </a:lnTo>
                  <a:lnTo>
                    <a:pt x="37" y="34"/>
                  </a:lnTo>
                  <a:lnTo>
                    <a:pt x="38" y="35"/>
                  </a:lnTo>
                  <a:lnTo>
                    <a:pt x="40" y="37"/>
                  </a:lnTo>
                  <a:lnTo>
                    <a:pt x="41" y="40"/>
                  </a:lnTo>
                  <a:lnTo>
                    <a:pt x="43" y="40"/>
                  </a:lnTo>
                  <a:lnTo>
                    <a:pt x="44" y="40"/>
                  </a:lnTo>
                  <a:lnTo>
                    <a:pt x="46" y="42"/>
                  </a:lnTo>
                  <a:lnTo>
                    <a:pt x="47" y="41"/>
                  </a:lnTo>
                  <a:lnTo>
                    <a:pt x="48" y="41"/>
                  </a:lnTo>
                  <a:lnTo>
                    <a:pt x="49" y="41"/>
                  </a:lnTo>
                  <a:lnTo>
                    <a:pt x="51" y="41"/>
                  </a:lnTo>
                  <a:lnTo>
                    <a:pt x="52" y="41"/>
                  </a:lnTo>
                  <a:lnTo>
                    <a:pt x="52" y="43"/>
                  </a:lnTo>
                  <a:lnTo>
                    <a:pt x="52" y="50"/>
                  </a:lnTo>
                  <a:lnTo>
                    <a:pt x="52" y="51"/>
                  </a:lnTo>
                  <a:lnTo>
                    <a:pt x="53" y="53"/>
                  </a:lnTo>
                  <a:lnTo>
                    <a:pt x="56" y="53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6" y="63"/>
                  </a:lnTo>
                  <a:lnTo>
                    <a:pt x="45" y="63"/>
                  </a:lnTo>
                  <a:lnTo>
                    <a:pt x="44" y="64"/>
                  </a:lnTo>
                  <a:lnTo>
                    <a:pt x="43" y="63"/>
                  </a:lnTo>
                  <a:lnTo>
                    <a:pt x="42" y="63"/>
                  </a:lnTo>
                  <a:lnTo>
                    <a:pt x="42" y="64"/>
                  </a:lnTo>
                  <a:lnTo>
                    <a:pt x="41" y="65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0" y="67"/>
                  </a:lnTo>
                  <a:lnTo>
                    <a:pt x="40" y="69"/>
                  </a:lnTo>
                  <a:lnTo>
                    <a:pt x="41" y="69"/>
                  </a:lnTo>
                  <a:lnTo>
                    <a:pt x="40" y="69"/>
                  </a:lnTo>
                  <a:lnTo>
                    <a:pt x="39" y="69"/>
                  </a:lnTo>
                  <a:lnTo>
                    <a:pt x="38" y="70"/>
                  </a:lnTo>
                  <a:lnTo>
                    <a:pt x="37" y="70"/>
                  </a:lnTo>
                  <a:lnTo>
                    <a:pt x="36" y="71"/>
                  </a:lnTo>
                  <a:lnTo>
                    <a:pt x="35" y="71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3" y="73"/>
                  </a:lnTo>
                  <a:lnTo>
                    <a:pt x="33" y="74"/>
                  </a:lnTo>
                  <a:lnTo>
                    <a:pt x="33" y="73"/>
                  </a:lnTo>
                  <a:lnTo>
                    <a:pt x="32" y="73"/>
                  </a:lnTo>
                  <a:lnTo>
                    <a:pt x="30" y="74"/>
                  </a:lnTo>
                  <a:lnTo>
                    <a:pt x="30" y="75"/>
                  </a:lnTo>
                  <a:lnTo>
                    <a:pt x="30" y="76"/>
                  </a:lnTo>
                  <a:lnTo>
                    <a:pt x="32" y="76"/>
                  </a:lnTo>
                  <a:lnTo>
                    <a:pt x="32" y="78"/>
                  </a:lnTo>
                  <a:lnTo>
                    <a:pt x="33" y="79"/>
                  </a:lnTo>
                  <a:lnTo>
                    <a:pt x="32" y="80"/>
                  </a:lnTo>
                  <a:lnTo>
                    <a:pt x="31" y="82"/>
                  </a:lnTo>
                  <a:lnTo>
                    <a:pt x="32" y="84"/>
                  </a:lnTo>
                  <a:lnTo>
                    <a:pt x="32" y="86"/>
                  </a:lnTo>
                  <a:lnTo>
                    <a:pt x="33" y="87"/>
                  </a:lnTo>
                  <a:lnTo>
                    <a:pt x="34" y="88"/>
                  </a:lnTo>
                  <a:lnTo>
                    <a:pt x="35" y="89"/>
                  </a:lnTo>
                  <a:lnTo>
                    <a:pt x="35" y="92"/>
                  </a:lnTo>
                  <a:lnTo>
                    <a:pt x="32" y="92"/>
                  </a:lnTo>
                  <a:lnTo>
                    <a:pt x="31" y="93"/>
                  </a:lnTo>
                  <a:lnTo>
                    <a:pt x="29" y="93"/>
                  </a:lnTo>
                  <a:lnTo>
                    <a:pt x="28" y="93"/>
                  </a:lnTo>
                  <a:lnTo>
                    <a:pt x="27" y="93"/>
                  </a:lnTo>
                  <a:lnTo>
                    <a:pt x="26" y="94"/>
                  </a:lnTo>
                  <a:lnTo>
                    <a:pt x="25" y="96"/>
                  </a:lnTo>
                  <a:lnTo>
                    <a:pt x="25" y="102"/>
                  </a:lnTo>
                  <a:lnTo>
                    <a:pt x="24" y="102"/>
                  </a:lnTo>
                  <a:lnTo>
                    <a:pt x="23" y="101"/>
                  </a:lnTo>
                  <a:lnTo>
                    <a:pt x="22" y="102"/>
                  </a:lnTo>
                  <a:lnTo>
                    <a:pt x="21" y="103"/>
                  </a:lnTo>
                  <a:lnTo>
                    <a:pt x="22" y="103"/>
                  </a:lnTo>
                  <a:lnTo>
                    <a:pt x="22" y="104"/>
                  </a:lnTo>
                  <a:lnTo>
                    <a:pt x="21" y="106"/>
                  </a:lnTo>
                  <a:lnTo>
                    <a:pt x="21" y="105"/>
                  </a:lnTo>
                  <a:lnTo>
                    <a:pt x="18" y="105"/>
                  </a:lnTo>
                  <a:lnTo>
                    <a:pt x="18" y="106"/>
                  </a:lnTo>
                  <a:lnTo>
                    <a:pt x="14" y="106"/>
                  </a:lnTo>
                  <a:lnTo>
                    <a:pt x="13" y="105"/>
                  </a:lnTo>
                  <a:lnTo>
                    <a:pt x="14" y="93"/>
                  </a:lnTo>
                  <a:lnTo>
                    <a:pt x="13" y="92"/>
                  </a:lnTo>
                  <a:lnTo>
                    <a:pt x="12" y="90"/>
                  </a:lnTo>
                  <a:lnTo>
                    <a:pt x="11" y="88"/>
                  </a:lnTo>
                  <a:lnTo>
                    <a:pt x="11" y="87"/>
                  </a:lnTo>
                  <a:lnTo>
                    <a:pt x="11" y="84"/>
                  </a:lnTo>
                  <a:lnTo>
                    <a:pt x="11" y="83"/>
                  </a:lnTo>
                  <a:lnTo>
                    <a:pt x="11" y="80"/>
                  </a:lnTo>
                  <a:lnTo>
                    <a:pt x="10" y="80"/>
                  </a:lnTo>
                  <a:lnTo>
                    <a:pt x="8" y="76"/>
                  </a:lnTo>
                  <a:lnTo>
                    <a:pt x="7" y="75"/>
                  </a:lnTo>
                  <a:lnTo>
                    <a:pt x="8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8" y="71"/>
                  </a:lnTo>
                  <a:lnTo>
                    <a:pt x="7" y="69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8" y="65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11" y="59"/>
                  </a:lnTo>
                  <a:lnTo>
                    <a:pt x="13" y="59"/>
                  </a:lnTo>
                  <a:lnTo>
                    <a:pt x="16" y="60"/>
                  </a:lnTo>
                  <a:lnTo>
                    <a:pt x="17" y="60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8" y="57"/>
                  </a:lnTo>
                  <a:lnTo>
                    <a:pt x="17" y="57"/>
                  </a:lnTo>
                  <a:lnTo>
                    <a:pt x="14" y="56"/>
                  </a:lnTo>
                  <a:lnTo>
                    <a:pt x="15" y="55"/>
                  </a:lnTo>
                  <a:lnTo>
                    <a:pt x="12" y="54"/>
                  </a:lnTo>
                  <a:lnTo>
                    <a:pt x="11" y="54"/>
                  </a:lnTo>
                  <a:lnTo>
                    <a:pt x="11" y="53"/>
                  </a:lnTo>
                  <a:lnTo>
                    <a:pt x="13" y="53"/>
                  </a:lnTo>
                  <a:lnTo>
                    <a:pt x="13" y="52"/>
                  </a:lnTo>
                  <a:lnTo>
                    <a:pt x="12" y="51"/>
                  </a:lnTo>
                  <a:lnTo>
                    <a:pt x="11" y="51"/>
                  </a:lnTo>
                  <a:lnTo>
                    <a:pt x="9" y="50"/>
                  </a:lnTo>
                  <a:lnTo>
                    <a:pt x="7" y="48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5" y="46"/>
                  </a:lnTo>
                  <a:lnTo>
                    <a:pt x="6" y="43"/>
                  </a:lnTo>
                  <a:lnTo>
                    <a:pt x="5" y="43"/>
                  </a:lnTo>
                  <a:lnTo>
                    <a:pt x="5" y="41"/>
                  </a:lnTo>
                  <a:lnTo>
                    <a:pt x="4" y="39"/>
                  </a:lnTo>
                  <a:lnTo>
                    <a:pt x="2" y="38"/>
                  </a:lnTo>
                  <a:lnTo>
                    <a:pt x="2" y="37"/>
                  </a:lnTo>
                  <a:lnTo>
                    <a:pt x="1" y="35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7030A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0" name="Freeform 6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463115" y="4215036"/>
              <a:ext cx="635847" cy="596324"/>
            </a:xfrm>
            <a:custGeom>
              <a:avLst/>
              <a:gdLst>
                <a:gd name="T0" fmla="*/ 2147483647 w 83"/>
                <a:gd name="T1" fmla="*/ 2147483647 h 77"/>
                <a:gd name="T2" fmla="*/ 2147483647 w 83"/>
                <a:gd name="T3" fmla="*/ 2147483647 h 77"/>
                <a:gd name="T4" fmla="*/ 2147483647 w 83"/>
                <a:gd name="T5" fmla="*/ 2147483647 h 77"/>
                <a:gd name="T6" fmla="*/ 2147483647 w 83"/>
                <a:gd name="T7" fmla="*/ 2147483647 h 77"/>
                <a:gd name="T8" fmla="*/ 2147483647 w 83"/>
                <a:gd name="T9" fmla="*/ 2147483647 h 77"/>
                <a:gd name="T10" fmla="*/ 2147483647 w 83"/>
                <a:gd name="T11" fmla="*/ 2147483647 h 77"/>
                <a:gd name="T12" fmla="*/ 2147483647 w 83"/>
                <a:gd name="T13" fmla="*/ 2147483647 h 77"/>
                <a:gd name="T14" fmla="*/ 2147483647 w 83"/>
                <a:gd name="T15" fmla="*/ 2147483647 h 77"/>
                <a:gd name="T16" fmla="*/ 2147483647 w 83"/>
                <a:gd name="T17" fmla="*/ 2147483647 h 77"/>
                <a:gd name="T18" fmla="*/ 2147483647 w 83"/>
                <a:gd name="T19" fmla="*/ 2147483647 h 77"/>
                <a:gd name="T20" fmla="*/ 2147483647 w 83"/>
                <a:gd name="T21" fmla="*/ 2147483647 h 77"/>
                <a:gd name="T22" fmla="*/ 2147483647 w 83"/>
                <a:gd name="T23" fmla="*/ 2147483647 h 77"/>
                <a:gd name="T24" fmla="*/ 2147483647 w 83"/>
                <a:gd name="T25" fmla="*/ 2147483647 h 77"/>
                <a:gd name="T26" fmla="*/ 2147483647 w 83"/>
                <a:gd name="T27" fmla="*/ 2147483647 h 77"/>
                <a:gd name="T28" fmla="*/ 2147483647 w 83"/>
                <a:gd name="T29" fmla="*/ 2147483647 h 77"/>
                <a:gd name="T30" fmla="*/ 2147483647 w 83"/>
                <a:gd name="T31" fmla="*/ 2147483647 h 77"/>
                <a:gd name="T32" fmla="*/ 2147483647 w 83"/>
                <a:gd name="T33" fmla="*/ 2147483647 h 77"/>
                <a:gd name="T34" fmla="*/ 2147483647 w 83"/>
                <a:gd name="T35" fmla="*/ 2147483647 h 77"/>
                <a:gd name="T36" fmla="*/ 2147483647 w 83"/>
                <a:gd name="T37" fmla="*/ 2147483647 h 77"/>
                <a:gd name="T38" fmla="*/ 2147483647 w 83"/>
                <a:gd name="T39" fmla="*/ 2147483647 h 77"/>
                <a:gd name="T40" fmla="*/ 2147483647 w 83"/>
                <a:gd name="T41" fmla="*/ 2147483647 h 77"/>
                <a:gd name="T42" fmla="*/ 2147483647 w 83"/>
                <a:gd name="T43" fmla="*/ 2147483647 h 77"/>
                <a:gd name="T44" fmla="*/ 2147483647 w 83"/>
                <a:gd name="T45" fmla="*/ 2147483647 h 77"/>
                <a:gd name="T46" fmla="*/ 2147483647 w 83"/>
                <a:gd name="T47" fmla="*/ 2147483647 h 77"/>
                <a:gd name="T48" fmla="*/ 2147483647 w 83"/>
                <a:gd name="T49" fmla="*/ 2147483647 h 77"/>
                <a:gd name="T50" fmla="*/ 2147483647 w 83"/>
                <a:gd name="T51" fmla="*/ 2147483647 h 77"/>
                <a:gd name="T52" fmla="*/ 2147483647 w 83"/>
                <a:gd name="T53" fmla="*/ 2147483647 h 77"/>
                <a:gd name="T54" fmla="*/ 2147483647 w 83"/>
                <a:gd name="T55" fmla="*/ 2147483647 h 77"/>
                <a:gd name="T56" fmla="*/ 2147483647 w 83"/>
                <a:gd name="T57" fmla="*/ 2147483647 h 77"/>
                <a:gd name="T58" fmla="*/ 2147483647 w 83"/>
                <a:gd name="T59" fmla="*/ 2147483647 h 77"/>
                <a:gd name="T60" fmla="*/ 2147483647 w 83"/>
                <a:gd name="T61" fmla="*/ 2147483647 h 77"/>
                <a:gd name="T62" fmla="*/ 2147483647 w 83"/>
                <a:gd name="T63" fmla="*/ 2147483647 h 77"/>
                <a:gd name="T64" fmla="*/ 2147483647 w 83"/>
                <a:gd name="T65" fmla="*/ 2147483647 h 77"/>
                <a:gd name="T66" fmla="*/ 2147483647 w 83"/>
                <a:gd name="T67" fmla="*/ 2147483647 h 77"/>
                <a:gd name="T68" fmla="*/ 2147483647 w 83"/>
                <a:gd name="T69" fmla="*/ 2147483647 h 77"/>
                <a:gd name="T70" fmla="*/ 2147483647 w 83"/>
                <a:gd name="T71" fmla="*/ 2147483647 h 77"/>
                <a:gd name="T72" fmla="*/ 2147483647 w 83"/>
                <a:gd name="T73" fmla="*/ 2147483647 h 77"/>
                <a:gd name="T74" fmla="*/ 2147483647 w 83"/>
                <a:gd name="T75" fmla="*/ 2147483647 h 77"/>
                <a:gd name="T76" fmla="*/ 2147483647 w 83"/>
                <a:gd name="T77" fmla="*/ 2147483647 h 77"/>
                <a:gd name="T78" fmla="*/ 2147483647 w 83"/>
                <a:gd name="T79" fmla="*/ 2147483647 h 77"/>
                <a:gd name="T80" fmla="*/ 2147483647 w 83"/>
                <a:gd name="T81" fmla="*/ 2147483647 h 77"/>
                <a:gd name="T82" fmla="*/ 2147483647 w 83"/>
                <a:gd name="T83" fmla="*/ 2147483647 h 77"/>
                <a:gd name="T84" fmla="*/ 2147483647 w 83"/>
                <a:gd name="T85" fmla="*/ 2147483647 h 77"/>
                <a:gd name="T86" fmla="*/ 2147483647 w 83"/>
                <a:gd name="T87" fmla="*/ 2147483647 h 77"/>
                <a:gd name="T88" fmla="*/ 2147483647 w 83"/>
                <a:gd name="T89" fmla="*/ 2147483647 h 77"/>
                <a:gd name="T90" fmla="*/ 2147483647 w 83"/>
                <a:gd name="T91" fmla="*/ 2147483647 h 77"/>
                <a:gd name="T92" fmla="*/ 2147483647 w 83"/>
                <a:gd name="T93" fmla="*/ 2147483647 h 77"/>
                <a:gd name="T94" fmla="*/ 2147483647 w 83"/>
                <a:gd name="T95" fmla="*/ 2147483647 h 77"/>
                <a:gd name="T96" fmla="*/ 2147483647 w 83"/>
                <a:gd name="T97" fmla="*/ 2147483647 h 77"/>
                <a:gd name="T98" fmla="*/ 2147483647 w 83"/>
                <a:gd name="T99" fmla="*/ 2147483647 h 77"/>
                <a:gd name="T100" fmla="*/ 2147483647 w 83"/>
                <a:gd name="T101" fmla="*/ 2147483647 h 77"/>
                <a:gd name="T102" fmla="*/ 2147483647 w 83"/>
                <a:gd name="T103" fmla="*/ 0 h 77"/>
                <a:gd name="T104" fmla="*/ 2147483647 w 83"/>
                <a:gd name="T105" fmla="*/ 2147483647 h 77"/>
                <a:gd name="T106" fmla="*/ 2147483647 w 83"/>
                <a:gd name="T107" fmla="*/ 2147483647 h 77"/>
                <a:gd name="T108" fmla="*/ 2147483647 w 83"/>
                <a:gd name="T109" fmla="*/ 2147483647 h 77"/>
                <a:gd name="T110" fmla="*/ 2147483647 w 83"/>
                <a:gd name="T111" fmla="*/ 2147483647 h 77"/>
                <a:gd name="T112" fmla="*/ 2147483647 w 83"/>
                <a:gd name="T113" fmla="*/ 2147483647 h 77"/>
                <a:gd name="T114" fmla="*/ 2147483647 w 83"/>
                <a:gd name="T115" fmla="*/ 2147483647 h 77"/>
                <a:gd name="T116" fmla="*/ 2147483647 w 83"/>
                <a:gd name="T117" fmla="*/ 2147483647 h 7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3" h="77">
                  <a:moveTo>
                    <a:pt x="0" y="31"/>
                  </a:moveTo>
                  <a:lnTo>
                    <a:pt x="0" y="32"/>
                  </a:lnTo>
                  <a:lnTo>
                    <a:pt x="1" y="32"/>
                  </a:lnTo>
                  <a:lnTo>
                    <a:pt x="2" y="33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4" y="41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42"/>
                  </a:lnTo>
                  <a:lnTo>
                    <a:pt x="7" y="42"/>
                  </a:lnTo>
                  <a:lnTo>
                    <a:pt x="7" y="43"/>
                  </a:lnTo>
                  <a:lnTo>
                    <a:pt x="9" y="43"/>
                  </a:lnTo>
                  <a:lnTo>
                    <a:pt x="11" y="46"/>
                  </a:lnTo>
                  <a:lnTo>
                    <a:pt x="12" y="47"/>
                  </a:lnTo>
                  <a:lnTo>
                    <a:pt x="12" y="48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6" y="46"/>
                  </a:lnTo>
                  <a:lnTo>
                    <a:pt x="18" y="45"/>
                  </a:lnTo>
                  <a:lnTo>
                    <a:pt x="19" y="43"/>
                  </a:lnTo>
                  <a:lnTo>
                    <a:pt x="19" y="41"/>
                  </a:lnTo>
                  <a:lnTo>
                    <a:pt x="20" y="41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4"/>
                  </a:lnTo>
                  <a:lnTo>
                    <a:pt x="22" y="45"/>
                  </a:lnTo>
                  <a:lnTo>
                    <a:pt x="23" y="46"/>
                  </a:lnTo>
                  <a:lnTo>
                    <a:pt x="22" y="47"/>
                  </a:lnTo>
                  <a:lnTo>
                    <a:pt x="21" y="48"/>
                  </a:lnTo>
                  <a:lnTo>
                    <a:pt x="21" y="49"/>
                  </a:lnTo>
                  <a:lnTo>
                    <a:pt x="21" y="50"/>
                  </a:lnTo>
                  <a:lnTo>
                    <a:pt x="22" y="51"/>
                  </a:lnTo>
                  <a:lnTo>
                    <a:pt x="22" y="52"/>
                  </a:lnTo>
                  <a:lnTo>
                    <a:pt x="23" y="52"/>
                  </a:lnTo>
                  <a:lnTo>
                    <a:pt x="23" y="54"/>
                  </a:lnTo>
                  <a:lnTo>
                    <a:pt x="23" y="55"/>
                  </a:lnTo>
                  <a:lnTo>
                    <a:pt x="22" y="58"/>
                  </a:lnTo>
                  <a:lnTo>
                    <a:pt x="21" y="61"/>
                  </a:lnTo>
                  <a:lnTo>
                    <a:pt x="20" y="62"/>
                  </a:lnTo>
                  <a:lnTo>
                    <a:pt x="20" y="63"/>
                  </a:lnTo>
                  <a:lnTo>
                    <a:pt x="20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3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8" y="66"/>
                  </a:lnTo>
                  <a:lnTo>
                    <a:pt x="30" y="68"/>
                  </a:lnTo>
                  <a:lnTo>
                    <a:pt x="31" y="69"/>
                  </a:lnTo>
                  <a:lnTo>
                    <a:pt x="32" y="69"/>
                  </a:lnTo>
                  <a:lnTo>
                    <a:pt x="33" y="70"/>
                  </a:lnTo>
                  <a:lnTo>
                    <a:pt x="34" y="71"/>
                  </a:lnTo>
                  <a:lnTo>
                    <a:pt x="35" y="71"/>
                  </a:lnTo>
                  <a:lnTo>
                    <a:pt x="36" y="72"/>
                  </a:lnTo>
                  <a:lnTo>
                    <a:pt x="37" y="71"/>
                  </a:lnTo>
                  <a:lnTo>
                    <a:pt x="38" y="69"/>
                  </a:lnTo>
                  <a:lnTo>
                    <a:pt x="41" y="68"/>
                  </a:lnTo>
                  <a:lnTo>
                    <a:pt x="42" y="68"/>
                  </a:lnTo>
                  <a:lnTo>
                    <a:pt x="43" y="68"/>
                  </a:lnTo>
                  <a:lnTo>
                    <a:pt x="44" y="68"/>
                  </a:lnTo>
                  <a:lnTo>
                    <a:pt x="44" y="69"/>
                  </a:lnTo>
                  <a:lnTo>
                    <a:pt x="45" y="69"/>
                  </a:lnTo>
                  <a:lnTo>
                    <a:pt x="48" y="72"/>
                  </a:lnTo>
                  <a:lnTo>
                    <a:pt x="49" y="72"/>
                  </a:lnTo>
                  <a:lnTo>
                    <a:pt x="51" y="72"/>
                  </a:lnTo>
                  <a:lnTo>
                    <a:pt x="52" y="72"/>
                  </a:lnTo>
                  <a:lnTo>
                    <a:pt x="53" y="72"/>
                  </a:lnTo>
                  <a:lnTo>
                    <a:pt x="53" y="71"/>
                  </a:lnTo>
                  <a:lnTo>
                    <a:pt x="53" y="70"/>
                  </a:lnTo>
                  <a:lnTo>
                    <a:pt x="54" y="70"/>
                  </a:lnTo>
                  <a:lnTo>
                    <a:pt x="55" y="70"/>
                  </a:lnTo>
                  <a:lnTo>
                    <a:pt x="56" y="72"/>
                  </a:lnTo>
                  <a:lnTo>
                    <a:pt x="58" y="72"/>
                  </a:lnTo>
                  <a:lnTo>
                    <a:pt x="59" y="72"/>
                  </a:lnTo>
                  <a:lnTo>
                    <a:pt x="60" y="72"/>
                  </a:lnTo>
                  <a:lnTo>
                    <a:pt x="60" y="73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1" y="71"/>
                  </a:lnTo>
                  <a:lnTo>
                    <a:pt x="61" y="70"/>
                  </a:lnTo>
                  <a:lnTo>
                    <a:pt x="62" y="68"/>
                  </a:lnTo>
                  <a:lnTo>
                    <a:pt x="63" y="68"/>
                  </a:lnTo>
                  <a:lnTo>
                    <a:pt x="64" y="68"/>
                  </a:lnTo>
                  <a:lnTo>
                    <a:pt x="65" y="68"/>
                  </a:lnTo>
                  <a:lnTo>
                    <a:pt x="66" y="70"/>
                  </a:lnTo>
                  <a:lnTo>
                    <a:pt x="67" y="73"/>
                  </a:lnTo>
                  <a:lnTo>
                    <a:pt x="69" y="77"/>
                  </a:lnTo>
                  <a:lnTo>
                    <a:pt x="70" y="75"/>
                  </a:lnTo>
                  <a:lnTo>
                    <a:pt x="71" y="74"/>
                  </a:lnTo>
                  <a:lnTo>
                    <a:pt x="72" y="74"/>
                  </a:lnTo>
                  <a:lnTo>
                    <a:pt x="73" y="75"/>
                  </a:lnTo>
                  <a:lnTo>
                    <a:pt x="73" y="76"/>
                  </a:lnTo>
                  <a:lnTo>
                    <a:pt x="74" y="76"/>
                  </a:lnTo>
                  <a:lnTo>
                    <a:pt x="75" y="76"/>
                  </a:lnTo>
                  <a:lnTo>
                    <a:pt x="76" y="76"/>
                  </a:lnTo>
                  <a:lnTo>
                    <a:pt x="77" y="76"/>
                  </a:lnTo>
                  <a:lnTo>
                    <a:pt x="78" y="76"/>
                  </a:lnTo>
                  <a:lnTo>
                    <a:pt x="79" y="77"/>
                  </a:lnTo>
                  <a:lnTo>
                    <a:pt x="79" y="76"/>
                  </a:lnTo>
                  <a:lnTo>
                    <a:pt x="80" y="76"/>
                  </a:lnTo>
                  <a:lnTo>
                    <a:pt x="80" y="74"/>
                  </a:lnTo>
                  <a:lnTo>
                    <a:pt x="79" y="73"/>
                  </a:lnTo>
                  <a:lnTo>
                    <a:pt x="81" y="72"/>
                  </a:lnTo>
                  <a:lnTo>
                    <a:pt x="82" y="72"/>
                  </a:lnTo>
                  <a:lnTo>
                    <a:pt x="82" y="71"/>
                  </a:lnTo>
                  <a:lnTo>
                    <a:pt x="81" y="70"/>
                  </a:lnTo>
                  <a:lnTo>
                    <a:pt x="80" y="69"/>
                  </a:lnTo>
                  <a:lnTo>
                    <a:pt x="80" y="68"/>
                  </a:lnTo>
                  <a:lnTo>
                    <a:pt x="81" y="67"/>
                  </a:lnTo>
                  <a:lnTo>
                    <a:pt x="82" y="66"/>
                  </a:lnTo>
                  <a:lnTo>
                    <a:pt x="83" y="65"/>
                  </a:lnTo>
                  <a:lnTo>
                    <a:pt x="83" y="64"/>
                  </a:lnTo>
                  <a:lnTo>
                    <a:pt x="82" y="63"/>
                  </a:lnTo>
                  <a:lnTo>
                    <a:pt x="82" y="61"/>
                  </a:lnTo>
                  <a:lnTo>
                    <a:pt x="82" y="60"/>
                  </a:lnTo>
                  <a:lnTo>
                    <a:pt x="78" y="60"/>
                  </a:lnTo>
                  <a:lnTo>
                    <a:pt x="80" y="60"/>
                  </a:lnTo>
                  <a:lnTo>
                    <a:pt x="81" y="58"/>
                  </a:lnTo>
                  <a:lnTo>
                    <a:pt x="80" y="56"/>
                  </a:lnTo>
                  <a:lnTo>
                    <a:pt x="82" y="55"/>
                  </a:lnTo>
                  <a:lnTo>
                    <a:pt x="82" y="54"/>
                  </a:lnTo>
                  <a:lnTo>
                    <a:pt x="80" y="53"/>
                  </a:lnTo>
                  <a:lnTo>
                    <a:pt x="81" y="51"/>
                  </a:lnTo>
                  <a:lnTo>
                    <a:pt x="74" y="51"/>
                  </a:lnTo>
                  <a:lnTo>
                    <a:pt x="71" y="51"/>
                  </a:lnTo>
                  <a:lnTo>
                    <a:pt x="68" y="50"/>
                  </a:lnTo>
                  <a:lnTo>
                    <a:pt x="67" y="51"/>
                  </a:lnTo>
                  <a:lnTo>
                    <a:pt x="65" y="50"/>
                  </a:lnTo>
                  <a:lnTo>
                    <a:pt x="64" y="50"/>
                  </a:lnTo>
                  <a:lnTo>
                    <a:pt x="63" y="50"/>
                  </a:lnTo>
                  <a:lnTo>
                    <a:pt x="62" y="49"/>
                  </a:lnTo>
                  <a:lnTo>
                    <a:pt x="62" y="47"/>
                  </a:lnTo>
                  <a:lnTo>
                    <a:pt x="61" y="45"/>
                  </a:lnTo>
                  <a:lnTo>
                    <a:pt x="58" y="44"/>
                  </a:lnTo>
                  <a:lnTo>
                    <a:pt x="57" y="43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6"/>
                  </a:lnTo>
                  <a:lnTo>
                    <a:pt x="50" y="43"/>
                  </a:lnTo>
                  <a:lnTo>
                    <a:pt x="47" y="42"/>
                  </a:lnTo>
                  <a:lnTo>
                    <a:pt x="46" y="41"/>
                  </a:lnTo>
                  <a:lnTo>
                    <a:pt x="47" y="38"/>
                  </a:lnTo>
                  <a:lnTo>
                    <a:pt x="48" y="38"/>
                  </a:lnTo>
                  <a:lnTo>
                    <a:pt x="49" y="35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44" y="31"/>
                  </a:lnTo>
                  <a:lnTo>
                    <a:pt x="41" y="31"/>
                  </a:lnTo>
                  <a:lnTo>
                    <a:pt x="41" y="32"/>
                  </a:lnTo>
                  <a:lnTo>
                    <a:pt x="37" y="32"/>
                  </a:lnTo>
                  <a:lnTo>
                    <a:pt x="36" y="31"/>
                  </a:lnTo>
                  <a:lnTo>
                    <a:pt x="37" y="27"/>
                  </a:lnTo>
                  <a:lnTo>
                    <a:pt x="37" y="19"/>
                  </a:lnTo>
                  <a:lnTo>
                    <a:pt x="36" y="18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4" y="13"/>
                  </a:lnTo>
                  <a:lnTo>
                    <a:pt x="34" y="10"/>
                  </a:lnTo>
                  <a:lnTo>
                    <a:pt x="34" y="9"/>
                  </a:lnTo>
                  <a:lnTo>
                    <a:pt x="34" y="6"/>
                  </a:lnTo>
                  <a:lnTo>
                    <a:pt x="33" y="6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29" y="3"/>
                  </a:lnTo>
                  <a:lnTo>
                    <a:pt x="27" y="4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6" y="7"/>
                  </a:lnTo>
                  <a:lnTo>
                    <a:pt x="25" y="9"/>
                  </a:lnTo>
                  <a:lnTo>
                    <a:pt x="23" y="8"/>
                  </a:lnTo>
                  <a:lnTo>
                    <a:pt x="22" y="9"/>
                  </a:lnTo>
                  <a:lnTo>
                    <a:pt x="22" y="11"/>
                  </a:lnTo>
                  <a:lnTo>
                    <a:pt x="23" y="14"/>
                  </a:lnTo>
                  <a:lnTo>
                    <a:pt x="19" y="18"/>
                  </a:lnTo>
                  <a:lnTo>
                    <a:pt x="18" y="20"/>
                  </a:lnTo>
                  <a:lnTo>
                    <a:pt x="13" y="25"/>
                  </a:lnTo>
                  <a:lnTo>
                    <a:pt x="12" y="26"/>
                  </a:lnTo>
                  <a:lnTo>
                    <a:pt x="9" y="27"/>
                  </a:lnTo>
                  <a:lnTo>
                    <a:pt x="7" y="27"/>
                  </a:lnTo>
                  <a:lnTo>
                    <a:pt x="5" y="27"/>
                  </a:lnTo>
                  <a:lnTo>
                    <a:pt x="3" y="28"/>
                  </a:lnTo>
                  <a:lnTo>
                    <a:pt x="2" y="29"/>
                  </a:lnTo>
                  <a:lnTo>
                    <a:pt x="1" y="3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1" name="Freeform 7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516741" y="4702938"/>
              <a:ext cx="360058" cy="348501"/>
            </a:xfrm>
            <a:custGeom>
              <a:avLst/>
              <a:gdLst>
                <a:gd name="T0" fmla="*/ 2147483647 w 47"/>
                <a:gd name="T1" fmla="*/ 2147483647 h 45"/>
                <a:gd name="T2" fmla="*/ 2147483647 w 47"/>
                <a:gd name="T3" fmla="*/ 2147483647 h 45"/>
                <a:gd name="T4" fmla="*/ 2147483647 w 47"/>
                <a:gd name="T5" fmla="*/ 2147483647 h 45"/>
                <a:gd name="T6" fmla="*/ 2147483647 w 47"/>
                <a:gd name="T7" fmla="*/ 2147483647 h 45"/>
                <a:gd name="T8" fmla="*/ 2147483647 w 47"/>
                <a:gd name="T9" fmla="*/ 2147483647 h 45"/>
                <a:gd name="T10" fmla="*/ 2147483647 w 47"/>
                <a:gd name="T11" fmla="*/ 2147483647 h 45"/>
                <a:gd name="T12" fmla="*/ 2147483647 w 47"/>
                <a:gd name="T13" fmla="*/ 2147483647 h 45"/>
                <a:gd name="T14" fmla="*/ 2147483647 w 47"/>
                <a:gd name="T15" fmla="*/ 2147483647 h 45"/>
                <a:gd name="T16" fmla="*/ 2147483647 w 47"/>
                <a:gd name="T17" fmla="*/ 2147483647 h 45"/>
                <a:gd name="T18" fmla="*/ 2147483647 w 47"/>
                <a:gd name="T19" fmla="*/ 2147483647 h 45"/>
                <a:gd name="T20" fmla="*/ 2147483647 w 47"/>
                <a:gd name="T21" fmla="*/ 0 h 45"/>
                <a:gd name="T22" fmla="*/ 2147483647 w 47"/>
                <a:gd name="T23" fmla="*/ 2147483647 h 45"/>
                <a:gd name="T24" fmla="*/ 2147483647 w 47"/>
                <a:gd name="T25" fmla="*/ 2147483647 h 45"/>
                <a:gd name="T26" fmla="*/ 2147483647 w 47"/>
                <a:gd name="T27" fmla="*/ 2147483647 h 45"/>
                <a:gd name="T28" fmla="*/ 2147483647 w 47"/>
                <a:gd name="T29" fmla="*/ 2147483647 h 45"/>
                <a:gd name="T30" fmla="*/ 2147483647 w 47"/>
                <a:gd name="T31" fmla="*/ 2147483647 h 45"/>
                <a:gd name="T32" fmla="*/ 2147483647 w 47"/>
                <a:gd name="T33" fmla="*/ 2147483647 h 45"/>
                <a:gd name="T34" fmla="*/ 2147483647 w 47"/>
                <a:gd name="T35" fmla="*/ 2147483647 h 45"/>
                <a:gd name="T36" fmla="*/ 2147483647 w 47"/>
                <a:gd name="T37" fmla="*/ 2147483647 h 45"/>
                <a:gd name="T38" fmla="*/ 2147483647 w 47"/>
                <a:gd name="T39" fmla="*/ 2147483647 h 45"/>
                <a:gd name="T40" fmla="*/ 2147483647 w 47"/>
                <a:gd name="T41" fmla="*/ 2147483647 h 45"/>
                <a:gd name="T42" fmla="*/ 2147483647 w 47"/>
                <a:gd name="T43" fmla="*/ 2147483647 h 45"/>
                <a:gd name="T44" fmla="*/ 2147483647 w 47"/>
                <a:gd name="T45" fmla="*/ 2147483647 h 45"/>
                <a:gd name="T46" fmla="*/ 2147483647 w 47"/>
                <a:gd name="T47" fmla="*/ 2147483647 h 45"/>
                <a:gd name="T48" fmla="*/ 2147483647 w 47"/>
                <a:gd name="T49" fmla="*/ 2147483647 h 45"/>
                <a:gd name="T50" fmla="*/ 2147483647 w 47"/>
                <a:gd name="T51" fmla="*/ 2147483647 h 45"/>
                <a:gd name="T52" fmla="*/ 2147483647 w 47"/>
                <a:gd name="T53" fmla="*/ 2147483647 h 45"/>
                <a:gd name="T54" fmla="*/ 2147483647 w 47"/>
                <a:gd name="T55" fmla="*/ 2147483647 h 45"/>
                <a:gd name="T56" fmla="*/ 2147483647 w 47"/>
                <a:gd name="T57" fmla="*/ 2147483647 h 45"/>
                <a:gd name="T58" fmla="*/ 2147483647 w 47"/>
                <a:gd name="T59" fmla="*/ 2147483647 h 45"/>
                <a:gd name="T60" fmla="*/ 2147483647 w 47"/>
                <a:gd name="T61" fmla="*/ 2147483647 h 45"/>
                <a:gd name="T62" fmla="*/ 2147483647 w 47"/>
                <a:gd name="T63" fmla="*/ 2147483647 h 45"/>
                <a:gd name="T64" fmla="*/ 2147483647 w 47"/>
                <a:gd name="T65" fmla="*/ 2147483647 h 45"/>
                <a:gd name="T66" fmla="*/ 2147483647 w 47"/>
                <a:gd name="T67" fmla="*/ 2147483647 h 45"/>
                <a:gd name="T68" fmla="*/ 2147483647 w 47"/>
                <a:gd name="T69" fmla="*/ 2147483647 h 45"/>
                <a:gd name="T70" fmla="*/ 2147483647 w 47"/>
                <a:gd name="T71" fmla="*/ 2147483647 h 45"/>
                <a:gd name="T72" fmla="*/ 2147483647 w 47"/>
                <a:gd name="T73" fmla="*/ 2147483647 h 45"/>
                <a:gd name="T74" fmla="*/ 2147483647 w 47"/>
                <a:gd name="T75" fmla="*/ 2147483647 h 45"/>
                <a:gd name="T76" fmla="*/ 2147483647 w 47"/>
                <a:gd name="T77" fmla="*/ 2147483647 h 45"/>
                <a:gd name="T78" fmla="*/ 2147483647 w 47"/>
                <a:gd name="T79" fmla="*/ 2147483647 h 45"/>
                <a:gd name="T80" fmla="*/ 2147483647 w 47"/>
                <a:gd name="T81" fmla="*/ 2147483647 h 45"/>
                <a:gd name="T82" fmla="*/ 2147483647 w 47"/>
                <a:gd name="T83" fmla="*/ 2147483647 h 45"/>
                <a:gd name="T84" fmla="*/ 2147483647 w 47"/>
                <a:gd name="T85" fmla="*/ 2147483647 h 45"/>
                <a:gd name="T86" fmla="*/ 2147483647 w 47"/>
                <a:gd name="T87" fmla="*/ 2147483647 h 45"/>
                <a:gd name="T88" fmla="*/ 2147483647 w 47"/>
                <a:gd name="T89" fmla="*/ 2147483647 h 45"/>
                <a:gd name="T90" fmla="*/ 2147483647 w 47"/>
                <a:gd name="T91" fmla="*/ 2147483647 h 45"/>
                <a:gd name="T92" fmla="*/ 2147483647 w 47"/>
                <a:gd name="T93" fmla="*/ 2147483647 h 45"/>
                <a:gd name="T94" fmla="*/ 2147483647 w 47"/>
                <a:gd name="T95" fmla="*/ 2147483647 h 45"/>
                <a:gd name="T96" fmla="*/ 2147483647 w 47"/>
                <a:gd name="T97" fmla="*/ 2147483647 h 45"/>
                <a:gd name="T98" fmla="*/ 2147483647 w 47"/>
                <a:gd name="T99" fmla="*/ 2147483647 h 45"/>
                <a:gd name="T100" fmla="*/ 2147483647 w 47"/>
                <a:gd name="T101" fmla="*/ 2147483647 h 45"/>
                <a:gd name="T102" fmla="*/ 2147483647 w 47"/>
                <a:gd name="T103" fmla="*/ 2147483647 h 45"/>
                <a:gd name="T104" fmla="*/ 2147483647 w 47"/>
                <a:gd name="T105" fmla="*/ 2147483647 h 45"/>
                <a:gd name="T106" fmla="*/ 2147483647 w 47"/>
                <a:gd name="T107" fmla="*/ 2147483647 h 45"/>
                <a:gd name="T108" fmla="*/ 2147483647 w 47"/>
                <a:gd name="T109" fmla="*/ 2147483647 h 45"/>
                <a:gd name="T110" fmla="*/ 2147483647 w 47"/>
                <a:gd name="T111" fmla="*/ 2147483647 h 45"/>
                <a:gd name="T112" fmla="*/ 2147483647 w 47"/>
                <a:gd name="T113" fmla="*/ 2147483647 h 45"/>
                <a:gd name="T114" fmla="*/ 2147483647 w 47"/>
                <a:gd name="T115" fmla="*/ 2147483647 h 45"/>
                <a:gd name="T116" fmla="*/ 2147483647 w 47"/>
                <a:gd name="T117" fmla="*/ 2147483647 h 45"/>
                <a:gd name="T118" fmla="*/ 2147483647 w 47"/>
                <a:gd name="T119" fmla="*/ 2147483647 h 45"/>
                <a:gd name="T120" fmla="*/ 2147483647 w 47"/>
                <a:gd name="T121" fmla="*/ 2147483647 h 45"/>
                <a:gd name="T122" fmla="*/ 0 w 47"/>
                <a:gd name="T123" fmla="*/ 2147483647 h 4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7" h="45">
                  <a:moveTo>
                    <a:pt x="0" y="32"/>
                  </a:moveTo>
                  <a:lnTo>
                    <a:pt x="1" y="32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0" y="23"/>
                  </a:lnTo>
                  <a:lnTo>
                    <a:pt x="1" y="23"/>
                  </a:lnTo>
                  <a:lnTo>
                    <a:pt x="2" y="22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5" y="17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10" y="12"/>
                  </a:lnTo>
                  <a:lnTo>
                    <a:pt x="11" y="10"/>
                  </a:lnTo>
                  <a:lnTo>
                    <a:pt x="10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1" y="4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20" y="3"/>
                  </a:lnTo>
                  <a:lnTo>
                    <a:pt x="21" y="3"/>
                  </a:lnTo>
                  <a:lnTo>
                    <a:pt x="23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6" y="7"/>
                  </a:lnTo>
                  <a:lnTo>
                    <a:pt x="27" y="8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1" y="6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41" y="9"/>
                  </a:lnTo>
                  <a:lnTo>
                    <a:pt x="42" y="9"/>
                  </a:lnTo>
                  <a:lnTo>
                    <a:pt x="44" y="9"/>
                  </a:lnTo>
                  <a:lnTo>
                    <a:pt x="45" y="9"/>
                  </a:lnTo>
                  <a:lnTo>
                    <a:pt x="45" y="11"/>
                  </a:lnTo>
                  <a:lnTo>
                    <a:pt x="46" y="11"/>
                  </a:lnTo>
                  <a:lnTo>
                    <a:pt x="46" y="12"/>
                  </a:lnTo>
                  <a:lnTo>
                    <a:pt x="46" y="13"/>
                  </a:lnTo>
                  <a:lnTo>
                    <a:pt x="47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45" y="16"/>
                  </a:lnTo>
                  <a:lnTo>
                    <a:pt x="44" y="15"/>
                  </a:lnTo>
                  <a:lnTo>
                    <a:pt x="43" y="15"/>
                  </a:lnTo>
                  <a:lnTo>
                    <a:pt x="41" y="15"/>
                  </a:lnTo>
                  <a:lnTo>
                    <a:pt x="40" y="18"/>
                  </a:lnTo>
                  <a:lnTo>
                    <a:pt x="40" y="19"/>
                  </a:lnTo>
                  <a:lnTo>
                    <a:pt x="40" y="20"/>
                  </a:lnTo>
                  <a:lnTo>
                    <a:pt x="39" y="21"/>
                  </a:lnTo>
                  <a:lnTo>
                    <a:pt x="38" y="20"/>
                  </a:lnTo>
                  <a:lnTo>
                    <a:pt x="37" y="20"/>
                  </a:lnTo>
                  <a:lnTo>
                    <a:pt x="36" y="19"/>
                  </a:lnTo>
                  <a:lnTo>
                    <a:pt x="35" y="20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3" y="22"/>
                  </a:lnTo>
                  <a:lnTo>
                    <a:pt x="33" y="21"/>
                  </a:lnTo>
                  <a:lnTo>
                    <a:pt x="32" y="21"/>
                  </a:lnTo>
                  <a:lnTo>
                    <a:pt x="31" y="21"/>
                  </a:lnTo>
                  <a:lnTo>
                    <a:pt x="31" y="22"/>
                  </a:lnTo>
                  <a:lnTo>
                    <a:pt x="31" y="23"/>
                  </a:lnTo>
                  <a:lnTo>
                    <a:pt x="30" y="25"/>
                  </a:lnTo>
                  <a:lnTo>
                    <a:pt x="30" y="26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2" y="32"/>
                  </a:lnTo>
                  <a:lnTo>
                    <a:pt x="33" y="33"/>
                  </a:lnTo>
                  <a:lnTo>
                    <a:pt x="33" y="34"/>
                  </a:lnTo>
                  <a:lnTo>
                    <a:pt x="34" y="35"/>
                  </a:lnTo>
                  <a:lnTo>
                    <a:pt x="36" y="36"/>
                  </a:lnTo>
                  <a:lnTo>
                    <a:pt x="36" y="37"/>
                  </a:lnTo>
                  <a:lnTo>
                    <a:pt x="37" y="38"/>
                  </a:lnTo>
                  <a:lnTo>
                    <a:pt x="38" y="39"/>
                  </a:lnTo>
                  <a:lnTo>
                    <a:pt x="38" y="40"/>
                  </a:lnTo>
                  <a:lnTo>
                    <a:pt x="37" y="41"/>
                  </a:lnTo>
                  <a:lnTo>
                    <a:pt x="36" y="42"/>
                  </a:lnTo>
                  <a:lnTo>
                    <a:pt x="35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2" y="44"/>
                  </a:lnTo>
                  <a:lnTo>
                    <a:pt x="31" y="45"/>
                  </a:lnTo>
                  <a:lnTo>
                    <a:pt x="29" y="45"/>
                  </a:lnTo>
                  <a:lnTo>
                    <a:pt x="28" y="45"/>
                  </a:lnTo>
                  <a:lnTo>
                    <a:pt x="28" y="44"/>
                  </a:lnTo>
                  <a:lnTo>
                    <a:pt x="26" y="44"/>
                  </a:lnTo>
                  <a:lnTo>
                    <a:pt x="25" y="45"/>
                  </a:lnTo>
                  <a:lnTo>
                    <a:pt x="24" y="45"/>
                  </a:lnTo>
                  <a:lnTo>
                    <a:pt x="24" y="44"/>
                  </a:lnTo>
                  <a:lnTo>
                    <a:pt x="25" y="44"/>
                  </a:lnTo>
                  <a:lnTo>
                    <a:pt x="25" y="43"/>
                  </a:lnTo>
                  <a:lnTo>
                    <a:pt x="25" y="42"/>
                  </a:lnTo>
                  <a:lnTo>
                    <a:pt x="24" y="41"/>
                  </a:lnTo>
                  <a:lnTo>
                    <a:pt x="23" y="41"/>
                  </a:lnTo>
                  <a:lnTo>
                    <a:pt x="22" y="41"/>
                  </a:lnTo>
                  <a:lnTo>
                    <a:pt x="21" y="42"/>
                  </a:lnTo>
                  <a:lnTo>
                    <a:pt x="20" y="41"/>
                  </a:lnTo>
                  <a:lnTo>
                    <a:pt x="19" y="42"/>
                  </a:lnTo>
                  <a:lnTo>
                    <a:pt x="18" y="42"/>
                  </a:lnTo>
                  <a:lnTo>
                    <a:pt x="17" y="42"/>
                  </a:lnTo>
                  <a:lnTo>
                    <a:pt x="16" y="42"/>
                  </a:lnTo>
                  <a:lnTo>
                    <a:pt x="15" y="41"/>
                  </a:lnTo>
                  <a:lnTo>
                    <a:pt x="14" y="40"/>
                  </a:lnTo>
                  <a:lnTo>
                    <a:pt x="14" y="35"/>
                  </a:lnTo>
                  <a:lnTo>
                    <a:pt x="13" y="35"/>
                  </a:lnTo>
                  <a:lnTo>
                    <a:pt x="12" y="35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0" y="36"/>
                  </a:lnTo>
                  <a:lnTo>
                    <a:pt x="9" y="37"/>
                  </a:lnTo>
                  <a:lnTo>
                    <a:pt x="8" y="37"/>
                  </a:lnTo>
                  <a:lnTo>
                    <a:pt x="7" y="37"/>
                  </a:lnTo>
                  <a:lnTo>
                    <a:pt x="6" y="36"/>
                  </a:lnTo>
                  <a:lnTo>
                    <a:pt x="5" y="36"/>
                  </a:lnTo>
                  <a:lnTo>
                    <a:pt x="4" y="35"/>
                  </a:lnTo>
                  <a:lnTo>
                    <a:pt x="4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903876" y="4486093"/>
              <a:ext cx="291111" cy="410457"/>
            </a:xfrm>
            <a:custGeom>
              <a:avLst/>
              <a:gdLst>
                <a:gd name="T0" fmla="*/ 2147483647 w 38"/>
                <a:gd name="T1" fmla="*/ 2147483647 h 53"/>
                <a:gd name="T2" fmla="*/ 2147483647 w 38"/>
                <a:gd name="T3" fmla="*/ 2147483647 h 53"/>
                <a:gd name="T4" fmla="*/ 2147483647 w 38"/>
                <a:gd name="T5" fmla="*/ 2147483647 h 53"/>
                <a:gd name="T6" fmla="*/ 2147483647 w 38"/>
                <a:gd name="T7" fmla="*/ 2147483647 h 53"/>
                <a:gd name="T8" fmla="*/ 2147483647 w 38"/>
                <a:gd name="T9" fmla="*/ 2147483647 h 53"/>
                <a:gd name="T10" fmla="*/ 2147483647 w 38"/>
                <a:gd name="T11" fmla="*/ 2147483647 h 53"/>
                <a:gd name="T12" fmla="*/ 2147483647 w 38"/>
                <a:gd name="T13" fmla="*/ 2147483647 h 53"/>
                <a:gd name="T14" fmla="*/ 2147483647 w 38"/>
                <a:gd name="T15" fmla="*/ 2147483647 h 53"/>
                <a:gd name="T16" fmla="*/ 2147483647 w 38"/>
                <a:gd name="T17" fmla="*/ 2147483647 h 53"/>
                <a:gd name="T18" fmla="*/ 2147483647 w 38"/>
                <a:gd name="T19" fmla="*/ 2147483647 h 53"/>
                <a:gd name="T20" fmla="*/ 2147483647 w 38"/>
                <a:gd name="T21" fmla="*/ 2147483647 h 53"/>
                <a:gd name="T22" fmla="*/ 2147483647 w 38"/>
                <a:gd name="T23" fmla="*/ 2147483647 h 53"/>
                <a:gd name="T24" fmla="*/ 2147483647 w 38"/>
                <a:gd name="T25" fmla="*/ 2147483647 h 53"/>
                <a:gd name="T26" fmla="*/ 2147483647 w 38"/>
                <a:gd name="T27" fmla="*/ 2147483647 h 53"/>
                <a:gd name="T28" fmla="*/ 2147483647 w 38"/>
                <a:gd name="T29" fmla="*/ 2147483647 h 53"/>
                <a:gd name="T30" fmla="*/ 2147483647 w 38"/>
                <a:gd name="T31" fmla="*/ 2147483647 h 53"/>
                <a:gd name="T32" fmla="*/ 2147483647 w 38"/>
                <a:gd name="T33" fmla="*/ 2147483647 h 53"/>
                <a:gd name="T34" fmla="*/ 2147483647 w 38"/>
                <a:gd name="T35" fmla="*/ 2147483647 h 53"/>
                <a:gd name="T36" fmla="*/ 2147483647 w 38"/>
                <a:gd name="T37" fmla="*/ 2147483647 h 53"/>
                <a:gd name="T38" fmla="*/ 2147483647 w 38"/>
                <a:gd name="T39" fmla="*/ 2147483647 h 53"/>
                <a:gd name="T40" fmla="*/ 2147483647 w 38"/>
                <a:gd name="T41" fmla="*/ 2147483647 h 53"/>
                <a:gd name="T42" fmla="*/ 2147483647 w 38"/>
                <a:gd name="T43" fmla="*/ 2147483647 h 53"/>
                <a:gd name="T44" fmla="*/ 2147483647 w 38"/>
                <a:gd name="T45" fmla="*/ 2147483647 h 53"/>
                <a:gd name="T46" fmla="*/ 2147483647 w 38"/>
                <a:gd name="T47" fmla="*/ 2147483647 h 53"/>
                <a:gd name="T48" fmla="*/ 2147483647 w 38"/>
                <a:gd name="T49" fmla="*/ 2147483647 h 53"/>
                <a:gd name="T50" fmla="*/ 2147483647 w 38"/>
                <a:gd name="T51" fmla="*/ 2147483647 h 53"/>
                <a:gd name="T52" fmla="*/ 2147483647 w 38"/>
                <a:gd name="T53" fmla="*/ 2147483647 h 53"/>
                <a:gd name="T54" fmla="*/ 2147483647 w 38"/>
                <a:gd name="T55" fmla="*/ 2147483647 h 53"/>
                <a:gd name="T56" fmla="*/ 2147483647 w 38"/>
                <a:gd name="T57" fmla="*/ 2147483647 h 53"/>
                <a:gd name="T58" fmla="*/ 2147483647 w 38"/>
                <a:gd name="T59" fmla="*/ 2147483647 h 53"/>
                <a:gd name="T60" fmla="*/ 2147483647 w 38"/>
                <a:gd name="T61" fmla="*/ 2147483647 h 53"/>
                <a:gd name="T62" fmla="*/ 2147483647 w 38"/>
                <a:gd name="T63" fmla="*/ 2147483647 h 53"/>
                <a:gd name="T64" fmla="*/ 2147483647 w 38"/>
                <a:gd name="T65" fmla="*/ 2147483647 h 53"/>
                <a:gd name="T66" fmla="*/ 2147483647 w 38"/>
                <a:gd name="T67" fmla="*/ 2147483647 h 53"/>
                <a:gd name="T68" fmla="*/ 2147483647 w 38"/>
                <a:gd name="T69" fmla="*/ 2147483647 h 53"/>
                <a:gd name="T70" fmla="*/ 2147483647 w 38"/>
                <a:gd name="T71" fmla="*/ 2147483647 h 53"/>
                <a:gd name="T72" fmla="*/ 2147483647 w 38"/>
                <a:gd name="T73" fmla="*/ 2147483647 h 53"/>
                <a:gd name="T74" fmla="*/ 2147483647 w 38"/>
                <a:gd name="T75" fmla="*/ 2147483647 h 53"/>
                <a:gd name="T76" fmla="*/ 2147483647 w 38"/>
                <a:gd name="T77" fmla="*/ 2147483647 h 53"/>
                <a:gd name="T78" fmla="*/ 2147483647 w 38"/>
                <a:gd name="T79" fmla="*/ 2147483647 h 53"/>
                <a:gd name="T80" fmla="*/ 2147483647 w 38"/>
                <a:gd name="T81" fmla="*/ 2147483647 h 53"/>
                <a:gd name="T82" fmla="*/ 2147483647 w 38"/>
                <a:gd name="T83" fmla="*/ 2147483647 h 53"/>
                <a:gd name="T84" fmla="*/ 2147483647 w 38"/>
                <a:gd name="T85" fmla="*/ 2147483647 h 53"/>
                <a:gd name="T86" fmla="*/ 2147483647 w 38"/>
                <a:gd name="T87" fmla="*/ 2147483647 h 53"/>
                <a:gd name="T88" fmla="*/ 2147483647 w 38"/>
                <a:gd name="T89" fmla="*/ 2147483647 h 53"/>
                <a:gd name="T90" fmla="*/ 2147483647 w 38"/>
                <a:gd name="T91" fmla="*/ 2147483647 h 53"/>
                <a:gd name="T92" fmla="*/ 2147483647 w 38"/>
                <a:gd name="T93" fmla="*/ 2147483647 h 53"/>
                <a:gd name="T94" fmla="*/ 0 w 38"/>
                <a:gd name="T95" fmla="*/ 2147483647 h 5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38" h="53">
                  <a:moveTo>
                    <a:pt x="0" y="9"/>
                  </a:moveTo>
                  <a:lnTo>
                    <a:pt x="1" y="10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6" y="29"/>
                  </a:lnTo>
                  <a:lnTo>
                    <a:pt x="6" y="30"/>
                  </a:lnTo>
                  <a:lnTo>
                    <a:pt x="7" y="31"/>
                  </a:lnTo>
                  <a:lnTo>
                    <a:pt x="8" y="32"/>
                  </a:lnTo>
                  <a:lnTo>
                    <a:pt x="9" y="32"/>
                  </a:lnTo>
                  <a:lnTo>
                    <a:pt x="10" y="33"/>
                  </a:lnTo>
                  <a:lnTo>
                    <a:pt x="11" y="33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0" y="36"/>
                  </a:lnTo>
                  <a:lnTo>
                    <a:pt x="10" y="37"/>
                  </a:lnTo>
                  <a:lnTo>
                    <a:pt x="10" y="38"/>
                  </a:lnTo>
                  <a:lnTo>
                    <a:pt x="11" y="39"/>
                  </a:lnTo>
                  <a:lnTo>
                    <a:pt x="10" y="39"/>
                  </a:lnTo>
                  <a:lnTo>
                    <a:pt x="11" y="40"/>
                  </a:lnTo>
                  <a:lnTo>
                    <a:pt x="10" y="40"/>
                  </a:lnTo>
                  <a:lnTo>
                    <a:pt x="10" y="41"/>
                  </a:lnTo>
                  <a:lnTo>
                    <a:pt x="10" y="42"/>
                  </a:lnTo>
                  <a:lnTo>
                    <a:pt x="10" y="43"/>
                  </a:lnTo>
                  <a:lnTo>
                    <a:pt x="9" y="44"/>
                  </a:lnTo>
                  <a:lnTo>
                    <a:pt x="8" y="44"/>
                  </a:lnTo>
                  <a:lnTo>
                    <a:pt x="8" y="45"/>
                  </a:lnTo>
                  <a:lnTo>
                    <a:pt x="7" y="46"/>
                  </a:lnTo>
                  <a:lnTo>
                    <a:pt x="6" y="47"/>
                  </a:lnTo>
                  <a:lnTo>
                    <a:pt x="5" y="47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49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6" y="50"/>
                  </a:lnTo>
                  <a:lnTo>
                    <a:pt x="7" y="50"/>
                  </a:lnTo>
                  <a:lnTo>
                    <a:pt x="8" y="50"/>
                  </a:lnTo>
                  <a:lnTo>
                    <a:pt x="9" y="52"/>
                  </a:lnTo>
                  <a:lnTo>
                    <a:pt x="9" y="51"/>
                  </a:lnTo>
                  <a:lnTo>
                    <a:pt x="9" y="52"/>
                  </a:lnTo>
                  <a:lnTo>
                    <a:pt x="10" y="52"/>
                  </a:lnTo>
                  <a:lnTo>
                    <a:pt x="10" y="50"/>
                  </a:lnTo>
                  <a:lnTo>
                    <a:pt x="11" y="49"/>
                  </a:lnTo>
                  <a:lnTo>
                    <a:pt x="12" y="48"/>
                  </a:lnTo>
                  <a:lnTo>
                    <a:pt x="13" y="47"/>
                  </a:lnTo>
                  <a:lnTo>
                    <a:pt x="14" y="47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8" y="4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2" y="46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8" y="50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51"/>
                  </a:lnTo>
                  <a:lnTo>
                    <a:pt x="32" y="49"/>
                  </a:lnTo>
                  <a:lnTo>
                    <a:pt x="33" y="46"/>
                  </a:lnTo>
                  <a:lnTo>
                    <a:pt x="32" y="45"/>
                  </a:lnTo>
                  <a:lnTo>
                    <a:pt x="33" y="44"/>
                  </a:lnTo>
                  <a:lnTo>
                    <a:pt x="32" y="43"/>
                  </a:lnTo>
                  <a:lnTo>
                    <a:pt x="32" y="42"/>
                  </a:lnTo>
                  <a:lnTo>
                    <a:pt x="33" y="42"/>
                  </a:lnTo>
                  <a:lnTo>
                    <a:pt x="36" y="41"/>
                  </a:lnTo>
                  <a:lnTo>
                    <a:pt x="38" y="40"/>
                  </a:lnTo>
                  <a:lnTo>
                    <a:pt x="38" y="38"/>
                  </a:lnTo>
                  <a:lnTo>
                    <a:pt x="33" y="34"/>
                  </a:lnTo>
                  <a:lnTo>
                    <a:pt x="34" y="32"/>
                  </a:lnTo>
                  <a:lnTo>
                    <a:pt x="33" y="27"/>
                  </a:lnTo>
                  <a:lnTo>
                    <a:pt x="31" y="26"/>
                  </a:lnTo>
                  <a:lnTo>
                    <a:pt x="29" y="22"/>
                  </a:lnTo>
                  <a:lnTo>
                    <a:pt x="30" y="18"/>
                  </a:lnTo>
                  <a:lnTo>
                    <a:pt x="29" y="13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4" y="12"/>
                  </a:lnTo>
                  <a:lnTo>
                    <a:pt x="23" y="9"/>
                  </a:lnTo>
                  <a:lnTo>
                    <a:pt x="22" y="8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7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7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3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1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2800191" y="3665179"/>
              <a:ext cx="467310" cy="975803"/>
            </a:xfrm>
            <a:custGeom>
              <a:avLst/>
              <a:gdLst>
                <a:gd name="T0" fmla="*/ 2147483647 w 61"/>
                <a:gd name="T1" fmla="*/ 2147483647 h 126"/>
                <a:gd name="T2" fmla="*/ 2147483647 w 61"/>
                <a:gd name="T3" fmla="*/ 2147483647 h 126"/>
                <a:gd name="T4" fmla="*/ 2147483647 w 61"/>
                <a:gd name="T5" fmla="*/ 2147483647 h 126"/>
                <a:gd name="T6" fmla="*/ 2147483647 w 61"/>
                <a:gd name="T7" fmla="*/ 2147483647 h 126"/>
                <a:gd name="T8" fmla="*/ 2147483647 w 61"/>
                <a:gd name="T9" fmla="*/ 2147483647 h 126"/>
                <a:gd name="T10" fmla="*/ 2147483647 w 61"/>
                <a:gd name="T11" fmla="*/ 2147483647 h 126"/>
                <a:gd name="T12" fmla="*/ 2147483647 w 61"/>
                <a:gd name="T13" fmla="*/ 2147483647 h 126"/>
                <a:gd name="T14" fmla="*/ 2147483647 w 61"/>
                <a:gd name="T15" fmla="*/ 2147483647 h 126"/>
                <a:gd name="T16" fmla="*/ 2147483647 w 61"/>
                <a:gd name="T17" fmla="*/ 2147483647 h 126"/>
                <a:gd name="T18" fmla="*/ 2147483647 w 61"/>
                <a:gd name="T19" fmla="*/ 2147483647 h 126"/>
                <a:gd name="T20" fmla="*/ 2147483647 w 61"/>
                <a:gd name="T21" fmla="*/ 2147483647 h 126"/>
                <a:gd name="T22" fmla="*/ 2147483647 w 61"/>
                <a:gd name="T23" fmla="*/ 2147483647 h 126"/>
                <a:gd name="T24" fmla="*/ 2147483647 w 61"/>
                <a:gd name="T25" fmla="*/ 2147483647 h 126"/>
                <a:gd name="T26" fmla="*/ 2147483647 w 61"/>
                <a:gd name="T27" fmla="*/ 2147483647 h 126"/>
                <a:gd name="T28" fmla="*/ 2147483647 w 61"/>
                <a:gd name="T29" fmla="*/ 2147483647 h 126"/>
                <a:gd name="T30" fmla="*/ 2147483647 w 61"/>
                <a:gd name="T31" fmla="*/ 2147483647 h 126"/>
                <a:gd name="T32" fmla="*/ 2147483647 w 61"/>
                <a:gd name="T33" fmla="*/ 2147483647 h 126"/>
                <a:gd name="T34" fmla="*/ 2147483647 w 61"/>
                <a:gd name="T35" fmla="*/ 2147483647 h 126"/>
                <a:gd name="T36" fmla="*/ 2147483647 w 61"/>
                <a:gd name="T37" fmla="*/ 2147483647 h 126"/>
                <a:gd name="T38" fmla="*/ 2147483647 w 61"/>
                <a:gd name="T39" fmla="*/ 2147483647 h 126"/>
                <a:gd name="T40" fmla="*/ 2147483647 w 61"/>
                <a:gd name="T41" fmla="*/ 2147483647 h 126"/>
                <a:gd name="T42" fmla="*/ 2147483647 w 61"/>
                <a:gd name="T43" fmla="*/ 2147483647 h 126"/>
                <a:gd name="T44" fmla="*/ 2147483647 w 61"/>
                <a:gd name="T45" fmla="*/ 2147483647 h 126"/>
                <a:gd name="T46" fmla="*/ 2147483647 w 61"/>
                <a:gd name="T47" fmla="*/ 2147483647 h 126"/>
                <a:gd name="T48" fmla="*/ 2147483647 w 61"/>
                <a:gd name="T49" fmla="*/ 2147483647 h 126"/>
                <a:gd name="T50" fmla="*/ 2147483647 w 61"/>
                <a:gd name="T51" fmla="*/ 2147483647 h 126"/>
                <a:gd name="T52" fmla="*/ 2147483647 w 61"/>
                <a:gd name="T53" fmla="*/ 2147483647 h 126"/>
                <a:gd name="T54" fmla="*/ 2147483647 w 61"/>
                <a:gd name="T55" fmla="*/ 2147483647 h 126"/>
                <a:gd name="T56" fmla="*/ 2147483647 w 61"/>
                <a:gd name="T57" fmla="*/ 2147483647 h 126"/>
                <a:gd name="T58" fmla="*/ 2147483647 w 61"/>
                <a:gd name="T59" fmla="*/ 2147483647 h 126"/>
                <a:gd name="T60" fmla="*/ 2147483647 w 61"/>
                <a:gd name="T61" fmla="*/ 2147483647 h 126"/>
                <a:gd name="T62" fmla="*/ 2147483647 w 61"/>
                <a:gd name="T63" fmla="*/ 2147483647 h 126"/>
                <a:gd name="T64" fmla="*/ 2147483647 w 61"/>
                <a:gd name="T65" fmla="*/ 2147483647 h 126"/>
                <a:gd name="T66" fmla="*/ 2147483647 w 61"/>
                <a:gd name="T67" fmla="*/ 2147483647 h 126"/>
                <a:gd name="T68" fmla="*/ 2147483647 w 61"/>
                <a:gd name="T69" fmla="*/ 2147483647 h 126"/>
                <a:gd name="T70" fmla="*/ 2147483647 w 61"/>
                <a:gd name="T71" fmla="*/ 2147483647 h 126"/>
                <a:gd name="T72" fmla="*/ 2147483647 w 61"/>
                <a:gd name="T73" fmla="*/ 2147483647 h 126"/>
                <a:gd name="T74" fmla="*/ 2147483647 w 61"/>
                <a:gd name="T75" fmla="*/ 2147483647 h 126"/>
                <a:gd name="T76" fmla="*/ 2147483647 w 61"/>
                <a:gd name="T77" fmla="*/ 2147483647 h 126"/>
                <a:gd name="T78" fmla="*/ 2147483647 w 61"/>
                <a:gd name="T79" fmla="*/ 2147483647 h 126"/>
                <a:gd name="T80" fmla="*/ 2147483647 w 61"/>
                <a:gd name="T81" fmla="*/ 2147483647 h 126"/>
                <a:gd name="T82" fmla="*/ 2147483647 w 61"/>
                <a:gd name="T83" fmla="*/ 2147483647 h 126"/>
                <a:gd name="T84" fmla="*/ 2147483647 w 61"/>
                <a:gd name="T85" fmla="*/ 2147483647 h 126"/>
                <a:gd name="T86" fmla="*/ 2147483647 w 61"/>
                <a:gd name="T87" fmla="*/ 2147483647 h 126"/>
                <a:gd name="T88" fmla="*/ 2147483647 w 61"/>
                <a:gd name="T89" fmla="*/ 2147483647 h 126"/>
                <a:gd name="T90" fmla="*/ 2147483647 w 61"/>
                <a:gd name="T91" fmla="*/ 2147483647 h 126"/>
                <a:gd name="T92" fmla="*/ 2147483647 w 61"/>
                <a:gd name="T93" fmla="*/ 2147483647 h 126"/>
                <a:gd name="T94" fmla="*/ 2147483647 w 61"/>
                <a:gd name="T95" fmla="*/ 2147483647 h 126"/>
                <a:gd name="T96" fmla="*/ 2147483647 w 61"/>
                <a:gd name="T97" fmla="*/ 2147483647 h 126"/>
                <a:gd name="T98" fmla="*/ 2147483647 w 61"/>
                <a:gd name="T99" fmla="*/ 2147483647 h 126"/>
                <a:gd name="T100" fmla="*/ 2147483647 w 61"/>
                <a:gd name="T101" fmla="*/ 2147483647 h 126"/>
                <a:gd name="T102" fmla="*/ 2147483647 w 61"/>
                <a:gd name="T103" fmla="*/ 2147483647 h 126"/>
                <a:gd name="T104" fmla="*/ 2147483647 w 61"/>
                <a:gd name="T105" fmla="*/ 2147483647 h 126"/>
                <a:gd name="T106" fmla="*/ 2147483647 w 61"/>
                <a:gd name="T107" fmla="*/ 2147483647 h 126"/>
                <a:gd name="T108" fmla="*/ 2147483647 w 61"/>
                <a:gd name="T109" fmla="*/ 2147483647 h 126"/>
                <a:gd name="T110" fmla="*/ 2147483647 w 61"/>
                <a:gd name="T111" fmla="*/ 2147483647 h 126"/>
                <a:gd name="T112" fmla="*/ 2147483647 w 61"/>
                <a:gd name="T113" fmla="*/ 2147483647 h 126"/>
                <a:gd name="T114" fmla="*/ 2147483647 w 61"/>
                <a:gd name="T115" fmla="*/ 2147483647 h 126"/>
                <a:gd name="T116" fmla="*/ 2147483647 w 61"/>
                <a:gd name="T117" fmla="*/ 2147483647 h 126"/>
                <a:gd name="T118" fmla="*/ 2147483647 w 61"/>
                <a:gd name="T119" fmla="*/ 2147483647 h 126"/>
                <a:gd name="T120" fmla="*/ 2147483647 w 61"/>
                <a:gd name="T121" fmla="*/ 2147483647 h 12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1" h="126">
                  <a:moveTo>
                    <a:pt x="61" y="38"/>
                  </a:moveTo>
                  <a:lnTo>
                    <a:pt x="60" y="43"/>
                  </a:lnTo>
                  <a:lnTo>
                    <a:pt x="60" y="44"/>
                  </a:lnTo>
                  <a:lnTo>
                    <a:pt x="60" y="45"/>
                  </a:lnTo>
                  <a:lnTo>
                    <a:pt x="59" y="50"/>
                  </a:lnTo>
                  <a:lnTo>
                    <a:pt x="58" y="51"/>
                  </a:lnTo>
                  <a:lnTo>
                    <a:pt x="56" y="55"/>
                  </a:lnTo>
                  <a:lnTo>
                    <a:pt x="54" y="59"/>
                  </a:lnTo>
                  <a:lnTo>
                    <a:pt x="53" y="63"/>
                  </a:lnTo>
                  <a:lnTo>
                    <a:pt x="52" y="63"/>
                  </a:lnTo>
                  <a:lnTo>
                    <a:pt x="51" y="64"/>
                  </a:lnTo>
                  <a:lnTo>
                    <a:pt x="50" y="67"/>
                  </a:lnTo>
                  <a:lnTo>
                    <a:pt x="50" y="69"/>
                  </a:lnTo>
                  <a:lnTo>
                    <a:pt x="50" y="71"/>
                  </a:lnTo>
                  <a:lnTo>
                    <a:pt x="49" y="71"/>
                  </a:lnTo>
                  <a:lnTo>
                    <a:pt x="48" y="73"/>
                  </a:lnTo>
                  <a:lnTo>
                    <a:pt x="49" y="75"/>
                  </a:lnTo>
                  <a:lnTo>
                    <a:pt x="50" y="75"/>
                  </a:lnTo>
                  <a:lnTo>
                    <a:pt x="50" y="77"/>
                  </a:lnTo>
                  <a:lnTo>
                    <a:pt x="49" y="84"/>
                  </a:lnTo>
                  <a:lnTo>
                    <a:pt x="49" y="85"/>
                  </a:lnTo>
                  <a:lnTo>
                    <a:pt x="49" y="86"/>
                  </a:lnTo>
                  <a:lnTo>
                    <a:pt x="49" y="87"/>
                  </a:lnTo>
                  <a:lnTo>
                    <a:pt x="49" y="93"/>
                  </a:lnTo>
                  <a:lnTo>
                    <a:pt x="49" y="94"/>
                  </a:lnTo>
                  <a:lnTo>
                    <a:pt x="51" y="103"/>
                  </a:lnTo>
                  <a:lnTo>
                    <a:pt x="51" y="104"/>
                  </a:lnTo>
                  <a:lnTo>
                    <a:pt x="51" y="105"/>
                  </a:lnTo>
                  <a:lnTo>
                    <a:pt x="51" y="106"/>
                  </a:lnTo>
                  <a:lnTo>
                    <a:pt x="52" y="106"/>
                  </a:lnTo>
                  <a:lnTo>
                    <a:pt x="52" y="107"/>
                  </a:lnTo>
                  <a:lnTo>
                    <a:pt x="52" y="108"/>
                  </a:lnTo>
                  <a:lnTo>
                    <a:pt x="52" y="110"/>
                  </a:lnTo>
                  <a:lnTo>
                    <a:pt x="51" y="110"/>
                  </a:lnTo>
                  <a:lnTo>
                    <a:pt x="51" y="111"/>
                  </a:lnTo>
                  <a:lnTo>
                    <a:pt x="51" y="112"/>
                  </a:lnTo>
                  <a:lnTo>
                    <a:pt x="51" y="113"/>
                  </a:lnTo>
                  <a:lnTo>
                    <a:pt x="51" y="114"/>
                  </a:lnTo>
                  <a:lnTo>
                    <a:pt x="50" y="114"/>
                  </a:lnTo>
                  <a:lnTo>
                    <a:pt x="49" y="115"/>
                  </a:lnTo>
                  <a:lnTo>
                    <a:pt x="49" y="116"/>
                  </a:lnTo>
                  <a:lnTo>
                    <a:pt x="49" y="117"/>
                  </a:lnTo>
                  <a:lnTo>
                    <a:pt x="48" y="118"/>
                  </a:lnTo>
                  <a:lnTo>
                    <a:pt x="49" y="120"/>
                  </a:lnTo>
                  <a:lnTo>
                    <a:pt x="50" y="120"/>
                  </a:lnTo>
                  <a:lnTo>
                    <a:pt x="50" y="119"/>
                  </a:lnTo>
                  <a:lnTo>
                    <a:pt x="50" y="121"/>
                  </a:lnTo>
                  <a:lnTo>
                    <a:pt x="50" y="122"/>
                  </a:lnTo>
                  <a:lnTo>
                    <a:pt x="51" y="123"/>
                  </a:lnTo>
                  <a:lnTo>
                    <a:pt x="51" y="124"/>
                  </a:lnTo>
                  <a:lnTo>
                    <a:pt x="51" y="125"/>
                  </a:lnTo>
                  <a:lnTo>
                    <a:pt x="52" y="125"/>
                  </a:lnTo>
                  <a:lnTo>
                    <a:pt x="50" y="126"/>
                  </a:lnTo>
                  <a:lnTo>
                    <a:pt x="49" y="125"/>
                  </a:lnTo>
                  <a:lnTo>
                    <a:pt x="48" y="123"/>
                  </a:lnTo>
                  <a:lnTo>
                    <a:pt x="47" y="122"/>
                  </a:lnTo>
                  <a:lnTo>
                    <a:pt x="46" y="122"/>
                  </a:lnTo>
                  <a:lnTo>
                    <a:pt x="46" y="121"/>
                  </a:lnTo>
                  <a:lnTo>
                    <a:pt x="45" y="121"/>
                  </a:lnTo>
                  <a:lnTo>
                    <a:pt x="44" y="120"/>
                  </a:lnTo>
                  <a:lnTo>
                    <a:pt x="43" y="121"/>
                  </a:lnTo>
                  <a:lnTo>
                    <a:pt x="43" y="122"/>
                  </a:lnTo>
                  <a:lnTo>
                    <a:pt x="42" y="122"/>
                  </a:lnTo>
                  <a:lnTo>
                    <a:pt x="41" y="121"/>
                  </a:lnTo>
                  <a:lnTo>
                    <a:pt x="40" y="121"/>
                  </a:lnTo>
                  <a:lnTo>
                    <a:pt x="40" y="122"/>
                  </a:lnTo>
                  <a:lnTo>
                    <a:pt x="40" y="121"/>
                  </a:lnTo>
                  <a:lnTo>
                    <a:pt x="39" y="122"/>
                  </a:lnTo>
                  <a:lnTo>
                    <a:pt x="39" y="121"/>
                  </a:lnTo>
                  <a:lnTo>
                    <a:pt x="38" y="121"/>
                  </a:lnTo>
                  <a:lnTo>
                    <a:pt x="38" y="122"/>
                  </a:lnTo>
                  <a:lnTo>
                    <a:pt x="37" y="122"/>
                  </a:lnTo>
                  <a:lnTo>
                    <a:pt x="30" y="122"/>
                  </a:lnTo>
                  <a:lnTo>
                    <a:pt x="27" y="122"/>
                  </a:lnTo>
                  <a:lnTo>
                    <a:pt x="24" y="121"/>
                  </a:lnTo>
                  <a:lnTo>
                    <a:pt x="23" y="122"/>
                  </a:lnTo>
                  <a:lnTo>
                    <a:pt x="21" y="121"/>
                  </a:lnTo>
                  <a:lnTo>
                    <a:pt x="20" y="121"/>
                  </a:lnTo>
                  <a:lnTo>
                    <a:pt x="19" y="121"/>
                  </a:lnTo>
                  <a:lnTo>
                    <a:pt x="18" y="120"/>
                  </a:lnTo>
                  <a:lnTo>
                    <a:pt x="18" y="118"/>
                  </a:lnTo>
                  <a:lnTo>
                    <a:pt x="17" y="116"/>
                  </a:lnTo>
                  <a:lnTo>
                    <a:pt x="14" y="115"/>
                  </a:lnTo>
                  <a:lnTo>
                    <a:pt x="13" y="114"/>
                  </a:lnTo>
                  <a:lnTo>
                    <a:pt x="13" y="115"/>
                  </a:lnTo>
                  <a:lnTo>
                    <a:pt x="13" y="116"/>
                  </a:lnTo>
                  <a:lnTo>
                    <a:pt x="13" y="117"/>
                  </a:lnTo>
                  <a:lnTo>
                    <a:pt x="6" y="114"/>
                  </a:lnTo>
                  <a:lnTo>
                    <a:pt x="3" y="113"/>
                  </a:lnTo>
                  <a:lnTo>
                    <a:pt x="2" y="112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5" y="106"/>
                  </a:lnTo>
                  <a:lnTo>
                    <a:pt x="3" y="105"/>
                  </a:lnTo>
                  <a:lnTo>
                    <a:pt x="3" y="104"/>
                  </a:lnTo>
                  <a:lnTo>
                    <a:pt x="1" y="104"/>
                  </a:lnTo>
                  <a:lnTo>
                    <a:pt x="0" y="103"/>
                  </a:lnTo>
                  <a:lnTo>
                    <a:pt x="1" y="101"/>
                  </a:lnTo>
                  <a:lnTo>
                    <a:pt x="1" y="100"/>
                  </a:lnTo>
                  <a:lnTo>
                    <a:pt x="0" y="100"/>
                  </a:lnTo>
                  <a:lnTo>
                    <a:pt x="1" y="99"/>
                  </a:lnTo>
                  <a:lnTo>
                    <a:pt x="2" y="98"/>
                  </a:lnTo>
                  <a:lnTo>
                    <a:pt x="3" y="99"/>
                  </a:lnTo>
                  <a:lnTo>
                    <a:pt x="4" y="99"/>
                  </a:lnTo>
                  <a:lnTo>
                    <a:pt x="4" y="93"/>
                  </a:lnTo>
                  <a:lnTo>
                    <a:pt x="5" y="91"/>
                  </a:lnTo>
                  <a:lnTo>
                    <a:pt x="6" y="90"/>
                  </a:lnTo>
                  <a:lnTo>
                    <a:pt x="7" y="90"/>
                  </a:lnTo>
                  <a:lnTo>
                    <a:pt x="8" y="90"/>
                  </a:lnTo>
                  <a:lnTo>
                    <a:pt x="10" y="90"/>
                  </a:lnTo>
                  <a:lnTo>
                    <a:pt x="11" y="89"/>
                  </a:lnTo>
                  <a:lnTo>
                    <a:pt x="14" y="89"/>
                  </a:lnTo>
                  <a:lnTo>
                    <a:pt x="14" y="86"/>
                  </a:lnTo>
                  <a:lnTo>
                    <a:pt x="13" y="85"/>
                  </a:lnTo>
                  <a:lnTo>
                    <a:pt x="12" y="84"/>
                  </a:lnTo>
                  <a:lnTo>
                    <a:pt x="11" y="83"/>
                  </a:lnTo>
                  <a:lnTo>
                    <a:pt x="11" y="81"/>
                  </a:lnTo>
                  <a:lnTo>
                    <a:pt x="10" y="79"/>
                  </a:lnTo>
                  <a:lnTo>
                    <a:pt x="11" y="77"/>
                  </a:lnTo>
                  <a:lnTo>
                    <a:pt x="12" y="76"/>
                  </a:lnTo>
                  <a:lnTo>
                    <a:pt x="11" y="75"/>
                  </a:lnTo>
                  <a:lnTo>
                    <a:pt x="11" y="73"/>
                  </a:lnTo>
                  <a:lnTo>
                    <a:pt x="9" y="73"/>
                  </a:lnTo>
                  <a:lnTo>
                    <a:pt x="9" y="72"/>
                  </a:lnTo>
                  <a:lnTo>
                    <a:pt x="9" y="71"/>
                  </a:lnTo>
                  <a:lnTo>
                    <a:pt x="11" y="70"/>
                  </a:lnTo>
                  <a:lnTo>
                    <a:pt x="12" y="70"/>
                  </a:lnTo>
                  <a:lnTo>
                    <a:pt x="12" y="71"/>
                  </a:lnTo>
                  <a:lnTo>
                    <a:pt x="12" y="70"/>
                  </a:lnTo>
                  <a:lnTo>
                    <a:pt x="13" y="70"/>
                  </a:lnTo>
                  <a:lnTo>
                    <a:pt x="13" y="69"/>
                  </a:lnTo>
                  <a:lnTo>
                    <a:pt x="14" y="68"/>
                  </a:lnTo>
                  <a:lnTo>
                    <a:pt x="15" y="68"/>
                  </a:lnTo>
                  <a:lnTo>
                    <a:pt x="16" y="67"/>
                  </a:lnTo>
                  <a:lnTo>
                    <a:pt x="17" y="67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19" y="66"/>
                  </a:lnTo>
                  <a:lnTo>
                    <a:pt x="19" y="64"/>
                  </a:lnTo>
                  <a:lnTo>
                    <a:pt x="20" y="64"/>
                  </a:lnTo>
                  <a:lnTo>
                    <a:pt x="20" y="63"/>
                  </a:lnTo>
                  <a:lnTo>
                    <a:pt x="20" y="62"/>
                  </a:lnTo>
                  <a:lnTo>
                    <a:pt x="21" y="61"/>
                  </a:lnTo>
                  <a:lnTo>
                    <a:pt x="21" y="60"/>
                  </a:lnTo>
                  <a:lnTo>
                    <a:pt x="22" y="60"/>
                  </a:lnTo>
                  <a:lnTo>
                    <a:pt x="23" y="61"/>
                  </a:lnTo>
                  <a:lnTo>
                    <a:pt x="24" y="60"/>
                  </a:lnTo>
                  <a:lnTo>
                    <a:pt x="25" y="60"/>
                  </a:lnTo>
                  <a:lnTo>
                    <a:pt x="30" y="55"/>
                  </a:lnTo>
                  <a:lnTo>
                    <a:pt x="35" y="52"/>
                  </a:lnTo>
                  <a:lnTo>
                    <a:pt x="35" y="50"/>
                  </a:lnTo>
                  <a:lnTo>
                    <a:pt x="32" y="50"/>
                  </a:lnTo>
                  <a:lnTo>
                    <a:pt x="31" y="48"/>
                  </a:lnTo>
                  <a:lnTo>
                    <a:pt x="31" y="47"/>
                  </a:lnTo>
                  <a:lnTo>
                    <a:pt x="31" y="40"/>
                  </a:lnTo>
                  <a:lnTo>
                    <a:pt x="31" y="38"/>
                  </a:lnTo>
                  <a:lnTo>
                    <a:pt x="30" y="38"/>
                  </a:lnTo>
                  <a:lnTo>
                    <a:pt x="28" y="38"/>
                  </a:lnTo>
                  <a:lnTo>
                    <a:pt x="27" y="38"/>
                  </a:lnTo>
                  <a:lnTo>
                    <a:pt x="26" y="38"/>
                  </a:lnTo>
                  <a:lnTo>
                    <a:pt x="25" y="39"/>
                  </a:lnTo>
                  <a:lnTo>
                    <a:pt x="23" y="37"/>
                  </a:lnTo>
                  <a:lnTo>
                    <a:pt x="22" y="37"/>
                  </a:lnTo>
                  <a:lnTo>
                    <a:pt x="20" y="37"/>
                  </a:lnTo>
                  <a:lnTo>
                    <a:pt x="19" y="34"/>
                  </a:lnTo>
                  <a:lnTo>
                    <a:pt x="17" y="32"/>
                  </a:lnTo>
                  <a:lnTo>
                    <a:pt x="16" y="31"/>
                  </a:lnTo>
                  <a:lnTo>
                    <a:pt x="15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4" y="26"/>
                  </a:lnTo>
                  <a:lnTo>
                    <a:pt x="14" y="24"/>
                  </a:lnTo>
                  <a:lnTo>
                    <a:pt x="11" y="23"/>
                  </a:lnTo>
                  <a:lnTo>
                    <a:pt x="10" y="23"/>
                  </a:lnTo>
                  <a:lnTo>
                    <a:pt x="10" y="21"/>
                  </a:lnTo>
                  <a:lnTo>
                    <a:pt x="11" y="19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9" y="15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8" y="10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3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3" y="5"/>
                  </a:lnTo>
                  <a:lnTo>
                    <a:pt x="14" y="10"/>
                  </a:lnTo>
                  <a:lnTo>
                    <a:pt x="15" y="16"/>
                  </a:lnTo>
                  <a:lnTo>
                    <a:pt x="18" y="20"/>
                  </a:lnTo>
                  <a:lnTo>
                    <a:pt x="20" y="26"/>
                  </a:lnTo>
                  <a:lnTo>
                    <a:pt x="23" y="30"/>
                  </a:lnTo>
                  <a:lnTo>
                    <a:pt x="28" y="31"/>
                  </a:lnTo>
                  <a:lnTo>
                    <a:pt x="28" y="32"/>
                  </a:lnTo>
                  <a:lnTo>
                    <a:pt x="30" y="33"/>
                  </a:lnTo>
                  <a:lnTo>
                    <a:pt x="32" y="33"/>
                  </a:lnTo>
                  <a:lnTo>
                    <a:pt x="37" y="36"/>
                  </a:lnTo>
                  <a:lnTo>
                    <a:pt x="38" y="36"/>
                  </a:lnTo>
                  <a:lnTo>
                    <a:pt x="38" y="37"/>
                  </a:lnTo>
                  <a:lnTo>
                    <a:pt x="46" y="37"/>
                  </a:lnTo>
                  <a:lnTo>
                    <a:pt x="51" y="39"/>
                  </a:lnTo>
                  <a:lnTo>
                    <a:pt x="54" y="41"/>
                  </a:lnTo>
                  <a:lnTo>
                    <a:pt x="56" y="41"/>
                  </a:lnTo>
                  <a:lnTo>
                    <a:pt x="61" y="38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" name="Freeform 10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586216" y="2712609"/>
              <a:ext cx="949941" cy="1161671"/>
            </a:xfrm>
            <a:custGeom>
              <a:avLst/>
              <a:gdLst>
                <a:gd name="T0" fmla="*/ 2147483647 w 124"/>
                <a:gd name="T1" fmla="*/ 2147483647 h 150"/>
                <a:gd name="T2" fmla="*/ 2147483647 w 124"/>
                <a:gd name="T3" fmla="*/ 2147483647 h 150"/>
                <a:gd name="T4" fmla="*/ 2147483647 w 124"/>
                <a:gd name="T5" fmla="*/ 2147483647 h 150"/>
                <a:gd name="T6" fmla="*/ 2147483647 w 124"/>
                <a:gd name="T7" fmla="*/ 2147483647 h 150"/>
                <a:gd name="T8" fmla="*/ 2147483647 w 124"/>
                <a:gd name="T9" fmla="*/ 2147483647 h 150"/>
                <a:gd name="T10" fmla="*/ 2147483647 w 124"/>
                <a:gd name="T11" fmla="*/ 2147483647 h 150"/>
                <a:gd name="T12" fmla="*/ 2147483647 w 124"/>
                <a:gd name="T13" fmla="*/ 2147483647 h 150"/>
                <a:gd name="T14" fmla="*/ 2147483647 w 124"/>
                <a:gd name="T15" fmla="*/ 2147483647 h 150"/>
                <a:gd name="T16" fmla="*/ 2147483647 w 124"/>
                <a:gd name="T17" fmla="*/ 2147483647 h 150"/>
                <a:gd name="T18" fmla="*/ 2147483647 w 124"/>
                <a:gd name="T19" fmla="*/ 2147483647 h 150"/>
                <a:gd name="T20" fmla="*/ 2147483647 w 124"/>
                <a:gd name="T21" fmla="*/ 2147483647 h 150"/>
                <a:gd name="T22" fmla="*/ 2147483647 w 124"/>
                <a:gd name="T23" fmla="*/ 2147483647 h 150"/>
                <a:gd name="T24" fmla="*/ 2147483647 w 124"/>
                <a:gd name="T25" fmla="*/ 2147483647 h 150"/>
                <a:gd name="T26" fmla="*/ 2147483647 w 124"/>
                <a:gd name="T27" fmla="*/ 2147483647 h 150"/>
                <a:gd name="T28" fmla="*/ 2147483647 w 124"/>
                <a:gd name="T29" fmla="*/ 2147483647 h 150"/>
                <a:gd name="T30" fmla="*/ 2147483647 w 124"/>
                <a:gd name="T31" fmla="*/ 2147483647 h 150"/>
                <a:gd name="T32" fmla="*/ 2147483647 w 124"/>
                <a:gd name="T33" fmla="*/ 2147483647 h 150"/>
                <a:gd name="T34" fmla="*/ 2147483647 w 124"/>
                <a:gd name="T35" fmla="*/ 2147483647 h 150"/>
                <a:gd name="T36" fmla="*/ 2147483647 w 124"/>
                <a:gd name="T37" fmla="*/ 2147483647 h 150"/>
                <a:gd name="T38" fmla="*/ 2147483647 w 124"/>
                <a:gd name="T39" fmla="*/ 2147483647 h 150"/>
                <a:gd name="T40" fmla="*/ 2147483647 w 124"/>
                <a:gd name="T41" fmla="*/ 2147483647 h 150"/>
                <a:gd name="T42" fmla="*/ 2147483647 w 124"/>
                <a:gd name="T43" fmla="*/ 2147483647 h 150"/>
                <a:gd name="T44" fmla="*/ 2147483647 w 124"/>
                <a:gd name="T45" fmla="*/ 2147483647 h 150"/>
                <a:gd name="T46" fmla="*/ 2147483647 w 124"/>
                <a:gd name="T47" fmla="*/ 2147483647 h 150"/>
                <a:gd name="T48" fmla="*/ 2147483647 w 124"/>
                <a:gd name="T49" fmla="*/ 2147483647 h 150"/>
                <a:gd name="T50" fmla="*/ 2147483647 w 124"/>
                <a:gd name="T51" fmla="*/ 2147483647 h 150"/>
                <a:gd name="T52" fmla="*/ 2147483647 w 124"/>
                <a:gd name="T53" fmla="*/ 2147483647 h 150"/>
                <a:gd name="T54" fmla="*/ 2147483647 w 124"/>
                <a:gd name="T55" fmla="*/ 2147483647 h 150"/>
                <a:gd name="T56" fmla="*/ 2147483647 w 124"/>
                <a:gd name="T57" fmla="*/ 2147483647 h 150"/>
                <a:gd name="T58" fmla="*/ 2147483647 w 124"/>
                <a:gd name="T59" fmla="*/ 2147483647 h 150"/>
                <a:gd name="T60" fmla="*/ 2147483647 w 124"/>
                <a:gd name="T61" fmla="*/ 2147483647 h 150"/>
                <a:gd name="T62" fmla="*/ 2147483647 w 124"/>
                <a:gd name="T63" fmla="*/ 2147483647 h 150"/>
                <a:gd name="T64" fmla="*/ 2147483647 w 124"/>
                <a:gd name="T65" fmla="*/ 2147483647 h 150"/>
                <a:gd name="T66" fmla="*/ 2147483647 w 124"/>
                <a:gd name="T67" fmla="*/ 2147483647 h 150"/>
                <a:gd name="T68" fmla="*/ 2147483647 w 124"/>
                <a:gd name="T69" fmla="*/ 2147483647 h 150"/>
                <a:gd name="T70" fmla="*/ 2147483647 w 124"/>
                <a:gd name="T71" fmla="*/ 2147483647 h 150"/>
                <a:gd name="T72" fmla="*/ 2147483647 w 124"/>
                <a:gd name="T73" fmla="*/ 2147483647 h 150"/>
                <a:gd name="T74" fmla="*/ 2147483647 w 124"/>
                <a:gd name="T75" fmla="*/ 2147483647 h 150"/>
                <a:gd name="T76" fmla="*/ 2147483647 w 124"/>
                <a:gd name="T77" fmla="*/ 2147483647 h 150"/>
                <a:gd name="T78" fmla="*/ 2147483647 w 124"/>
                <a:gd name="T79" fmla="*/ 2147483647 h 150"/>
                <a:gd name="T80" fmla="*/ 2147483647 w 124"/>
                <a:gd name="T81" fmla="*/ 2147483647 h 150"/>
                <a:gd name="T82" fmla="*/ 2147483647 w 124"/>
                <a:gd name="T83" fmla="*/ 2147483647 h 150"/>
                <a:gd name="T84" fmla="*/ 2147483647 w 124"/>
                <a:gd name="T85" fmla="*/ 2147483647 h 150"/>
                <a:gd name="T86" fmla="*/ 2147483647 w 124"/>
                <a:gd name="T87" fmla="*/ 2147483647 h 150"/>
                <a:gd name="T88" fmla="*/ 2147483647 w 124"/>
                <a:gd name="T89" fmla="*/ 2147483647 h 150"/>
                <a:gd name="T90" fmla="*/ 2147483647 w 124"/>
                <a:gd name="T91" fmla="*/ 2147483647 h 150"/>
                <a:gd name="T92" fmla="*/ 2147483647 w 124"/>
                <a:gd name="T93" fmla="*/ 2147483647 h 150"/>
                <a:gd name="T94" fmla="*/ 2147483647 w 124"/>
                <a:gd name="T95" fmla="*/ 2147483647 h 150"/>
                <a:gd name="T96" fmla="*/ 2147483647 w 124"/>
                <a:gd name="T97" fmla="*/ 2147483647 h 150"/>
                <a:gd name="T98" fmla="*/ 2147483647 w 124"/>
                <a:gd name="T99" fmla="*/ 2147483647 h 150"/>
                <a:gd name="T100" fmla="*/ 2147483647 w 124"/>
                <a:gd name="T101" fmla="*/ 2147483647 h 150"/>
                <a:gd name="T102" fmla="*/ 2147483647 w 124"/>
                <a:gd name="T103" fmla="*/ 2147483647 h 150"/>
                <a:gd name="T104" fmla="*/ 2147483647 w 124"/>
                <a:gd name="T105" fmla="*/ 2147483647 h 150"/>
                <a:gd name="T106" fmla="*/ 2147483647 w 124"/>
                <a:gd name="T107" fmla="*/ 2147483647 h 150"/>
                <a:gd name="T108" fmla="*/ 2147483647 w 124"/>
                <a:gd name="T109" fmla="*/ 2147483647 h 150"/>
                <a:gd name="T110" fmla="*/ 2147483647 w 124"/>
                <a:gd name="T111" fmla="*/ 2147483647 h 150"/>
                <a:gd name="T112" fmla="*/ 2147483647 w 124"/>
                <a:gd name="T113" fmla="*/ 2147483647 h 150"/>
                <a:gd name="T114" fmla="*/ 2147483647 w 124"/>
                <a:gd name="T115" fmla="*/ 2147483647 h 150"/>
                <a:gd name="T116" fmla="*/ 2147483647 w 124"/>
                <a:gd name="T117" fmla="*/ 2147483647 h 150"/>
                <a:gd name="T118" fmla="*/ 2147483647 w 124"/>
                <a:gd name="T119" fmla="*/ 0 h 150"/>
                <a:gd name="T120" fmla="*/ 2147483647 w 124"/>
                <a:gd name="T121" fmla="*/ 2147483647 h 15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24" h="150">
                  <a:moveTo>
                    <a:pt x="120" y="36"/>
                  </a:moveTo>
                  <a:lnTo>
                    <a:pt x="118" y="39"/>
                  </a:lnTo>
                  <a:lnTo>
                    <a:pt x="119" y="39"/>
                  </a:lnTo>
                  <a:lnTo>
                    <a:pt x="120" y="42"/>
                  </a:lnTo>
                  <a:lnTo>
                    <a:pt x="121" y="52"/>
                  </a:lnTo>
                  <a:lnTo>
                    <a:pt x="123" y="57"/>
                  </a:lnTo>
                  <a:lnTo>
                    <a:pt x="124" y="64"/>
                  </a:lnTo>
                  <a:lnTo>
                    <a:pt x="122" y="80"/>
                  </a:lnTo>
                  <a:lnTo>
                    <a:pt x="121" y="80"/>
                  </a:lnTo>
                  <a:lnTo>
                    <a:pt x="121" y="83"/>
                  </a:lnTo>
                  <a:lnTo>
                    <a:pt x="122" y="88"/>
                  </a:lnTo>
                  <a:lnTo>
                    <a:pt x="122" y="92"/>
                  </a:lnTo>
                  <a:lnTo>
                    <a:pt x="122" y="95"/>
                  </a:lnTo>
                  <a:lnTo>
                    <a:pt x="121" y="97"/>
                  </a:lnTo>
                  <a:lnTo>
                    <a:pt x="122" y="99"/>
                  </a:lnTo>
                  <a:lnTo>
                    <a:pt x="122" y="101"/>
                  </a:lnTo>
                  <a:lnTo>
                    <a:pt x="122" y="103"/>
                  </a:lnTo>
                  <a:lnTo>
                    <a:pt x="122" y="104"/>
                  </a:lnTo>
                  <a:lnTo>
                    <a:pt x="122" y="105"/>
                  </a:lnTo>
                  <a:lnTo>
                    <a:pt x="120" y="106"/>
                  </a:lnTo>
                  <a:lnTo>
                    <a:pt x="118" y="105"/>
                  </a:lnTo>
                  <a:lnTo>
                    <a:pt x="117" y="105"/>
                  </a:lnTo>
                  <a:lnTo>
                    <a:pt x="114" y="105"/>
                  </a:lnTo>
                  <a:lnTo>
                    <a:pt x="113" y="105"/>
                  </a:lnTo>
                  <a:lnTo>
                    <a:pt x="113" y="104"/>
                  </a:lnTo>
                  <a:lnTo>
                    <a:pt x="112" y="104"/>
                  </a:lnTo>
                  <a:lnTo>
                    <a:pt x="112" y="105"/>
                  </a:lnTo>
                  <a:lnTo>
                    <a:pt x="111" y="105"/>
                  </a:lnTo>
                  <a:lnTo>
                    <a:pt x="110" y="106"/>
                  </a:lnTo>
                  <a:lnTo>
                    <a:pt x="110" y="107"/>
                  </a:lnTo>
                  <a:lnTo>
                    <a:pt x="110" y="108"/>
                  </a:lnTo>
                  <a:lnTo>
                    <a:pt x="111" y="110"/>
                  </a:lnTo>
                  <a:lnTo>
                    <a:pt x="112" y="111"/>
                  </a:lnTo>
                  <a:lnTo>
                    <a:pt x="113" y="111"/>
                  </a:lnTo>
                  <a:lnTo>
                    <a:pt x="113" y="112"/>
                  </a:lnTo>
                  <a:lnTo>
                    <a:pt x="114" y="113"/>
                  </a:lnTo>
                  <a:lnTo>
                    <a:pt x="115" y="116"/>
                  </a:lnTo>
                  <a:lnTo>
                    <a:pt x="117" y="119"/>
                  </a:lnTo>
                  <a:lnTo>
                    <a:pt x="117" y="120"/>
                  </a:lnTo>
                  <a:lnTo>
                    <a:pt x="117" y="121"/>
                  </a:lnTo>
                  <a:lnTo>
                    <a:pt x="119" y="122"/>
                  </a:lnTo>
                  <a:lnTo>
                    <a:pt x="119" y="124"/>
                  </a:lnTo>
                  <a:lnTo>
                    <a:pt x="120" y="126"/>
                  </a:lnTo>
                  <a:lnTo>
                    <a:pt x="119" y="127"/>
                  </a:lnTo>
                  <a:lnTo>
                    <a:pt x="118" y="128"/>
                  </a:lnTo>
                  <a:lnTo>
                    <a:pt x="118" y="129"/>
                  </a:lnTo>
                  <a:lnTo>
                    <a:pt x="118" y="131"/>
                  </a:lnTo>
                  <a:lnTo>
                    <a:pt x="119" y="132"/>
                  </a:lnTo>
                  <a:lnTo>
                    <a:pt x="120" y="133"/>
                  </a:lnTo>
                  <a:lnTo>
                    <a:pt x="121" y="134"/>
                  </a:lnTo>
                  <a:lnTo>
                    <a:pt x="121" y="136"/>
                  </a:lnTo>
                  <a:lnTo>
                    <a:pt x="122" y="138"/>
                  </a:lnTo>
                  <a:lnTo>
                    <a:pt x="121" y="138"/>
                  </a:lnTo>
                  <a:lnTo>
                    <a:pt x="119" y="141"/>
                  </a:lnTo>
                  <a:lnTo>
                    <a:pt x="116" y="144"/>
                  </a:lnTo>
                  <a:lnTo>
                    <a:pt x="110" y="148"/>
                  </a:lnTo>
                  <a:lnTo>
                    <a:pt x="107" y="150"/>
                  </a:lnTo>
                  <a:lnTo>
                    <a:pt x="106" y="148"/>
                  </a:lnTo>
                  <a:lnTo>
                    <a:pt x="105" y="148"/>
                  </a:lnTo>
                  <a:lnTo>
                    <a:pt x="105" y="145"/>
                  </a:lnTo>
                  <a:lnTo>
                    <a:pt x="105" y="143"/>
                  </a:lnTo>
                  <a:lnTo>
                    <a:pt x="104" y="143"/>
                  </a:lnTo>
                  <a:lnTo>
                    <a:pt x="104" y="142"/>
                  </a:lnTo>
                  <a:lnTo>
                    <a:pt x="103" y="142"/>
                  </a:lnTo>
                  <a:lnTo>
                    <a:pt x="102" y="141"/>
                  </a:lnTo>
                  <a:lnTo>
                    <a:pt x="101" y="140"/>
                  </a:lnTo>
                  <a:lnTo>
                    <a:pt x="101" y="141"/>
                  </a:lnTo>
                  <a:lnTo>
                    <a:pt x="100" y="140"/>
                  </a:lnTo>
                  <a:lnTo>
                    <a:pt x="99" y="140"/>
                  </a:lnTo>
                  <a:lnTo>
                    <a:pt x="98" y="140"/>
                  </a:lnTo>
                  <a:lnTo>
                    <a:pt x="97" y="140"/>
                  </a:lnTo>
                  <a:lnTo>
                    <a:pt x="96" y="140"/>
                  </a:lnTo>
                  <a:lnTo>
                    <a:pt x="96" y="139"/>
                  </a:lnTo>
                  <a:lnTo>
                    <a:pt x="95" y="139"/>
                  </a:lnTo>
                  <a:lnTo>
                    <a:pt x="94" y="138"/>
                  </a:lnTo>
                  <a:lnTo>
                    <a:pt x="93" y="135"/>
                  </a:lnTo>
                  <a:lnTo>
                    <a:pt x="92" y="133"/>
                  </a:lnTo>
                  <a:lnTo>
                    <a:pt x="93" y="132"/>
                  </a:lnTo>
                  <a:lnTo>
                    <a:pt x="93" y="131"/>
                  </a:lnTo>
                  <a:lnTo>
                    <a:pt x="92" y="130"/>
                  </a:lnTo>
                  <a:lnTo>
                    <a:pt x="90" y="131"/>
                  </a:lnTo>
                  <a:lnTo>
                    <a:pt x="90" y="130"/>
                  </a:lnTo>
                  <a:lnTo>
                    <a:pt x="89" y="130"/>
                  </a:lnTo>
                  <a:lnTo>
                    <a:pt x="87" y="129"/>
                  </a:lnTo>
                  <a:lnTo>
                    <a:pt x="86" y="129"/>
                  </a:lnTo>
                  <a:lnTo>
                    <a:pt x="85" y="128"/>
                  </a:lnTo>
                  <a:lnTo>
                    <a:pt x="84" y="127"/>
                  </a:lnTo>
                  <a:lnTo>
                    <a:pt x="83" y="126"/>
                  </a:lnTo>
                  <a:lnTo>
                    <a:pt x="82" y="126"/>
                  </a:lnTo>
                  <a:lnTo>
                    <a:pt x="81" y="125"/>
                  </a:lnTo>
                  <a:lnTo>
                    <a:pt x="82" y="125"/>
                  </a:lnTo>
                  <a:lnTo>
                    <a:pt x="82" y="124"/>
                  </a:lnTo>
                  <a:lnTo>
                    <a:pt x="82" y="123"/>
                  </a:lnTo>
                  <a:lnTo>
                    <a:pt x="81" y="124"/>
                  </a:lnTo>
                  <a:lnTo>
                    <a:pt x="81" y="123"/>
                  </a:lnTo>
                  <a:lnTo>
                    <a:pt x="81" y="122"/>
                  </a:lnTo>
                  <a:lnTo>
                    <a:pt x="80" y="122"/>
                  </a:lnTo>
                  <a:lnTo>
                    <a:pt x="80" y="120"/>
                  </a:lnTo>
                  <a:lnTo>
                    <a:pt x="80" y="119"/>
                  </a:lnTo>
                  <a:lnTo>
                    <a:pt x="80" y="118"/>
                  </a:lnTo>
                  <a:lnTo>
                    <a:pt x="80" y="117"/>
                  </a:lnTo>
                  <a:lnTo>
                    <a:pt x="80" y="116"/>
                  </a:lnTo>
                  <a:lnTo>
                    <a:pt x="80" y="117"/>
                  </a:lnTo>
                  <a:lnTo>
                    <a:pt x="80" y="116"/>
                  </a:lnTo>
                  <a:lnTo>
                    <a:pt x="80" y="115"/>
                  </a:lnTo>
                  <a:lnTo>
                    <a:pt x="80" y="114"/>
                  </a:lnTo>
                  <a:lnTo>
                    <a:pt x="80" y="113"/>
                  </a:lnTo>
                  <a:lnTo>
                    <a:pt x="81" y="113"/>
                  </a:lnTo>
                  <a:lnTo>
                    <a:pt x="81" y="112"/>
                  </a:lnTo>
                  <a:lnTo>
                    <a:pt x="80" y="112"/>
                  </a:lnTo>
                  <a:lnTo>
                    <a:pt x="79" y="112"/>
                  </a:lnTo>
                  <a:lnTo>
                    <a:pt x="78" y="111"/>
                  </a:lnTo>
                  <a:lnTo>
                    <a:pt x="77" y="111"/>
                  </a:lnTo>
                  <a:lnTo>
                    <a:pt x="76" y="111"/>
                  </a:lnTo>
                  <a:lnTo>
                    <a:pt x="75" y="111"/>
                  </a:lnTo>
                  <a:lnTo>
                    <a:pt x="75" y="112"/>
                  </a:lnTo>
                  <a:lnTo>
                    <a:pt x="74" y="111"/>
                  </a:lnTo>
                  <a:lnTo>
                    <a:pt x="73" y="111"/>
                  </a:lnTo>
                  <a:lnTo>
                    <a:pt x="74" y="111"/>
                  </a:lnTo>
                  <a:lnTo>
                    <a:pt x="74" y="110"/>
                  </a:lnTo>
                  <a:lnTo>
                    <a:pt x="73" y="110"/>
                  </a:lnTo>
                  <a:lnTo>
                    <a:pt x="72" y="109"/>
                  </a:lnTo>
                  <a:lnTo>
                    <a:pt x="72" y="110"/>
                  </a:lnTo>
                  <a:lnTo>
                    <a:pt x="71" y="110"/>
                  </a:lnTo>
                  <a:lnTo>
                    <a:pt x="71" y="109"/>
                  </a:lnTo>
                  <a:lnTo>
                    <a:pt x="70" y="110"/>
                  </a:lnTo>
                  <a:lnTo>
                    <a:pt x="71" y="109"/>
                  </a:lnTo>
                  <a:lnTo>
                    <a:pt x="70" y="109"/>
                  </a:lnTo>
                  <a:lnTo>
                    <a:pt x="69" y="108"/>
                  </a:lnTo>
                  <a:lnTo>
                    <a:pt x="69" y="107"/>
                  </a:lnTo>
                  <a:lnTo>
                    <a:pt x="68" y="107"/>
                  </a:lnTo>
                  <a:lnTo>
                    <a:pt x="68" y="106"/>
                  </a:lnTo>
                  <a:lnTo>
                    <a:pt x="67" y="106"/>
                  </a:lnTo>
                  <a:lnTo>
                    <a:pt x="67" y="105"/>
                  </a:lnTo>
                  <a:lnTo>
                    <a:pt x="67" y="104"/>
                  </a:lnTo>
                  <a:lnTo>
                    <a:pt x="66" y="103"/>
                  </a:lnTo>
                  <a:lnTo>
                    <a:pt x="66" y="102"/>
                  </a:lnTo>
                  <a:lnTo>
                    <a:pt x="65" y="102"/>
                  </a:lnTo>
                  <a:lnTo>
                    <a:pt x="65" y="101"/>
                  </a:lnTo>
                  <a:lnTo>
                    <a:pt x="64" y="101"/>
                  </a:lnTo>
                  <a:lnTo>
                    <a:pt x="64" y="100"/>
                  </a:lnTo>
                  <a:lnTo>
                    <a:pt x="64" y="99"/>
                  </a:lnTo>
                  <a:lnTo>
                    <a:pt x="63" y="99"/>
                  </a:lnTo>
                  <a:lnTo>
                    <a:pt x="62" y="99"/>
                  </a:lnTo>
                  <a:lnTo>
                    <a:pt x="61" y="98"/>
                  </a:lnTo>
                  <a:lnTo>
                    <a:pt x="60" y="97"/>
                  </a:lnTo>
                  <a:lnTo>
                    <a:pt x="59" y="96"/>
                  </a:lnTo>
                  <a:lnTo>
                    <a:pt x="59" y="95"/>
                  </a:lnTo>
                  <a:lnTo>
                    <a:pt x="59" y="94"/>
                  </a:lnTo>
                  <a:lnTo>
                    <a:pt x="58" y="94"/>
                  </a:lnTo>
                  <a:lnTo>
                    <a:pt x="57" y="93"/>
                  </a:lnTo>
                  <a:lnTo>
                    <a:pt x="57" y="92"/>
                  </a:lnTo>
                  <a:lnTo>
                    <a:pt x="56" y="91"/>
                  </a:lnTo>
                  <a:lnTo>
                    <a:pt x="56" y="90"/>
                  </a:lnTo>
                  <a:lnTo>
                    <a:pt x="55" y="90"/>
                  </a:lnTo>
                  <a:lnTo>
                    <a:pt x="56" y="90"/>
                  </a:lnTo>
                  <a:lnTo>
                    <a:pt x="55" y="88"/>
                  </a:lnTo>
                  <a:lnTo>
                    <a:pt x="54" y="88"/>
                  </a:lnTo>
                  <a:lnTo>
                    <a:pt x="54" y="87"/>
                  </a:lnTo>
                  <a:lnTo>
                    <a:pt x="53" y="86"/>
                  </a:lnTo>
                  <a:lnTo>
                    <a:pt x="53" y="85"/>
                  </a:lnTo>
                  <a:lnTo>
                    <a:pt x="52" y="85"/>
                  </a:lnTo>
                  <a:lnTo>
                    <a:pt x="52" y="84"/>
                  </a:lnTo>
                  <a:lnTo>
                    <a:pt x="52" y="83"/>
                  </a:lnTo>
                  <a:lnTo>
                    <a:pt x="51" y="83"/>
                  </a:lnTo>
                  <a:lnTo>
                    <a:pt x="52" y="82"/>
                  </a:lnTo>
                  <a:lnTo>
                    <a:pt x="52" y="81"/>
                  </a:lnTo>
                  <a:lnTo>
                    <a:pt x="51" y="81"/>
                  </a:lnTo>
                  <a:lnTo>
                    <a:pt x="51" y="80"/>
                  </a:lnTo>
                  <a:lnTo>
                    <a:pt x="51" y="79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0" y="77"/>
                  </a:lnTo>
                  <a:lnTo>
                    <a:pt x="49" y="77"/>
                  </a:lnTo>
                  <a:lnTo>
                    <a:pt x="49" y="78"/>
                  </a:lnTo>
                  <a:lnTo>
                    <a:pt x="48" y="77"/>
                  </a:lnTo>
                  <a:lnTo>
                    <a:pt x="48" y="76"/>
                  </a:lnTo>
                  <a:lnTo>
                    <a:pt x="47" y="76"/>
                  </a:lnTo>
                  <a:lnTo>
                    <a:pt x="48" y="74"/>
                  </a:lnTo>
                  <a:lnTo>
                    <a:pt x="48" y="73"/>
                  </a:lnTo>
                  <a:lnTo>
                    <a:pt x="47" y="72"/>
                  </a:lnTo>
                  <a:lnTo>
                    <a:pt x="47" y="71"/>
                  </a:lnTo>
                  <a:lnTo>
                    <a:pt x="46" y="70"/>
                  </a:lnTo>
                  <a:lnTo>
                    <a:pt x="46" y="68"/>
                  </a:lnTo>
                  <a:lnTo>
                    <a:pt x="45" y="68"/>
                  </a:lnTo>
                  <a:lnTo>
                    <a:pt x="44" y="66"/>
                  </a:lnTo>
                  <a:lnTo>
                    <a:pt x="44" y="65"/>
                  </a:lnTo>
                  <a:lnTo>
                    <a:pt x="44" y="64"/>
                  </a:lnTo>
                  <a:lnTo>
                    <a:pt x="43" y="63"/>
                  </a:lnTo>
                  <a:lnTo>
                    <a:pt x="42" y="63"/>
                  </a:lnTo>
                  <a:lnTo>
                    <a:pt x="42" y="60"/>
                  </a:lnTo>
                  <a:lnTo>
                    <a:pt x="42" y="59"/>
                  </a:lnTo>
                  <a:lnTo>
                    <a:pt x="42" y="57"/>
                  </a:lnTo>
                  <a:lnTo>
                    <a:pt x="42" y="56"/>
                  </a:lnTo>
                  <a:lnTo>
                    <a:pt x="41" y="55"/>
                  </a:lnTo>
                  <a:lnTo>
                    <a:pt x="40" y="55"/>
                  </a:lnTo>
                  <a:lnTo>
                    <a:pt x="41" y="53"/>
                  </a:lnTo>
                  <a:lnTo>
                    <a:pt x="41" y="52"/>
                  </a:lnTo>
                  <a:lnTo>
                    <a:pt x="40" y="50"/>
                  </a:lnTo>
                  <a:lnTo>
                    <a:pt x="39" y="49"/>
                  </a:lnTo>
                  <a:lnTo>
                    <a:pt x="38" y="49"/>
                  </a:lnTo>
                  <a:lnTo>
                    <a:pt x="37" y="46"/>
                  </a:lnTo>
                  <a:lnTo>
                    <a:pt x="37" y="45"/>
                  </a:lnTo>
                  <a:lnTo>
                    <a:pt x="37" y="43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7" y="39"/>
                  </a:lnTo>
                  <a:lnTo>
                    <a:pt x="37" y="38"/>
                  </a:lnTo>
                  <a:lnTo>
                    <a:pt x="37" y="37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8" y="35"/>
                  </a:lnTo>
                  <a:lnTo>
                    <a:pt x="39" y="35"/>
                  </a:lnTo>
                  <a:lnTo>
                    <a:pt x="38" y="34"/>
                  </a:lnTo>
                  <a:lnTo>
                    <a:pt x="37" y="34"/>
                  </a:lnTo>
                  <a:lnTo>
                    <a:pt x="36" y="33"/>
                  </a:lnTo>
                  <a:lnTo>
                    <a:pt x="36" y="32"/>
                  </a:lnTo>
                  <a:lnTo>
                    <a:pt x="35" y="32"/>
                  </a:lnTo>
                  <a:lnTo>
                    <a:pt x="34" y="32"/>
                  </a:lnTo>
                  <a:lnTo>
                    <a:pt x="32" y="31"/>
                  </a:lnTo>
                  <a:lnTo>
                    <a:pt x="31" y="31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7" y="29"/>
                  </a:lnTo>
                  <a:lnTo>
                    <a:pt x="28" y="28"/>
                  </a:lnTo>
                  <a:lnTo>
                    <a:pt x="28" y="27"/>
                  </a:lnTo>
                  <a:lnTo>
                    <a:pt x="27" y="26"/>
                  </a:lnTo>
                  <a:lnTo>
                    <a:pt x="27" y="25"/>
                  </a:lnTo>
                  <a:lnTo>
                    <a:pt x="25" y="24"/>
                  </a:lnTo>
                  <a:lnTo>
                    <a:pt x="24" y="24"/>
                  </a:lnTo>
                  <a:lnTo>
                    <a:pt x="24" y="23"/>
                  </a:lnTo>
                  <a:lnTo>
                    <a:pt x="23" y="24"/>
                  </a:lnTo>
                  <a:lnTo>
                    <a:pt x="23" y="23"/>
                  </a:lnTo>
                  <a:lnTo>
                    <a:pt x="22" y="23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0" y="23"/>
                  </a:lnTo>
                  <a:lnTo>
                    <a:pt x="19" y="24"/>
                  </a:lnTo>
                  <a:lnTo>
                    <a:pt x="19" y="25"/>
                  </a:lnTo>
                  <a:lnTo>
                    <a:pt x="18" y="25"/>
                  </a:lnTo>
                  <a:lnTo>
                    <a:pt x="17" y="25"/>
                  </a:lnTo>
                  <a:lnTo>
                    <a:pt x="17" y="24"/>
                  </a:lnTo>
                  <a:lnTo>
                    <a:pt x="16" y="24"/>
                  </a:lnTo>
                  <a:lnTo>
                    <a:pt x="15" y="24"/>
                  </a:lnTo>
                  <a:lnTo>
                    <a:pt x="15" y="23"/>
                  </a:lnTo>
                  <a:lnTo>
                    <a:pt x="14" y="22"/>
                  </a:lnTo>
                  <a:lnTo>
                    <a:pt x="13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9" y="18"/>
                  </a:lnTo>
                  <a:lnTo>
                    <a:pt x="8" y="18"/>
                  </a:lnTo>
                  <a:lnTo>
                    <a:pt x="7" y="17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5" y="18"/>
                  </a:lnTo>
                  <a:lnTo>
                    <a:pt x="4" y="17"/>
                  </a:lnTo>
                  <a:lnTo>
                    <a:pt x="2" y="14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8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5"/>
                  </a:lnTo>
                  <a:lnTo>
                    <a:pt x="5" y="2"/>
                  </a:lnTo>
                  <a:lnTo>
                    <a:pt x="7" y="0"/>
                  </a:lnTo>
                  <a:lnTo>
                    <a:pt x="10" y="3"/>
                  </a:lnTo>
                  <a:lnTo>
                    <a:pt x="35" y="14"/>
                  </a:lnTo>
                  <a:lnTo>
                    <a:pt x="69" y="30"/>
                  </a:lnTo>
                  <a:lnTo>
                    <a:pt x="71" y="31"/>
                  </a:lnTo>
                  <a:lnTo>
                    <a:pt x="72" y="31"/>
                  </a:lnTo>
                  <a:lnTo>
                    <a:pt x="77" y="34"/>
                  </a:lnTo>
                  <a:lnTo>
                    <a:pt x="89" y="34"/>
                  </a:lnTo>
                  <a:lnTo>
                    <a:pt x="116" y="36"/>
                  </a:lnTo>
                  <a:lnTo>
                    <a:pt x="120" y="36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2746565" y="4736497"/>
              <a:ext cx="245146" cy="286545"/>
            </a:xfrm>
            <a:custGeom>
              <a:avLst/>
              <a:gdLst>
                <a:gd name="T0" fmla="*/ 2147483647 w 32"/>
                <a:gd name="T1" fmla="*/ 2147483647 h 37"/>
                <a:gd name="T2" fmla="*/ 2147483647 w 32"/>
                <a:gd name="T3" fmla="*/ 2147483647 h 37"/>
                <a:gd name="T4" fmla="*/ 2147483647 w 32"/>
                <a:gd name="T5" fmla="*/ 2147483647 h 37"/>
                <a:gd name="T6" fmla="*/ 2147483647 w 32"/>
                <a:gd name="T7" fmla="*/ 2147483647 h 37"/>
                <a:gd name="T8" fmla="*/ 2147483647 w 32"/>
                <a:gd name="T9" fmla="*/ 2147483647 h 37"/>
                <a:gd name="T10" fmla="*/ 2147483647 w 32"/>
                <a:gd name="T11" fmla="*/ 2147483647 h 37"/>
                <a:gd name="T12" fmla="*/ 2147483647 w 32"/>
                <a:gd name="T13" fmla="*/ 2147483647 h 37"/>
                <a:gd name="T14" fmla="*/ 2147483647 w 32"/>
                <a:gd name="T15" fmla="*/ 2147483647 h 37"/>
                <a:gd name="T16" fmla="*/ 2147483647 w 32"/>
                <a:gd name="T17" fmla="*/ 2147483647 h 37"/>
                <a:gd name="T18" fmla="*/ 2147483647 w 32"/>
                <a:gd name="T19" fmla="*/ 2147483647 h 37"/>
                <a:gd name="T20" fmla="*/ 2147483647 w 32"/>
                <a:gd name="T21" fmla="*/ 2147483647 h 37"/>
                <a:gd name="T22" fmla="*/ 2147483647 w 32"/>
                <a:gd name="T23" fmla="*/ 2147483647 h 37"/>
                <a:gd name="T24" fmla="*/ 2147483647 w 32"/>
                <a:gd name="T25" fmla="*/ 2147483647 h 37"/>
                <a:gd name="T26" fmla="*/ 2147483647 w 32"/>
                <a:gd name="T27" fmla="*/ 2147483647 h 37"/>
                <a:gd name="T28" fmla="*/ 2147483647 w 32"/>
                <a:gd name="T29" fmla="*/ 2147483647 h 37"/>
                <a:gd name="T30" fmla="*/ 2147483647 w 32"/>
                <a:gd name="T31" fmla="*/ 2147483647 h 37"/>
                <a:gd name="T32" fmla="*/ 2147483647 w 32"/>
                <a:gd name="T33" fmla="*/ 2147483647 h 37"/>
                <a:gd name="T34" fmla="*/ 2147483647 w 32"/>
                <a:gd name="T35" fmla="*/ 2147483647 h 37"/>
                <a:gd name="T36" fmla="*/ 2147483647 w 32"/>
                <a:gd name="T37" fmla="*/ 2147483647 h 37"/>
                <a:gd name="T38" fmla="*/ 2147483647 w 32"/>
                <a:gd name="T39" fmla="*/ 2147483647 h 37"/>
                <a:gd name="T40" fmla="*/ 2147483647 w 32"/>
                <a:gd name="T41" fmla="*/ 2147483647 h 37"/>
                <a:gd name="T42" fmla="*/ 2147483647 w 32"/>
                <a:gd name="T43" fmla="*/ 2147483647 h 37"/>
                <a:gd name="T44" fmla="*/ 2147483647 w 32"/>
                <a:gd name="T45" fmla="*/ 2147483647 h 37"/>
                <a:gd name="T46" fmla="*/ 2147483647 w 32"/>
                <a:gd name="T47" fmla="*/ 2147483647 h 37"/>
                <a:gd name="T48" fmla="*/ 2147483647 w 32"/>
                <a:gd name="T49" fmla="*/ 2147483647 h 37"/>
                <a:gd name="T50" fmla="*/ 2147483647 w 32"/>
                <a:gd name="T51" fmla="*/ 2147483647 h 37"/>
                <a:gd name="T52" fmla="*/ 2147483647 w 32"/>
                <a:gd name="T53" fmla="*/ 2147483647 h 37"/>
                <a:gd name="T54" fmla="*/ 2147483647 w 32"/>
                <a:gd name="T55" fmla="*/ 0 h 37"/>
                <a:gd name="T56" fmla="*/ 2147483647 w 32"/>
                <a:gd name="T57" fmla="*/ 0 h 37"/>
                <a:gd name="T58" fmla="*/ 2147483647 w 32"/>
                <a:gd name="T59" fmla="*/ 0 h 37"/>
                <a:gd name="T60" fmla="*/ 2147483647 w 32"/>
                <a:gd name="T61" fmla="*/ 2147483647 h 37"/>
                <a:gd name="T62" fmla="*/ 2147483647 w 32"/>
                <a:gd name="T63" fmla="*/ 2147483647 h 37"/>
                <a:gd name="T64" fmla="*/ 2147483647 w 32"/>
                <a:gd name="T65" fmla="*/ 2147483647 h 37"/>
                <a:gd name="T66" fmla="*/ 2147483647 w 32"/>
                <a:gd name="T67" fmla="*/ 2147483647 h 37"/>
                <a:gd name="T68" fmla="*/ 2147483647 w 32"/>
                <a:gd name="T69" fmla="*/ 2147483647 h 37"/>
                <a:gd name="T70" fmla="*/ 2147483647 w 32"/>
                <a:gd name="T71" fmla="*/ 2147483647 h 37"/>
                <a:gd name="T72" fmla="*/ 2147483647 w 32"/>
                <a:gd name="T73" fmla="*/ 2147483647 h 37"/>
                <a:gd name="T74" fmla="*/ 2147483647 w 32"/>
                <a:gd name="T75" fmla="*/ 2147483647 h 37"/>
                <a:gd name="T76" fmla="*/ 2147483647 w 32"/>
                <a:gd name="T77" fmla="*/ 2147483647 h 37"/>
                <a:gd name="T78" fmla="*/ 2147483647 w 32"/>
                <a:gd name="T79" fmla="*/ 2147483647 h 37"/>
                <a:gd name="T80" fmla="*/ 2147483647 w 32"/>
                <a:gd name="T81" fmla="*/ 2147483647 h 37"/>
                <a:gd name="T82" fmla="*/ 2147483647 w 32"/>
                <a:gd name="T83" fmla="*/ 2147483647 h 37"/>
                <a:gd name="T84" fmla="*/ 2147483647 w 32"/>
                <a:gd name="T85" fmla="*/ 2147483647 h 37"/>
                <a:gd name="T86" fmla="*/ 2147483647 w 32"/>
                <a:gd name="T87" fmla="*/ 2147483647 h 37"/>
                <a:gd name="T88" fmla="*/ 2147483647 w 32"/>
                <a:gd name="T89" fmla="*/ 2147483647 h 37"/>
                <a:gd name="T90" fmla="*/ 2147483647 w 32"/>
                <a:gd name="T91" fmla="*/ 2147483647 h 37"/>
                <a:gd name="T92" fmla="*/ 2147483647 w 32"/>
                <a:gd name="T93" fmla="*/ 2147483647 h 37"/>
                <a:gd name="T94" fmla="*/ 2147483647 w 32"/>
                <a:gd name="T95" fmla="*/ 2147483647 h 37"/>
                <a:gd name="T96" fmla="*/ 2147483647 w 32"/>
                <a:gd name="T97" fmla="*/ 2147483647 h 37"/>
                <a:gd name="T98" fmla="*/ 2147483647 w 32"/>
                <a:gd name="T99" fmla="*/ 2147483647 h 37"/>
                <a:gd name="T100" fmla="*/ 2147483647 w 32"/>
                <a:gd name="T101" fmla="*/ 2147483647 h 37"/>
                <a:gd name="T102" fmla="*/ 2147483647 w 32"/>
                <a:gd name="T103" fmla="*/ 2147483647 h 37"/>
                <a:gd name="T104" fmla="*/ 2147483647 w 32"/>
                <a:gd name="T105" fmla="*/ 2147483647 h 37"/>
                <a:gd name="T106" fmla="*/ 2147483647 w 32"/>
                <a:gd name="T107" fmla="*/ 2147483647 h 37"/>
                <a:gd name="T108" fmla="*/ 2147483647 w 32"/>
                <a:gd name="T109" fmla="*/ 2147483647 h 37"/>
                <a:gd name="T110" fmla="*/ 2147483647 w 32"/>
                <a:gd name="T111" fmla="*/ 2147483647 h 37"/>
                <a:gd name="T112" fmla="*/ 2147483647 w 32"/>
                <a:gd name="T113" fmla="*/ 2147483647 h 37"/>
                <a:gd name="T114" fmla="*/ 0 w 32"/>
                <a:gd name="T115" fmla="*/ 2147483647 h 3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2" h="37">
                  <a:moveTo>
                    <a:pt x="0" y="20"/>
                  </a:moveTo>
                  <a:lnTo>
                    <a:pt x="1" y="18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4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9" y="16"/>
                  </a:lnTo>
                  <a:lnTo>
                    <a:pt x="10" y="15"/>
                  </a:lnTo>
                  <a:lnTo>
                    <a:pt x="10" y="14"/>
                  </a:lnTo>
                  <a:lnTo>
                    <a:pt x="10" y="13"/>
                  </a:lnTo>
                  <a:lnTo>
                    <a:pt x="11" y="10"/>
                  </a:lnTo>
                  <a:lnTo>
                    <a:pt x="13" y="10"/>
                  </a:lnTo>
                  <a:lnTo>
                    <a:pt x="14" y="10"/>
                  </a:lnTo>
                  <a:lnTo>
                    <a:pt x="15" y="11"/>
                  </a:lnTo>
                  <a:lnTo>
                    <a:pt x="16" y="10"/>
                  </a:lnTo>
                  <a:lnTo>
                    <a:pt x="17" y="9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8" y="2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4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9" y="2"/>
                  </a:lnTo>
                  <a:lnTo>
                    <a:pt x="30" y="5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1" y="9"/>
                  </a:lnTo>
                  <a:lnTo>
                    <a:pt x="30" y="10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6" y="11"/>
                  </a:lnTo>
                  <a:lnTo>
                    <a:pt x="25" y="15"/>
                  </a:lnTo>
                  <a:lnTo>
                    <a:pt x="23" y="17"/>
                  </a:lnTo>
                  <a:lnTo>
                    <a:pt x="22" y="18"/>
                  </a:lnTo>
                  <a:lnTo>
                    <a:pt x="22" y="19"/>
                  </a:lnTo>
                  <a:lnTo>
                    <a:pt x="22" y="20"/>
                  </a:lnTo>
                  <a:lnTo>
                    <a:pt x="22" y="21"/>
                  </a:lnTo>
                  <a:lnTo>
                    <a:pt x="20" y="21"/>
                  </a:lnTo>
                  <a:lnTo>
                    <a:pt x="19" y="22"/>
                  </a:lnTo>
                  <a:lnTo>
                    <a:pt x="17" y="23"/>
                  </a:lnTo>
                  <a:lnTo>
                    <a:pt x="16" y="23"/>
                  </a:lnTo>
                  <a:lnTo>
                    <a:pt x="15" y="27"/>
                  </a:lnTo>
                  <a:lnTo>
                    <a:pt x="15" y="28"/>
                  </a:lnTo>
                  <a:lnTo>
                    <a:pt x="14" y="29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7" y="32"/>
                  </a:lnTo>
                  <a:lnTo>
                    <a:pt x="16" y="36"/>
                  </a:lnTo>
                  <a:lnTo>
                    <a:pt x="15" y="35"/>
                  </a:lnTo>
                  <a:lnTo>
                    <a:pt x="16" y="37"/>
                  </a:lnTo>
                  <a:lnTo>
                    <a:pt x="11" y="36"/>
                  </a:lnTo>
                  <a:lnTo>
                    <a:pt x="10" y="35"/>
                  </a:lnTo>
                  <a:lnTo>
                    <a:pt x="8" y="34"/>
                  </a:lnTo>
                  <a:lnTo>
                    <a:pt x="7" y="33"/>
                  </a:lnTo>
                  <a:lnTo>
                    <a:pt x="6" y="32"/>
                  </a:lnTo>
                  <a:lnTo>
                    <a:pt x="6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2" y="24"/>
                  </a:lnTo>
                  <a:lnTo>
                    <a:pt x="1" y="23"/>
                  </a:lnTo>
                  <a:lnTo>
                    <a:pt x="0" y="21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" name="Freeform 12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516741" y="5229562"/>
              <a:ext cx="605204" cy="425946"/>
            </a:xfrm>
            <a:custGeom>
              <a:avLst/>
              <a:gdLst>
                <a:gd name="T0" fmla="*/ 2147483647 w 79"/>
                <a:gd name="T1" fmla="*/ 2147483647 h 55"/>
                <a:gd name="T2" fmla="*/ 2147483647 w 79"/>
                <a:gd name="T3" fmla="*/ 2147483647 h 55"/>
                <a:gd name="T4" fmla="*/ 2147483647 w 79"/>
                <a:gd name="T5" fmla="*/ 2147483647 h 55"/>
                <a:gd name="T6" fmla="*/ 2147483647 w 79"/>
                <a:gd name="T7" fmla="*/ 2147483647 h 55"/>
                <a:gd name="T8" fmla="*/ 2147483647 w 79"/>
                <a:gd name="T9" fmla="*/ 2147483647 h 55"/>
                <a:gd name="T10" fmla="*/ 2147483647 w 79"/>
                <a:gd name="T11" fmla="*/ 2147483647 h 55"/>
                <a:gd name="T12" fmla="*/ 2147483647 w 79"/>
                <a:gd name="T13" fmla="*/ 2147483647 h 55"/>
                <a:gd name="T14" fmla="*/ 2147483647 w 79"/>
                <a:gd name="T15" fmla="*/ 2147483647 h 55"/>
                <a:gd name="T16" fmla="*/ 2147483647 w 79"/>
                <a:gd name="T17" fmla="*/ 2147483647 h 55"/>
                <a:gd name="T18" fmla="*/ 2147483647 w 79"/>
                <a:gd name="T19" fmla="*/ 2147483647 h 55"/>
                <a:gd name="T20" fmla="*/ 2147483647 w 79"/>
                <a:gd name="T21" fmla="*/ 2147483647 h 55"/>
                <a:gd name="T22" fmla="*/ 2147483647 w 79"/>
                <a:gd name="T23" fmla="*/ 2147483647 h 55"/>
                <a:gd name="T24" fmla="*/ 2147483647 w 79"/>
                <a:gd name="T25" fmla="*/ 2147483647 h 55"/>
                <a:gd name="T26" fmla="*/ 2147483647 w 79"/>
                <a:gd name="T27" fmla="*/ 2147483647 h 55"/>
                <a:gd name="T28" fmla="*/ 2147483647 w 79"/>
                <a:gd name="T29" fmla="*/ 2147483647 h 55"/>
                <a:gd name="T30" fmla="*/ 2147483647 w 79"/>
                <a:gd name="T31" fmla="*/ 2147483647 h 55"/>
                <a:gd name="T32" fmla="*/ 2147483647 w 79"/>
                <a:gd name="T33" fmla="*/ 2147483647 h 55"/>
                <a:gd name="T34" fmla="*/ 2147483647 w 79"/>
                <a:gd name="T35" fmla="*/ 2147483647 h 55"/>
                <a:gd name="T36" fmla="*/ 2147483647 w 79"/>
                <a:gd name="T37" fmla="*/ 2147483647 h 55"/>
                <a:gd name="T38" fmla="*/ 2147483647 w 79"/>
                <a:gd name="T39" fmla="*/ 2147483647 h 55"/>
                <a:gd name="T40" fmla="*/ 2147483647 w 79"/>
                <a:gd name="T41" fmla="*/ 2147483647 h 55"/>
                <a:gd name="T42" fmla="*/ 2147483647 w 79"/>
                <a:gd name="T43" fmla="*/ 2147483647 h 55"/>
                <a:gd name="T44" fmla="*/ 2147483647 w 79"/>
                <a:gd name="T45" fmla="*/ 2147483647 h 55"/>
                <a:gd name="T46" fmla="*/ 2147483647 w 79"/>
                <a:gd name="T47" fmla="*/ 2147483647 h 55"/>
                <a:gd name="T48" fmla="*/ 2147483647 w 79"/>
                <a:gd name="T49" fmla="*/ 2147483647 h 55"/>
                <a:gd name="T50" fmla="*/ 2147483647 w 79"/>
                <a:gd name="T51" fmla="*/ 2147483647 h 55"/>
                <a:gd name="T52" fmla="*/ 2147483647 w 79"/>
                <a:gd name="T53" fmla="*/ 2147483647 h 55"/>
                <a:gd name="T54" fmla="*/ 2147483647 w 79"/>
                <a:gd name="T55" fmla="*/ 2147483647 h 55"/>
                <a:gd name="T56" fmla="*/ 2147483647 w 79"/>
                <a:gd name="T57" fmla="*/ 2147483647 h 55"/>
                <a:gd name="T58" fmla="*/ 2147483647 w 79"/>
                <a:gd name="T59" fmla="*/ 2147483647 h 55"/>
                <a:gd name="T60" fmla="*/ 2147483647 w 79"/>
                <a:gd name="T61" fmla="*/ 2147483647 h 55"/>
                <a:gd name="T62" fmla="*/ 2147483647 w 79"/>
                <a:gd name="T63" fmla="*/ 2147483647 h 55"/>
                <a:gd name="T64" fmla="*/ 2147483647 w 79"/>
                <a:gd name="T65" fmla="*/ 2147483647 h 55"/>
                <a:gd name="T66" fmla="*/ 2147483647 w 79"/>
                <a:gd name="T67" fmla="*/ 2147483647 h 55"/>
                <a:gd name="T68" fmla="*/ 2147483647 w 79"/>
                <a:gd name="T69" fmla="*/ 2147483647 h 55"/>
                <a:gd name="T70" fmla="*/ 2147483647 w 79"/>
                <a:gd name="T71" fmla="*/ 2147483647 h 55"/>
                <a:gd name="T72" fmla="*/ 2147483647 w 79"/>
                <a:gd name="T73" fmla="*/ 2147483647 h 55"/>
                <a:gd name="T74" fmla="*/ 2147483647 w 79"/>
                <a:gd name="T75" fmla="*/ 2147483647 h 55"/>
                <a:gd name="T76" fmla="*/ 2147483647 w 79"/>
                <a:gd name="T77" fmla="*/ 2147483647 h 55"/>
                <a:gd name="T78" fmla="*/ 2147483647 w 79"/>
                <a:gd name="T79" fmla="*/ 2147483647 h 55"/>
                <a:gd name="T80" fmla="*/ 2147483647 w 79"/>
                <a:gd name="T81" fmla="*/ 2147483647 h 55"/>
                <a:gd name="T82" fmla="*/ 2147483647 w 79"/>
                <a:gd name="T83" fmla="*/ 2147483647 h 55"/>
                <a:gd name="T84" fmla="*/ 2147483647 w 79"/>
                <a:gd name="T85" fmla="*/ 2147483647 h 55"/>
                <a:gd name="T86" fmla="*/ 2147483647 w 79"/>
                <a:gd name="T87" fmla="*/ 2147483647 h 55"/>
                <a:gd name="T88" fmla="*/ 2147483647 w 79"/>
                <a:gd name="T89" fmla="*/ 2147483647 h 55"/>
                <a:gd name="T90" fmla="*/ 2147483647 w 79"/>
                <a:gd name="T91" fmla="*/ 2147483647 h 55"/>
                <a:gd name="T92" fmla="*/ 2147483647 w 79"/>
                <a:gd name="T93" fmla="*/ 2147483647 h 55"/>
                <a:gd name="T94" fmla="*/ 2147483647 w 79"/>
                <a:gd name="T95" fmla="*/ 2147483647 h 55"/>
                <a:gd name="T96" fmla="*/ 2147483647 w 79"/>
                <a:gd name="T97" fmla="*/ 2147483647 h 55"/>
                <a:gd name="T98" fmla="*/ 2147483647 w 79"/>
                <a:gd name="T99" fmla="*/ 2147483647 h 55"/>
                <a:gd name="T100" fmla="*/ 2147483647 w 79"/>
                <a:gd name="T101" fmla="*/ 2147483647 h 55"/>
                <a:gd name="T102" fmla="*/ 2147483647 w 79"/>
                <a:gd name="T103" fmla="*/ 2147483647 h 55"/>
                <a:gd name="T104" fmla="*/ 2147483647 w 79"/>
                <a:gd name="T105" fmla="*/ 2147483647 h 55"/>
                <a:gd name="T106" fmla="*/ 2147483647 w 79"/>
                <a:gd name="T107" fmla="*/ 2147483647 h 55"/>
                <a:gd name="T108" fmla="*/ 2147483647 w 79"/>
                <a:gd name="T109" fmla="*/ 2147483647 h 55"/>
                <a:gd name="T110" fmla="*/ 2147483647 w 79"/>
                <a:gd name="T111" fmla="*/ 2147483647 h 55"/>
                <a:gd name="T112" fmla="*/ 2147483647 w 79"/>
                <a:gd name="T113" fmla="*/ 2147483647 h 55"/>
                <a:gd name="T114" fmla="*/ 2147483647 w 79"/>
                <a:gd name="T115" fmla="*/ 2147483647 h 55"/>
                <a:gd name="T116" fmla="*/ 2147483647 w 79"/>
                <a:gd name="T117" fmla="*/ 2147483647 h 55"/>
                <a:gd name="T118" fmla="*/ 2147483647 w 79"/>
                <a:gd name="T119" fmla="*/ 2147483647 h 55"/>
                <a:gd name="T120" fmla="*/ 2147483647 w 79"/>
                <a:gd name="T121" fmla="*/ 2147483647 h 55"/>
                <a:gd name="T122" fmla="*/ 2147483647 w 79"/>
                <a:gd name="T123" fmla="*/ 2147483647 h 55"/>
                <a:gd name="T124" fmla="*/ 2147483647 w 79"/>
                <a:gd name="T125" fmla="*/ 2147483647 h 5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79" h="55">
                  <a:moveTo>
                    <a:pt x="0" y="19"/>
                  </a:moveTo>
                  <a:lnTo>
                    <a:pt x="0" y="18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3" y="14"/>
                  </a:lnTo>
                  <a:lnTo>
                    <a:pt x="2" y="14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7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12" y="8"/>
                  </a:lnTo>
                  <a:lnTo>
                    <a:pt x="13" y="9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7" y="8"/>
                  </a:lnTo>
                  <a:lnTo>
                    <a:pt x="19" y="9"/>
                  </a:lnTo>
                  <a:lnTo>
                    <a:pt x="21" y="9"/>
                  </a:lnTo>
                  <a:lnTo>
                    <a:pt x="22" y="10"/>
                  </a:lnTo>
                  <a:lnTo>
                    <a:pt x="24" y="10"/>
                  </a:lnTo>
                  <a:lnTo>
                    <a:pt x="25" y="10"/>
                  </a:lnTo>
                  <a:lnTo>
                    <a:pt x="25" y="11"/>
                  </a:lnTo>
                  <a:lnTo>
                    <a:pt x="26" y="11"/>
                  </a:lnTo>
                  <a:lnTo>
                    <a:pt x="27" y="11"/>
                  </a:lnTo>
                  <a:lnTo>
                    <a:pt x="28" y="11"/>
                  </a:lnTo>
                  <a:lnTo>
                    <a:pt x="29" y="11"/>
                  </a:lnTo>
                  <a:lnTo>
                    <a:pt x="29" y="12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1" y="12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30" y="8"/>
                  </a:lnTo>
                  <a:lnTo>
                    <a:pt x="30" y="7"/>
                  </a:lnTo>
                  <a:lnTo>
                    <a:pt x="29" y="7"/>
                  </a:lnTo>
                  <a:lnTo>
                    <a:pt x="29" y="6"/>
                  </a:lnTo>
                  <a:lnTo>
                    <a:pt x="29" y="5"/>
                  </a:lnTo>
                  <a:lnTo>
                    <a:pt x="29" y="4"/>
                  </a:lnTo>
                  <a:lnTo>
                    <a:pt x="29" y="3"/>
                  </a:lnTo>
                  <a:lnTo>
                    <a:pt x="29" y="2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31" y="2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34" y="1"/>
                  </a:lnTo>
                  <a:lnTo>
                    <a:pt x="35" y="2"/>
                  </a:lnTo>
                  <a:lnTo>
                    <a:pt x="35" y="3"/>
                  </a:lnTo>
                  <a:lnTo>
                    <a:pt x="36" y="3"/>
                  </a:lnTo>
                  <a:lnTo>
                    <a:pt x="37" y="4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6" y="7"/>
                  </a:lnTo>
                  <a:lnTo>
                    <a:pt x="36" y="8"/>
                  </a:lnTo>
                  <a:lnTo>
                    <a:pt x="35" y="8"/>
                  </a:lnTo>
                  <a:lnTo>
                    <a:pt x="35" y="9"/>
                  </a:lnTo>
                  <a:lnTo>
                    <a:pt x="36" y="9"/>
                  </a:lnTo>
                  <a:lnTo>
                    <a:pt x="36" y="8"/>
                  </a:lnTo>
                  <a:lnTo>
                    <a:pt x="37" y="9"/>
                  </a:lnTo>
                  <a:lnTo>
                    <a:pt x="37" y="10"/>
                  </a:lnTo>
                  <a:lnTo>
                    <a:pt x="38" y="10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1" y="7"/>
                  </a:lnTo>
                  <a:lnTo>
                    <a:pt x="43" y="6"/>
                  </a:lnTo>
                  <a:lnTo>
                    <a:pt x="44" y="6"/>
                  </a:lnTo>
                  <a:lnTo>
                    <a:pt x="45" y="5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7" y="5"/>
                  </a:lnTo>
                  <a:lnTo>
                    <a:pt x="48" y="5"/>
                  </a:lnTo>
                  <a:lnTo>
                    <a:pt x="49" y="3"/>
                  </a:lnTo>
                  <a:lnTo>
                    <a:pt x="49" y="2"/>
                  </a:lnTo>
                  <a:lnTo>
                    <a:pt x="50" y="2"/>
                  </a:lnTo>
                  <a:lnTo>
                    <a:pt x="49" y="2"/>
                  </a:lnTo>
                  <a:lnTo>
                    <a:pt x="50" y="1"/>
                  </a:lnTo>
                  <a:lnTo>
                    <a:pt x="50" y="2"/>
                  </a:lnTo>
                  <a:lnTo>
                    <a:pt x="51" y="2"/>
                  </a:lnTo>
                  <a:lnTo>
                    <a:pt x="51" y="3"/>
                  </a:lnTo>
                  <a:lnTo>
                    <a:pt x="51" y="4"/>
                  </a:lnTo>
                  <a:lnTo>
                    <a:pt x="52" y="4"/>
                  </a:lnTo>
                  <a:lnTo>
                    <a:pt x="53" y="6"/>
                  </a:lnTo>
                  <a:lnTo>
                    <a:pt x="53" y="7"/>
                  </a:lnTo>
                  <a:lnTo>
                    <a:pt x="54" y="8"/>
                  </a:lnTo>
                  <a:lnTo>
                    <a:pt x="56" y="8"/>
                  </a:lnTo>
                  <a:lnTo>
                    <a:pt x="56" y="7"/>
                  </a:lnTo>
                  <a:lnTo>
                    <a:pt x="57" y="6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58" y="9"/>
                  </a:lnTo>
                  <a:lnTo>
                    <a:pt x="59" y="9"/>
                  </a:lnTo>
                  <a:lnTo>
                    <a:pt x="59" y="10"/>
                  </a:lnTo>
                  <a:lnTo>
                    <a:pt x="60" y="11"/>
                  </a:lnTo>
                  <a:lnTo>
                    <a:pt x="61" y="13"/>
                  </a:lnTo>
                  <a:lnTo>
                    <a:pt x="62" y="13"/>
                  </a:lnTo>
                  <a:lnTo>
                    <a:pt x="63" y="14"/>
                  </a:lnTo>
                  <a:lnTo>
                    <a:pt x="63" y="15"/>
                  </a:lnTo>
                  <a:lnTo>
                    <a:pt x="65" y="15"/>
                  </a:lnTo>
                  <a:lnTo>
                    <a:pt x="65" y="16"/>
                  </a:lnTo>
                  <a:lnTo>
                    <a:pt x="66" y="17"/>
                  </a:lnTo>
                  <a:lnTo>
                    <a:pt x="67" y="18"/>
                  </a:lnTo>
                  <a:lnTo>
                    <a:pt x="68" y="18"/>
                  </a:lnTo>
                  <a:lnTo>
                    <a:pt x="69" y="18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2" y="20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1" y="27"/>
                  </a:lnTo>
                  <a:lnTo>
                    <a:pt x="72" y="28"/>
                  </a:lnTo>
                  <a:lnTo>
                    <a:pt x="73" y="29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5" y="36"/>
                  </a:lnTo>
                  <a:lnTo>
                    <a:pt x="75" y="38"/>
                  </a:lnTo>
                  <a:lnTo>
                    <a:pt x="76" y="39"/>
                  </a:lnTo>
                  <a:lnTo>
                    <a:pt x="76" y="40"/>
                  </a:lnTo>
                  <a:lnTo>
                    <a:pt x="77" y="40"/>
                  </a:lnTo>
                  <a:lnTo>
                    <a:pt x="79" y="40"/>
                  </a:lnTo>
                  <a:lnTo>
                    <a:pt x="79" y="42"/>
                  </a:lnTo>
                  <a:lnTo>
                    <a:pt x="78" y="42"/>
                  </a:lnTo>
                  <a:lnTo>
                    <a:pt x="78" y="43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7" y="47"/>
                  </a:lnTo>
                  <a:lnTo>
                    <a:pt x="76" y="47"/>
                  </a:lnTo>
                  <a:lnTo>
                    <a:pt x="75" y="48"/>
                  </a:lnTo>
                  <a:lnTo>
                    <a:pt x="74" y="48"/>
                  </a:lnTo>
                  <a:lnTo>
                    <a:pt x="75" y="50"/>
                  </a:lnTo>
                  <a:lnTo>
                    <a:pt x="74" y="50"/>
                  </a:lnTo>
                  <a:lnTo>
                    <a:pt x="73" y="51"/>
                  </a:lnTo>
                  <a:lnTo>
                    <a:pt x="72" y="51"/>
                  </a:lnTo>
                  <a:lnTo>
                    <a:pt x="71" y="52"/>
                  </a:lnTo>
                  <a:lnTo>
                    <a:pt x="70" y="52"/>
                  </a:lnTo>
                  <a:lnTo>
                    <a:pt x="71" y="54"/>
                  </a:lnTo>
                  <a:lnTo>
                    <a:pt x="71" y="55"/>
                  </a:lnTo>
                  <a:lnTo>
                    <a:pt x="70" y="55"/>
                  </a:lnTo>
                  <a:lnTo>
                    <a:pt x="69" y="54"/>
                  </a:lnTo>
                  <a:lnTo>
                    <a:pt x="68" y="53"/>
                  </a:lnTo>
                  <a:lnTo>
                    <a:pt x="68" y="52"/>
                  </a:lnTo>
                  <a:lnTo>
                    <a:pt x="67" y="52"/>
                  </a:lnTo>
                  <a:lnTo>
                    <a:pt x="67" y="51"/>
                  </a:lnTo>
                  <a:lnTo>
                    <a:pt x="66" y="51"/>
                  </a:lnTo>
                  <a:lnTo>
                    <a:pt x="65" y="51"/>
                  </a:lnTo>
                  <a:lnTo>
                    <a:pt x="65" y="52"/>
                  </a:lnTo>
                  <a:lnTo>
                    <a:pt x="62" y="51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9" y="50"/>
                  </a:lnTo>
                  <a:lnTo>
                    <a:pt x="58" y="50"/>
                  </a:lnTo>
                  <a:lnTo>
                    <a:pt x="57" y="50"/>
                  </a:lnTo>
                  <a:lnTo>
                    <a:pt x="56" y="50"/>
                  </a:lnTo>
                  <a:lnTo>
                    <a:pt x="55" y="49"/>
                  </a:lnTo>
                  <a:lnTo>
                    <a:pt x="53" y="49"/>
                  </a:lnTo>
                  <a:lnTo>
                    <a:pt x="51" y="48"/>
                  </a:lnTo>
                  <a:lnTo>
                    <a:pt x="49" y="48"/>
                  </a:lnTo>
                  <a:lnTo>
                    <a:pt x="47" y="48"/>
                  </a:lnTo>
                  <a:lnTo>
                    <a:pt x="45" y="47"/>
                  </a:lnTo>
                  <a:lnTo>
                    <a:pt x="44" y="46"/>
                  </a:lnTo>
                  <a:lnTo>
                    <a:pt x="43" y="46"/>
                  </a:lnTo>
                  <a:lnTo>
                    <a:pt x="42" y="45"/>
                  </a:lnTo>
                  <a:lnTo>
                    <a:pt x="41" y="44"/>
                  </a:lnTo>
                  <a:lnTo>
                    <a:pt x="39" y="43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4" y="41"/>
                  </a:lnTo>
                  <a:lnTo>
                    <a:pt x="31" y="40"/>
                  </a:lnTo>
                  <a:lnTo>
                    <a:pt x="29" y="39"/>
                  </a:lnTo>
                  <a:lnTo>
                    <a:pt x="28" y="39"/>
                  </a:lnTo>
                  <a:lnTo>
                    <a:pt x="26" y="38"/>
                  </a:lnTo>
                  <a:lnTo>
                    <a:pt x="23" y="37"/>
                  </a:lnTo>
                  <a:lnTo>
                    <a:pt x="22" y="37"/>
                  </a:lnTo>
                  <a:lnTo>
                    <a:pt x="20" y="36"/>
                  </a:lnTo>
                  <a:lnTo>
                    <a:pt x="18" y="35"/>
                  </a:lnTo>
                  <a:lnTo>
                    <a:pt x="18" y="36"/>
                  </a:lnTo>
                  <a:lnTo>
                    <a:pt x="18" y="35"/>
                  </a:lnTo>
                  <a:lnTo>
                    <a:pt x="17" y="35"/>
                  </a:lnTo>
                  <a:lnTo>
                    <a:pt x="17" y="34"/>
                  </a:lnTo>
                  <a:lnTo>
                    <a:pt x="15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9" y="29"/>
                  </a:lnTo>
                  <a:lnTo>
                    <a:pt x="8" y="27"/>
                  </a:lnTo>
                  <a:lnTo>
                    <a:pt x="7" y="27"/>
                  </a:lnTo>
                  <a:lnTo>
                    <a:pt x="6" y="27"/>
                  </a:lnTo>
                  <a:lnTo>
                    <a:pt x="7" y="27"/>
                  </a:lnTo>
                  <a:lnTo>
                    <a:pt x="6" y="27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2857647" y="4766184"/>
              <a:ext cx="321754" cy="317523"/>
            </a:xfrm>
            <a:custGeom>
              <a:avLst/>
              <a:gdLst>
                <a:gd name="T0" fmla="*/ 2147483647 w 42"/>
                <a:gd name="T1" fmla="*/ 2147483647 h 41"/>
                <a:gd name="T2" fmla="*/ 2147483647 w 42"/>
                <a:gd name="T3" fmla="*/ 2147483647 h 41"/>
                <a:gd name="T4" fmla="*/ 2147483647 w 42"/>
                <a:gd name="T5" fmla="*/ 2147483647 h 41"/>
                <a:gd name="T6" fmla="*/ 2147483647 w 42"/>
                <a:gd name="T7" fmla="*/ 2147483647 h 41"/>
                <a:gd name="T8" fmla="*/ 2147483647 w 42"/>
                <a:gd name="T9" fmla="*/ 2147483647 h 41"/>
                <a:gd name="T10" fmla="*/ 2147483647 w 42"/>
                <a:gd name="T11" fmla="*/ 2147483647 h 41"/>
                <a:gd name="T12" fmla="*/ 2147483647 w 42"/>
                <a:gd name="T13" fmla="*/ 2147483647 h 41"/>
                <a:gd name="T14" fmla="*/ 2147483647 w 42"/>
                <a:gd name="T15" fmla="*/ 2147483647 h 41"/>
                <a:gd name="T16" fmla="*/ 2147483647 w 42"/>
                <a:gd name="T17" fmla="*/ 2147483647 h 41"/>
                <a:gd name="T18" fmla="*/ 2147483647 w 42"/>
                <a:gd name="T19" fmla="*/ 2147483647 h 41"/>
                <a:gd name="T20" fmla="*/ 2147483647 w 42"/>
                <a:gd name="T21" fmla="*/ 2147483647 h 41"/>
                <a:gd name="T22" fmla="*/ 2147483647 w 42"/>
                <a:gd name="T23" fmla="*/ 2147483647 h 41"/>
                <a:gd name="T24" fmla="*/ 2147483647 w 42"/>
                <a:gd name="T25" fmla="*/ 2147483647 h 41"/>
                <a:gd name="T26" fmla="*/ 2147483647 w 42"/>
                <a:gd name="T27" fmla="*/ 2147483647 h 41"/>
                <a:gd name="T28" fmla="*/ 2147483647 w 42"/>
                <a:gd name="T29" fmla="*/ 2147483647 h 41"/>
                <a:gd name="T30" fmla="*/ 2147483647 w 42"/>
                <a:gd name="T31" fmla="*/ 2147483647 h 41"/>
                <a:gd name="T32" fmla="*/ 2147483647 w 42"/>
                <a:gd name="T33" fmla="*/ 2147483647 h 41"/>
                <a:gd name="T34" fmla="*/ 2147483647 w 42"/>
                <a:gd name="T35" fmla="*/ 2147483647 h 41"/>
                <a:gd name="T36" fmla="*/ 2147483647 w 42"/>
                <a:gd name="T37" fmla="*/ 2147483647 h 41"/>
                <a:gd name="T38" fmla="*/ 2147483647 w 42"/>
                <a:gd name="T39" fmla="*/ 2147483647 h 41"/>
                <a:gd name="T40" fmla="*/ 2147483647 w 42"/>
                <a:gd name="T41" fmla="*/ 2147483647 h 41"/>
                <a:gd name="T42" fmla="*/ 2147483647 w 42"/>
                <a:gd name="T43" fmla="*/ 2147483647 h 41"/>
                <a:gd name="T44" fmla="*/ 2147483647 w 42"/>
                <a:gd name="T45" fmla="*/ 2147483647 h 41"/>
                <a:gd name="T46" fmla="*/ 2147483647 w 42"/>
                <a:gd name="T47" fmla="*/ 2147483647 h 41"/>
                <a:gd name="T48" fmla="*/ 2147483647 w 42"/>
                <a:gd name="T49" fmla="*/ 2147483647 h 41"/>
                <a:gd name="T50" fmla="*/ 2147483647 w 42"/>
                <a:gd name="T51" fmla="*/ 2147483647 h 41"/>
                <a:gd name="T52" fmla="*/ 2147483647 w 42"/>
                <a:gd name="T53" fmla="*/ 2147483647 h 41"/>
                <a:gd name="T54" fmla="*/ 2147483647 w 42"/>
                <a:gd name="T55" fmla="*/ 2147483647 h 41"/>
                <a:gd name="T56" fmla="*/ 2147483647 w 42"/>
                <a:gd name="T57" fmla="*/ 2147483647 h 41"/>
                <a:gd name="T58" fmla="*/ 2147483647 w 42"/>
                <a:gd name="T59" fmla="*/ 2147483647 h 41"/>
                <a:gd name="T60" fmla="*/ 2147483647 w 42"/>
                <a:gd name="T61" fmla="*/ 2147483647 h 41"/>
                <a:gd name="T62" fmla="*/ 2147483647 w 42"/>
                <a:gd name="T63" fmla="*/ 2147483647 h 41"/>
                <a:gd name="T64" fmla="*/ 2147483647 w 42"/>
                <a:gd name="T65" fmla="*/ 2147483647 h 41"/>
                <a:gd name="T66" fmla="*/ 2147483647 w 42"/>
                <a:gd name="T67" fmla="*/ 2147483647 h 41"/>
                <a:gd name="T68" fmla="*/ 2147483647 w 42"/>
                <a:gd name="T69" fmla="*/ 2147483647 h 41"/>
                <a:gd name="T70" fmla="*/ 2147483647 w 42"/>
                <a:gd name="T71" fmla="*/ 2147483647 h 41"/>
                <a:gd name="T72" fmla="*/ 2147483647 w 42"/>
                <a:gd name="T73" fmla="*/ 2147483647 h 41"/>
                <a:gd name="T74" fmla="*/ 2147483647 w 42"/>
                <a:gd name="T75" fmla="*/ 2147483647 h 41"/>
                <a:gd name="T76" fmla="*/ 2147483647 w 42"/>
                <a:gd name="T77" fmla="*/ 2147483647 h 41"/>
                <a:gd name="T78" fmla="*/ 2147483647 w 42"/>
                <a:gd name="T79" fmla="*/ 2147483647 h 41"/>
                <a:gd name="T80" fmla="*/ 2147483647 w 42"/>
                <a:gd name="T81" fmla="*/ 2147483647 h 41"/>
                <a:gd name="T82" fmla="*/ 2147483647 w 42"/>
                <a:gd name="T83" fmla="*/ 2147483647 h 41"/>
                <a:gd name="T84" fmla="*/ 2147483647 w 42"/>
                <a:gd name="T85" fmla="*/ 2147483647 h 41"/>
                <a:gd name="T86" fmla="*/ 2147483647 w 42"/>
                <a:gd name="T87" fmla="*/ 2147483647 h 41"/>
                <a:gd name="T88" fmla="*/ 2147483647 w 42"/>
                <a:gd name="T89" fmla="*/ 2147483647 h 41"/>
                <a:gd name="T90" fmla="*/ 2147483647 w 42"/>
                <a:gd name="T91" fmla="*/ 2147483647 h 41"/>
                <a:gd name="T92" fmla="*/ 2147483647 w 42"/>
                <a:gd name="T93" fmla="*/ 2147483647 h 41"/>
                <a:gd name="T94" fmla="*/ 2147483647 w 42"/>
                <a:gd name="T95" fmla="*/ 2147483647 h 41"/>
                <a:gd name="T96" fmla="*/ 2147483647 w 42"/>
                <a:gd name="T97" fmla="*/ 214748364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2" h="41">
                  <a:moveTo>
                    <a:pt x="0" y="25"/>
                  </a:moveTo>
                  <a:lnTo>
                    <a:pt x="1" y="24"/>
                  </a:lnTo>
                  <a:lnTo>
                    <a:pt x="1" y="23"/>
                  </a:lnTo>
                  <a:lnTo>
                    <a:pt x="2" y="19"/>
                  </a:lnTo>
                  <a:lnTo>
                    <a:pt x="3" y="19"/>
                  </a:lnTo>
                  <a:lnTo>
                    <a:pt x="5" y="18"/>
                  </a:lnTo>
                  <a:lnTo>
                    <a:pt x="6" y="17"/>
                  </a:lnTo>
                  <a:lnTo>
                    <a:pt x="8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4"/>
                  </a:lnTo>
                  <a:lnTo>
                    <a:pt x="9" y="13"/>
                  </a:lnTo>
                  <a:lnTo>
                    <a:pt x="11" y="11"/>
                  </a:lnTo>
                  <a:lnTo>
                    <a:pt x="12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8" y="5"/>
                  </a:lnTo>
                  <a:lnTo>
                    <a:pt x="19" y="3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3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24" y="4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29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1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3" y="6"/>
                  </a:lnTo>
                  <a:lnTo>
                    <a:pt x="34" y="6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5" y="6"/>
                  </a:lnTo>
                  <a:lnTo>
                    <a:pt x="35" y="7"/>
                  </a:lnTo>
                  <a:lnTo>
                    <a:pt x="36" y="7"/>
                  </a:lnTo>
                  <a:lnTo>
                    <a:pt x="37" y="7"/>
                  </a:lnTo>
                  <a:lnTo>
                    <a:pt x="38" y="8"/>
                  </a:lnTo>
                  <a:lnTo>
                    <a:pt x="38" y="9"/>
                  </a:lnTo>
                  <a:lnTo>
                    <a:pt x="37" y="10"/>
                  </a:lnTo>
                  <a:lnTo>
                    <a:pt x="36" y="11"/>
                  </a:lnTo>
                  <a:lnTo>
                    <a:pt x="36" y="12"/>
                  </a:lnTo>
                  <a:lnTo>
                    <a:pt x="36" y="14"/>
                  </a:lnTo>
                  <a:lnTo>
                    <a:pt x="35" y="14"/>
                  </a:lnTo>
                  <a:lnTo>
                    <a:pt x="34" y="14"/>
                  </a:lnTo>
                  <a:lnTo>
                    <a:pt x="34" y="13"/>
                  </a:lnTo>
                  <a:lnTo>
                    <a:pt x="33" y="13"/>
                  </a:lnTo>
                  <a:lnTo>
                    <a:pt x="32" y="13"/>
                  </a:lnTo>
                  <a:lnTo>
                    <a:pt x="32" y="15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9" y="16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1" y="17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31" y="18"/>
                  </a:lnTo>
                  <a:lnTo>
                    <a:pt x="30" y="19"/>
                  </a:lnTo>
                  <a:lnTo>
                    <a:pt x="30" y="20"/>
                  </a:lnTo>
                  <a:lnTo>
                    <a:pt x="30" y="25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3" y="24"/>
                  </a:lnTo>
                  <a:lnTo>
                    <a:pt x="34" y="23"/>
                  </a:lnTo>
                  <a:lnTo>
                    <a:pt x="36" y="21"/>
                  </a:lnTo>
                  <a:lnTo>
                    <a:pt x="38" y="19"/>
                  </a:lnTo>
                  <a:lnTo>
                    <a:pt x="39" y="18"/>
                  </a:lnTo>
                  <a:lnTo>
                    <a:pt x="40" y="18"/>
                  </a:lnTo>
                  <a:lnTo>
                    <a:pt x="41" y="19"/>
                  </a:lnTo>
                  <a:lnTo>
                    <a:pt x="42" y="20"/>
                  </a:lnTo>
                  <a:lnTo>
                    <a:pt x="42" y="22"/>
                  </a:lnTo>
                  <a:lnTo>
                    <a:pt x="41" y="23"/>
                  </a:lnTo>
                  <a:lnTo>
                    <a:pt x="39" y="24"/>
                  </a:lnTo>
                  <a:lnTo>
                    <a:pt x="38" y="26"/>
                  </a:lnTo>
                  <a:lnTo>
                    <a:pt x="37" y="26"/>
                  </a:lnTo>
                  <a:lnTo>
                    <a:pt x="36" y="26"/>
                  </a:lnTo>
                  <a:lnTo>
                    <a:pt x="35" y="26"/>
                  </a:lnTo>
                  <a:lnTo>
                    <a:pt x="35" y="27"/>
                  </a:lnTo>
                  <a:lnTo>
                    <a:pt x="36" y="28"/>
                  </a:lnTo>
                  <a:lnTo>
                    <a:pt x="38" y="29"/>
                  </a:lnTo>
                  <a:lnTo>
                    <a:pt x="38" y="31"/>
                  </a:lnTo>
                  <a:lnTo>
                    <a:pt x="37" y="31"/>
                  </a:lnTo>
                  <a:lnTo>
                    <a:pt x="37" y="32"/>
                  </a:lnTo>
                  <a:lnTo>
                    <a:pt x="37" y="33"/>
                  </a:lnTo>
                  <a:lnTo>
                    <a:pt x="37" y="34"/>
                  </a:lnTo>
                  <a:lnTo>
                    <a:pt x="35" y="35"/>
                  </a:lnTo>
                  <a:lnTo>
                    <a:pt x="35" y="37"/>
                  </a:lnTo>
                  <a:lnTo>
                    <a:pt x="35" y="38"/>
                  </a:lnTo>
                  <a:lnTo>
                    <a:pt x="35" y="39"/>
                  </a:lnTo>
                  <a:lnTo>
                    <a:pt x="34" y="40"/>
                  </a:lnTo>
                  <a:lnTo>
                    <a:pt x="33" y="40"/>
                  </a:lnTo>
                  <a:lnTo>
                    <a:pt x="32" y="41"/>
                  </a:lnTo>
                  <a:lnTo>
                    <a:pt x="30" y="41"/>
                  </a:lnTo>
                  <a:lnTo>
                    <a:pt x="29" y="41"/>
                  </a:lnTo>
                  <a:lnTo>
                    <a:pt x="28" y="41"/>
                  </a:lnTo>
                  <a:lnTo>
                    <a:pt x="27" y="41"/>
                  </a:lnTo>
                  <a:lnTo>
                    <a:pt x="26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6" y="39"/>
                  </a:lnTo>
                  <a:lnTo>
                    <a:pt x="26" y="38"/>
                  </a:lnTo>
                  <a:lnTo>
                    <a:pt x="26" y="37"/>
                  </a:lnTo>
                  <a:lnTo>
                    <a:pt x="25" y="37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6"/>
                  </a:lnTo>
                  <a:lnTo>
                    <a:pt x="21" y="37"/>
                  </a:lnTo>
                  <a:lnTo>
                    <a:pt x="20" y="37"/>
                  </a:lnTo>
                  <a:lnTo>
                    <a:pt x="19" y="37"/>
                  </a:lnTo>
                  <a:lnTo>
                    <a:pt x="19" y="35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8" y="32"/>
                  </a:lnTo>
                  <a:lnTo>
                    <a:pt x="17" y="33"/>
                  </a:lnTo>
                  <a:lnTo>
                    <a:pt x="16" y="33"/>
                  </a:lnTo>
                  <a:lnTo>
                    <a:pt x="15" y="34"/>
                  </a:lnTo>
                  <a:lnTo>
                    <a:pt x="14" y="36"/>
                  </a:lnTo>
                  <a:lnTo>
                    <a:pt x="13" y="36"/>
                  </a:lnTo>
                  <a:lnTo>
                    <a:pt x="12" y="36"/>
                  </a:lnTo>
                  <a:lnTo>
                    <a:pt x="11" y="36"/>
                  </a:lnTo>
                  <a:lnTo>
                    <a:pt x="11" y="35"/>
                  </a:lnTo>
                  <a:lnTo>
                    <a:pt x="10" y="34"/>
                  </a:lnTo>
                  <a:lnTo>
                    <a:pt x="10" y="33"/>
                  </a:lnTo>
                  <a:lnTo>
                    <a:pt x="9" y="32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9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1" y="27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" name="Freeform 14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217969" y="4950761"/>
              <a:ext cx="651169" cy="433690"/>
            </a:xfrm>
            <a:custGeom>
              <a:avLst/>
              <a:gdLst>
                <a:gd name="T0" fmla="*/ 2147483647 w 85"/>
                <a:gd name="T1" fmla="*/ 2147483647 h 56"/>
                <a:gd name="T2" fmla="*/ 2147483647 w 85"/>
                <a:gd name="T3" fmla="*/ 2147483647 h 56"/>
                <a:gd name="T4" fmla="*/ 2147483647 w 85"/>
                <a:gd name="T5" fmla="*/ 2147483647 h 56"/>
                <a:gd name="T6" fmla="*/ 2147483647 w 85"/>
                <a:gd name="T7" fmla="*/ 2147483647 h 56"/>
                <a:gd name="T8" fmla="*/ 2147483647 w 85"/>
                <a:gd name="T9" fmla="*/ 2147483647 h 56"/>
                <a:gd name="T10" fmla="*/ 2147483647 w 85"/>
                <a:gd name="T11" fmla="*/ 2147483647 h 56"/>
                <a:gd name="T12" fmla="*/ 2147483647 w 85"/>
                <a:gd name="T13" fmla="*/ 2147483647 h 56"/>
                <a:gd name="T14" fmla="*/ 2147483647 w 85"/>
                <a:gd name="T15" fmla="*/ 2147483647 h 56"/>
                <a:gd name="T16" fmla="*/ 2147483647 w 85"/>
                <a:gd name="T17" fmla="*/ 2147483647 h 56"/>
                <a:gd name="T18" fmla="*/ 2147483647 w 85"/>
                <a:gd name="T19" fmla="*/ 2147483647 h 56"/>
                <a:gd name="T20" fmla="*/ 2147483647 w 85"/>
                <a:gd name="T21" fmla="*/ 2147483647 h 56"/>
                <a:gd name="T22" fmla="*/ 2147483647 w 85"/>
                <a:gd name="T23" fmla="*/ 2147483647 h 56"/>
                <a:gd name="T24" fmla="*/ 2147483647 w 85"/>
                <a:gd name="T25" fmla="*/ 2147483647 h 56"/>
                <a:gd name="T26" fmla="*/ 2147483647 w 85"/>
                <a:gd name="T27" fmla="*/ 2147483647 h 56"/>
                <a:gd name="T28" fmla="*/ 2147483647 w 85"/>
                <a:gd name="T29" fmla="*/ 2147483647 h 56"/>
                <a:gd name="T30" fmla="*/ 2147483647 w 85"/>
                <a:gd name="T31" fmla="*/ 2147483647 h 56"/>
                <a:gd name="T32" fmla="*/ 2147483647 w 85"/>
                <a:gd name="T33" fmla="*/ 2147483647 h 56"/>
                <a:gd name="T34" fmla="*/ 2147483647 w 85"/>
                <a:gd name="T35" fmla="*/ 2147483647 h 56"/>
                <a:gd name="T36" fmla="*/ 2147483647 w 85"/>
                <a:gd name="T37" fmla="*/ 2147483647 h 56"/>
                <a:gd name="T38" fmla="*/ 2147483647 w 85"/>
                <a:gd name="T39" fmla="*/ 2147483647 h 56"/>
                <a:gd name="T40" fmla="*/ 2147483647 w 85"/>
                <a:gd name="T41" fmla="*/ 2147483647 h 56"/>
                <a:gd name="T42" fmla="*/ 2147483647 w 85"/>
                <a:gd name="T43" fmla="*/ 2147483647 h 56"/>
                <a:gd name="T44" fmla="*/ 2147483647 w 85"/>
                <a:gd name="T45" fmla="*/ 2147483647 h 56"/>
                <a:gd name="T46" fmla="*/ 2147483647 w 85"/>
                <a:gd name="T47" fmla="*/ 2147483647 h 56"/>
                <a:gd name="T48" fmla="*/ 2147483647 w 85"/>
                <a:gd name="T49" fmla="*/ 2147483647 h 56"/>
                <a:gd name="T50" fmla="*/ 2147483647 w 85"/>
                <a:gd name="T51" fmla="*/ 2147483647 h 56"/>
                <a:gd name="T52" fmla="*/ 2147483647 w 85"/>
                <a:gd name="T53" fmla="*/ 2147483647 h 56"/>
                <a:gd name="T54" fmla="*/ 2147483647 w 85"/>
                <a:gd name="T55" fmla="*/ 2147483647 h 56"/>
                <a:gd name="T56" fmla="*/ 2147483647 w 85"/>
                <a:gd name="T57" fmla="*/ 2147483647 h 56"/>
                <a:gd name="T58" fmla="*/ 2147483647 w 85"/>
                <a:gd name="T59" fmla="*/ 2147483647 h 56"/>
                <a:gd name="T60" fmla="*/ 2147483647 w 85"/>
                <a:gd name="T61" fmla="*/ 2147483647 h 56"/>
                <a:gd name="T62" fmla="*/ 2147483647 w 85"/>
                <a:gd name="T63" fmla="*/ 2147483647 h 56"/>
                <a:gd name="T64" fmla="*/ 2147483647 w 85"/>
                <a:gd name="T65" fmla="*/ 2147483647 h 56"/>
                <a:gd name="T66" fmla="*/ 2147483647 w 85"/>
                <a:gd name="T67" fmla="*/ 2147483647 h 56"/>
                <a:gd name="T68" fmla="*/ 2147483647 w 85"/>
                <a:gd name="T69" fmla="*/ 2147483647 h 56"/>
                <a:gd name="T70" fmla="*/ 2147483647 w 85"/>
                <a:gd name="T71" fmla="*/ 2147483647 h 56"/>
                <a:gd name="T72" fmla="*/ 2147483647 w 85"/>
                <a:gd name="T73" fmla="*/ 2147483647 h 56"/>
                <a:gd name="T74" fmla="*/ 2147483647 w 85"/>
                <a:gd name="T75" fmla="*/ 2147483647 h 56"/>
                <a:gd name="T76" fmla="*/ 2147483647 w 85"/>
                <a:gd name="T77" fmla="*/ 2147483647 h 56"/>
                <a:gd name="T78" fmla="*/ 2147483647 w 85"/>
                <a:gd name="T79" fmla="*/ 0 h 56"/>
                <a:gd name="T80" fmla="*/ 2147483647 w 85"/>
                <a:gd name="T81" fmla="*/ 2147483647 h 56"/>
                <a:gd name="T82" fmla="*/ 2147483647 w 85"/>
                <a:gd name="T83" fmla="*/ 2147483647 h 56"/>
                <a:gd name="T84" fmla="*/ 2147483647 w 85"/>
                <a:gd name="T85" fmla="*/ 2147483647 h 56"/>
                <a:gd name="T86" fmla="*/ 2147483647 w 85"/>
                <a:gd name="T87" fmla="*/ 2147483647 h 56"/>
                <a:gd name="T88" fmla="*/ 2147483647 w 85"/>
                <a:gd name="T89" fmla="*/ 2147483647 h 56"/>
                <a:gd name="T90" fmla="*/ 2147483647 w 85"/>
                <a:gd name="T91" fmla="*/ 2147483647 h 56"/>
                <a:gd name="T92" fmla="*/ 2147483647 w 85"/>
                <a:gd name="T93" fmla="*/ 2147483647 h 56"/>
                <a:gd name="T94" fmla="*/ 2147483647 w 85"/>
                <a:gd name="T95" fmla="*/ 2147483647 h 56"/>
                <a:gd name="T96" fmla="*/ 2147483647 w 85"/>
                <a:gd name="T97" fmla="*/ 2147483647 h 56"/>
                <a:gd name="T98" fmla="*/ 2147483647 w 85"/>
                <a:gd name="T99" fmla="*/ 2147483647 h 56"/>
                <a:gd name="T100" fmla="*/ 2147483647 w 85"/>
                <a:gd name="T101" fmla="*/ 2147483647 h 56"/>
                <a:gd name="T102" fmla="*/ 2147483647 w 85"/>
                <a:gd name="T103" fmla="*/ 2147483647 h 56"/>
                <a:gd name="T104" fmla="*/ 2147483647 w 85"/>
                <a:gd name="T105" fmla="*/ 2147483647 h 56"/>
                <a:gd name="T106" fmla="*/ 2147483647 w 85"/>
                <a:gd name="T107" fmla="*/ 2147483647 h 56"/>
                <a:gd name="T108" fmla="*/ 2147483647 w 85"/>
                <a:gd name="T109" fmla="*/ 2147483647 h 56"/>
                <a:gd name="T110" fmla="*/ 2147483647 w 85"/>
                <a:gd name="T111" fmla="*/ 2147483647 h 56"/>
                <a:gd name="T112" fmla="*/ 2147483647 w 85"/>
                <a:gd name="T113" fmla="*/ 2147483647 h 56"/>
                <a:gd name="T114" fmla="*/ 0 w 85"/>
                <a:gd name="T115" fmla="*/ 2147483647 h 5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85" h="56">
                  <a:moveTo>
                    <a:pt x="0" y="40"/>
                  </a:moveTo>
                  <a:lnTo>
                    <a:pt x="0" y="40"/>
                  </a:lnTo>
                  <a:lnTo>
                    <a:pt x="1" y="41"/>
                  </a:lnTo>
                  <a:lnTo>
                    <a:pt x="2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4" y="46"/>
                  </a:lnTo>
                  <a:lnTo>
                    <a:pt x="5" y="47"/>
                  </a:lnTo>
                  <a:lnTo>
                    <a:pt x="7" y="48"/>
                  </a:lnTo>
                  <a:lnTo>
                    <a:pt x="8" y="48"/>
                  </a:lnTo>
                  <a:lnTo>
                    <a:pt x="9" y="49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49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7" y="51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20" y="53"/>
                  </a:lnTo>
                  <a:lnTo>
                    <a:pt x="21" y="53"/>
                  </a:lnTo>
                  <a:lnTo>
                    <a:pt x="22" y="53"/>
                  </a:lnTo>
                  <a:lnTo>
                    <a:pt x="23" y="53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30" y="55"/>
                  </a:lnTo>
                  <a:lnTo>
                    <a:pt x="31" y="56"/>
                  </a:lnTo>
                  <a:lnTo>
                    <a:pt x="32" y="56"/>
                  </a:lnTo>
                  <a:lnTo>
                    <a:pt x="33" y="56"/>
                  </a:lnTo>
                  <a:lnTo>
                    <a:pt x="34" y="55"/>
                  </a:lnTo>
                  <a:lnTo>
                    <a:pt x="35" y="55"/>
                  </a:lnTo>
                  <a:lnTo>
                    <a:pt x="36" y="55"/>
                  </a:lnTo>
                  <a:lnTo>
                    <a:pt x="37" y="55"/>
                  </a:lnTo>
                  <a:lnTo>
                    <a:pt x="38" y="56"/>
                  </a:lnTo>
                  <a:lnTo>
                    <a:pt x="39" y="56"/>
                  </a:lnTo>
                  <a:lnTo>
                    <a:pt x="39" y="55"/>
                  </a:lnTo>
                  <a:lnTo>
                    <a:pt x="39" y="54"/>
                  </a:lnTo>
                  <a:lnTo>
                    <a:pt x="39" y="51"/>
                  </a:lnTo>
                  <a:lnTo>
                    <a:pt x="40" y="50"/>
                  </a:lnTo>
                  <a:lnTo>
                    <a:pt x="41" y="51"/>
                  </a:lnTo>
                  <a:lnTo>
                    <a:pt x="42" y="50"/>
                  </a:lnTo>
                  <a:lnTo>
                    <a:pt x="41" y="50"/>
                  </a:lnTo>
                  <a:lnTo>
                    <a:pt x="42" y="50"/>
                  </a:lnTo>
                  <a:lnTo>
                    <a:pt x="42" y="51"/>
                  </a:lnTo>
                  <a:lnTo>
                    <a:pt x="43" y="50"/>
                  </a:lnTo>
                  <a:lnTo>
                    <a:pt x="44" y="49"/>
                  </a:lnTo>
                  <a:lnTo>
                    <a:pt x="44" y="48"/>
                  </a:lnTo>
                  <a:lnTo>
                    <a:pt x="44" y="47"/>
                  </a:lnTo>
                  <a:lnTo>
                    <a:pt x="44" y="46"/>
                  </a:lnTo>
                  <a:lnTo>
                    <a:pt x="44" y="44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8" y="42"/>
                  </a:lnTo>
                  <a:lnTo>
                    <a:pt x="49" y="42"/>
                  </a:lnTo>
                  <a:lnTo>
                    <a:pt x="50" y="42"/>
                  </a:lnTo>
                  <a:lnTo>
                    <a:pt x="50" y="43"/>
                  </a:lnTo>
                  <a:lnTo>
                    <a:pt x="51" y="44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4" y="45"/>
                  </a:lnTo>
                  <a:lnTo>
                    <a:pt x="55" y="45"/>
                  </a:lnTo>
                  <a:lnTo>
                    <a:pt x="56" y="44"/>
                  </a:lnTo>
                  <a:lnTo>
                    <a:pt x="58" y="45"/>
                  </a:lnTo>
                  <a:lnTo>
                    <a:pt x="60" y="45"/>
                  </a:lnTo>
                  <a:lnTo>
                    <a:pt x="61" y="46"/>
                  </a:lnTo>
                  <a:lnTo>
                    <a:pt x="63" y="46"/>
                  </a:lnTo>
                  <a:lnTo>
                    <a:pt x="64" y="46"/>
                  </a:lnTo>
                  <a:lnTo>
                    <a:pt x="64" y="47"/>
                  </a:lnTo>
                  <a:lnTo>
                    <a:pt x="65" y="47"/>
                  </a:lnTo>
                  <a:lnTo>
                    <a:pt x="66" y="47"/>
                  </a:lnTo>
                  <a:lnTo>
                    <a:pt x="67" y="47"/>
                  </a:lnTo>
                  <a:lnTo>
                    <a:pt x="68" y="47"/>
                  </a:lnTo>
                  <a:lnTo>
                    <a:pt x="68" y="48"/>
                  </a:lnTo>
                  <a:lnTo>
                    <a:pt x="68" y="49"/>
                  </a:lnTo>
                  <a:lnTo>
                    <a:pt x="69" y="49"/>
                  </a:lnTo>
                  <a:lnTo>
                    <a:pt x="70" y="48"/>
                  </a:lnTo>
                  <a:lnTo>
                    <a:pt x="70" y="47"/>
                  </a:lnTo>
                  <a:lnTo>
                    <a:pt x="69" y="46"/>
                  </a:lnTo>
                  <a:lnTo>
                    <a:pt x="69" y="44"/>
                  </a:lnTo>
                  <a:lnTo>
                    <a:pt x="69" y="43"/>
                  </a:lnTo>
                  <a:lnTo>
                    <a:pt x="68" y="43"/>
                  </a:lnTo>
                  <a:lnTo>
                    <a:pt x="68" y="42"/>
                  </a:lnTo>
                  <a:lnTo>
                    <a:pt x="68" y="41"/>
                  </a:lnTo>
                  <a:lnTo>
                    <a:pt x="68" y="40"/>
                  </a:lnTo>
                  <a:lnTo>
                    <a:pt x="68" y="39"/>
                  </a:lnTo>
                  <a:lnTo>
                    <a:pt x="68" y="38"/>
                  </a:lnTo>
                  <a:lnTo>
                    <a:pt x="68" y="37"/>
                  </a:lnTo>
                  <a:lnTo>
                    <a:pt x="69" y="37"/>
                  </a:lnTo>
                  <a:lnTo>
                    <a:pt x="69" y="38"/>
                  </a:lnTo>
                  <a:lnTo>
                    <a:pt x="70" y="38"/>
                  </a:lnTo>
                  <a:lnTo>
                    <a:pt x="70" y="37"/>
                  </a:lnTo>
                  <a:lnTo>
                    <a:pt x="71" y="37"/>
                  </a:lnTo>
                  <a:lnTo>
                    <a:pt x="72" y="37"/>
                  </a:lnTo>
                  <a:lnTo>
                    <a:pt x="73" y="37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4" y="35"/>
                  </a:lnTo>
                  <a:lnTo>
                    <a:pt x="75" y="33"/>
                  </a:lnTo>
                  <a:lnTo>
                    <a:pt x="76" y="32"/>
                  </a:lnTo>
                  <a:lnTo>
                    <a:pt x="77" y="31"/>
                  </a:lnTo>
                  <a:lnTo>
                    <a:pt x="77" y="30"/>
                  </a:lnTo>
                  <a:lnTo>
                    <a:pt x="78" y="30"/>
                  </a:lnTo>
                  <a:lnTo>
                    <a:pt x="78" y="28"/>
                  </a:lnTo>
                  <a:lnTo>
                    <a:pt x="78" y="27"/>
                  </a:lnTo>
                  <a:lnTo>
                    <a:pt x="79" y="27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80" y="26"/>
                  </a:lnTo>
                  <a:lnTo>
                    <a:pt x="81" y="26"/>
                  </a:lnTo>
                  <a:lnTo>
                    <a:pt x="80" y="25"/>
                  </a:lnTo>
                  <a:lnTo>
                    <a:pt x="80" y="24"/>
                  </a:lnTo>
                  <a:lnTo>
                    <a:pt x="80" y="23"/>
                  </a:lnTo>
                  <a:lnTo>
                    <a:pt x="79" y="23"/>
                  </a:lnTo>
                  <a:lnTo>
                    <a:pt x="80" y="22"/>
                  </a:lnTo>
                  <a:lnTo>
                    <a:pt x="80" y="21"/>
                  </a:lnTo>
                  <a:lnTo>
                    <a:pt x="79" y="21"/>
                  </a:lnTo>
                  <a:lnTo>
                    <a:pt x="79" y="20"/>
                  </a:lnTo>
                  <a:lnTo>
                    <a:pt x="80" y="20"/>
                  </a:lnTo>
                  <a:lnTo>
                    <a:pt x="81" y="19"/>
                  </a:lnTo>
                  <a:lnTo>
                    <a:pt x="81" y="17"/>
                  </a:lnTo>
                  <a:lnTo>
                    <a:pt x="82" y="17"/>
                  </a:lnTo>
                  <a:lnTo>
                    <a:pt x="82" y="16"/>
                  </a:lnTo>
                  <a:lnTo>
                    <a:pt x="82" y="15"/>
                  </a:lnTo>
                  <a:lnTo>
                    <a:pt x="81" y="14"/>
                  </a:lnTo>
                  <a:lnTo>
                    <a:pt x="81" y="13"/>
                  </a:lnTo>
                  <a:lnTo>
                    <a:pt x="82" y="13"/>
                  </a:lnTo>
                  <a:lnTo>
                    <a:pt x="83" y="13"/>
                  </a:lnTo>
                  <a:lnTo>
                    <a:pt x="84" y="12"/>
                  </a:lnTo>
                  <a:lnTo>
                    <a:pt x="85" y="11"/>
                  </a:lnTo>
                  <a:lnTo>
                    <a:pt x="85" y="10"/>
                  </a:lnTo>
                  <a:lnTo>
                    <a:pt x="80" y="9"/>
                  </a:lnTo>
                  <a:lnTo>
                    <a:pt x="79" y="8"/>
                  </a:lnTo>
                  <a:lnTo>
                    <a:pt x="77" y="7"/>
                  </a:lnTo>
                  <a:lnTo>
                    <a:pt x="77" y="8"/>
                  </a:lnTo>
                  <a:lnTo>
                    <a:pt x="76" y="9"/>
                  </a:lnTo>
                  <a:lnTo>
                    <a:pt x="75" y="10"/>
                  </a:lnTo>
                  <a:lnTo>
                    <a:pt x="74" y="12"/>
                  </a:lnTo>
                  <a:lnTo>
                    <a:pt x="73" y="12"/>
                  </a:lnTo>
                  <a:lnTo>
                    <a:pt x="72" y="13"/>
                  </a:lnTo>
                  <a:lnTo>
                    <a:pt x="71" y="13"/>
                  </a:lnTo>
                  <a:lnTo>
                    <a:pt x="71" y="12"/>
                  </a:lnTo>
                  <a:lnTo>
                    <a:pt x="70" y="13"/>
                  </a:lnTo>
                  <a:lnTo>
                    <a:pt x="68" y="13"/>
                  </a:lnTo>
                  <a:lnTo>
                    <a:pt x="67" y="13"/>
                  </a:lnTo>
                  <a:lnTo>
                    <a:pt x="67" y="12"/>
                  </a:lnTo>
                  <a:lnTo>
                    <a:pt x="65" y="12"/>
                  </a:lnTo>
                  <a:lnTo>
                    <a:pt x="64" y="13"/>
                  </a:lnTo>
                  <a:lnTo>
                    <a:pt x="63" y="13"/>
                  </a:lnTo>
                  <a:lnTo>
                    <a:pt x="63" y="12"/>
                  </a:lnTo>
                  <a:lnTo>
                    <a:pt x="64" y="12"/>
                  </a:lnTo>
                  <a:lnTo>
                    <a:pt x="64" y="11"/>
                  </a:lnTo>
                  <a:lnTo>
                    <a:pt x="64" y="10"/>
                  </a:lnTo>
                  <a:lnTo>
                    <a:pt x="63" y="9"/>
                  </a:lnTo>
                  <a:lnTo>
                    <a:pt x="62" y="9"/>
                  </a:lnTo>
                  <a:lnTo>
                    <a:pt x="61" y="9"/>
                  </a:lnTo>
                  <a:lnTo>
                    <a:pt x="60" y="10"/>
                  </a:lnTo>
                  <a:lnTo>
                    <a:pt x="59" y="9"/>
                  </a:lnTo>
                  <a:lnTo>
                    <a:pt x="58" y="10"/>
                  </a:lnTo>
                  <a:lnTo>
                    <a:pt x="57" y="10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4" y="9"/>
                  </a:lnTo>
                  <a:lnTo>
                    <a:pt x="53" y="8"/>
                  </a:lnTo>
                  <a:lnTo>
                    <a:pt x="53" y="3"/>
                  </a:lnTo>
                  <a:lnTo>
                    <a:pt x="52" y="3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50" y="3"/>
                  </a:lnTo>
                  <a:lnTo>
                    <a:pt x="49" y="4"/>
                  </a:lnTo>
                  <a:lnTo>
                    <a:pt x="48" y="5"/>
                  </a:lnTo>
                  <a:lnTo>
                    <a:pt x="47" y="5"/>
                  </a:lnTo>
                  <a:lnTo>
                    <a:pt x="46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3" y="2"/>
                  </a:lnTo>
                  <a:lnTo>
                    <a:pt x="43" y="1"/>
                  </a:lnTo>
                  <a:lnTo>
                    <a:pt x="42" y="0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1" y="0"/>
                  </a:lnTo>
                  <a:lnTo>
                    <a:pt x="40" y="0"/>
                  </a:lnTo>
                  <a:lnTo>
                    <a:pt x="39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3" y="2"/>
                  </a:lnTo>
                  <a:lnTo>
                    <a:pt x="32" y="2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27" y="3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5" y="5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3" y="4"/>
                  </a:lnTo>
                  <a:lnTo>
                    <a:pt x="22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1" y="4"/>
                  </a:lnTo>
                  <a:lnTo>
                    <a:pt x="20" y="4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0" y="9"/>
                  </a:lnTo>
                  <a:lnTo>
                    <a:pt x="21" y="9"/>
                  </a:lnTo>
                  <a:lnTo>
                    <a:pt x="22" y="8"/>
                  </a:lnTo>
                  <a:lnTo>
                    <a:pt x="23" y="9"/>
                  </a:lnTo>
                  <a:lnTo>
                    <a:pt x="23" y="10"/>
                  </a:lnTo>
                  <a:lnTo>
                    <a:pt x="24" y="10"/>
                  </a:lnTo>
                  <a:lnTo>
                    <a:pt x="25" y="11"/>
                  </a:lnTo>
                  <a:lnTo>
                    <a:pt x="25" y="12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4"/>
                  </a:lnTo>
                  <a:lnTo>
                    <a:pt x="23" y="15"/>
                  </a:lnTo>
                  <a:lnTo>
                    <a:pt x="24" y="15"/>
                  </a:lnTo>
                  <a:lnTo>
                    <a:pt x="25" y="16"/>
                  </a:lnTo>
                  <a:lnTo>
                    <a:pt x="26" y="17"/>
                  </a:lnTo>
                  <a:lnTo>
                    <a:pt x="26" y="18"/>
                  </a:lnTo>
                  <a:lnTo>
                    <a:pt x="26" y="19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20"/>
                  </a:lnTo>
                  <a:lnTo>
                    <a:pt x="28" y="19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29" y="20"/>
                  </a:lnTo>
                  <a:lnTo>
                    <a:pt x="29" y="21"/>
                  </a:lnTo>
                  <a:lnTo>
                    <a:pt x="29" y="22"/>
                  </a:lnTo>
                  <a:lnTo>
                    <a:pt x="28" y="23"/>
                  </a:lnTo>
                  <a:lnTo>
                    <a:pt x="27" y="24"/>
                  </a:lnTo>
                  <a:lnTo>
                    <a:pt x="27" y="25"/>
                  </a:lnTo>
                  <a:lnTo>
                    <a:pt x="27" y="26"/>
                  </a:lnTo>
                  <a:lnTo>
                    <a:pt x="26" y="25"/>
                  </a:lnTo>
                  <a:lnTo>
                    <a:pt x="25" y="25"/>
                  </a:lnTo>
                  <a:lnTo>
                    <a:pt x="24" y="25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0" y="29"/>
                  </a:lnTo>
                  <a:lnTo>
                    <a:pt x="19" y="29"/>
                  </a:lnTo>
                  <a:lnTo>
                    <a:pt x="19" y="30"/>
                  </a:lnTo>
                  <a:lnTo>
                    <a:pt x="17" y="30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5" y="32"/>
                  </a:lnTo>
                  <a:lnTo>
                    <a:pt x="14" y="31"/>
                  </a:lnTo>
                  <a:lnTo>
                    <a:pt x="13" y="30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1"/>
                  </a:lnTo>
                  <a:lnTo>
                    <a:pt x="8" y="31"/>
                  </a:lnTo>
                  <a:lnTo>
                    <a:pt x="8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4" y="36"/>
                  </a:lnTo>
                  <a:lnTo>
                    <a:pt x="2" y="37"/>
                  </a:lnTo>
                  <a:lnTo>
                    <a:pt x="0" y="39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3040229" y="5070800"/>
              <a:ext cx="168538" cy="100678"/>
            </a:xfrm>
            <a:custGeom>
              <a:avLst/>
              <a:gdLst>
                <a:gd name="T0" fmla="*/ 2147483647 w 22"/>
                <a:gd name="T1" fmla="*/ 2147483647 h 13"/>
                <a:gd name="T2" fmla="*/ 2147483647 w 22"/>
                <a:gd name="T3" fmla="*/ 2147483647 h 13"/>
                <a:gd name="T4" fmla="*/ 2147483647 w 22"/>
                <a:gd name="T5" fmla="*/ 2147483647 h 13"/>
                <a:gd name="T6" fmla="*/ 2147483647 w 22"/>
                <a:gd name="T7" fmla="*/ 2147483647 h 13"/>
                <a:gd name="T8" fmla="*/ 2147483647 w 22"/>
                <a:gd name="T9" fmla="*/ 2147483647 h 13"/>
                <a:gd name="T10" fmla="*/ 2147483647 w 22"/>
                <a:gd name="T11" fmla="*/ 2147483647 h 13"/>
                <a:gd name="T12" fmla="*/ 2147483647 w 22"/>
                <a:gd name="T13" fmla="*/ 0 h 13"/>
                <a:gd name="T14" fmla="*/ 2147483647 w 22"/>
                <a:gd name="T15" fmla="*/ 2147483647 h 13"/>
                <a:gd name="T16" fmla="*/ 2147483647 w 22"/>
                <a:gd name="T17" fmla="*/ 2147483647 h 13"/>
                <a:gd name="T18" fmla="*/ 2147483647 w 22"/>
                <a:gd name="T19" fmla="*/ 2147483647 h 13"/>
                <a:gd name="T20" fmla="*/ 2147483647 w 22"/>
                <a:gd name="T21" fmla="*/ 2147483647 h 13"/>
                <a:gd name="T22" fmla="*/ 2147483647 w 22"/>
                <a:gd name="T23" fmla="*/ 2147483647 h 13"/>
                <a:gd name="T24" fmla="*/ 2147483647 w 22"/>
                <a:gd name="T25" fmla="*/ 2147483647 h 13"/>
                <a:gd name="T26" fmla="*/ 2147483647 w 22"/>
                <a:gd name="T27" fmla="*/ 2147483647 h 13"/>
                <a:gd name="T28" fmla="*/ 2147483647 w 22"/>
                <a:gd name="T29" fmla="*/ 2147483647 h 13"/>
                <a:gd name="T30" fmla="*/ 2147483647 w 22"/>
                <a:gd name="T31" fmla="*/ 2147483647 h 13"/>
                <a:gd name="T32" fmla="*/ 2147483647 w 22"/>
                <a:gd name="T33" fmla="*/ 2147483647 h 13"/>
                <a:gd name="T34" fmla="*/ 2147483647 w 22"/>
                <a:gd name="T35" fmla="*/ 2147483647 h 13"/>
                <a:gd name="T36" fmla="*/ 2147483647 w 22"/>
                <a:gd name="T37" fmla="*/ 2147483647 h 13"/>
                <a:gd name="T38" fmla="*/ 2147483647 w 22"/>
                <a:gd name="T39" fmla="*/ 2147483647 h 13"/>
                <a:gd name="T40" fmla="*/ 2147483647 w 22"/>
                <a:gd name="T41" fmla="*/ 2147483647 h 13"/>
                <a:gd name="T42" fmla="*/ 2147483647 w 22"/>
                <a:gd name="T43" fmla="*/ 2147483647 h 13"/>
                <a:gd name="T44" fmla="*/ 2147483647 w 22"/>
                <a:gd name="T45" fmla="*/ 2147483647 h 13"/>
                <a:gd name="T46" fmla="*/ 2147483647 w 22"/>
                <a:gd name="T47" fmla="*/ 2147483647 h 13"/>
                <a:gd name="T48" fmla="*/ 2147483647 w 22"/>
                <a:gd name="T49" fmla="*/ 2147483647 h 13"/>
                <a:gd name="T50" fmla="*/ 2147483647 w 22"/>
                <a:gd name="T51" fmla="*/ 2147483647 h 13"/>
                <a:gd name="T52" fmla="*/ 2147483647 w 22"/>
                <a:gd name="T53" fmla="*/ 2147483647 h 13"/>
                <a:gd name="T54" fmla="*/ 2147483647 w 22"/>
                <a:gd name="T55" fmla="*/ 2147483647 h 13"/>
                <a:gd name="T56" fmla="*/ 2147483647 w 22"/>
                <a:gd name="T57" fmla="*/ 2147483647 h 13"/>
                <a:gd name="T58" fmla="*/ 2147483647 w 22"/>
                <a:gd name="T59" fmla="*/ 2147483647 h 13"/>
                <a:gd name="T60" fmla="*/ 2147483647 w 22"/>
                <a:gd name="T61" fmla="*/ 2147483647 h 13"/>
                <a:gd name="T62" fmla="*/ 2147483647 w 22"/>
                <a:gd name="T63" fmla="*/ 2147483647 h 13"/>
                <a:gd name="T64" fmla="*/ 2147483647 w 22"/>
                <a:gd name="T65" fmla="*/ 2147483647 h 13"/>
                <a:gd name="T66" fmla="*/ 2147483647 w 22"/>
                <a:gd name="T67" fmla="*/ 2147483647 h 13"/>
                <a:gd name="T68" fmla="*/ 2147483647 w 22"/>
                <a:gd name="T69" fmla="*/ 2147483647 h 13"/>
                <a:gd name="T70" fmla="*/ 2147483647 w 22"/>
                <a:gd name="T71" fmla="*/ 2147483647 h 13"/>
                <a:gd name="T72" fmla="*/ 2147483647 w 22"/>
                <a:gd name="T73" fmla="*/ 2147483647 h 13"/>
                <a:gd name="T74" fmla="*/ 2147483647 w 22"/>
                <a:gd name="T75" fmla="*/ 2147483647 h 13"/>
                <a:gd name="T76" fmla="*/ 2147483647 w 22"/>
                <a:gd name="T77" fmla="*/ 2147483647 h 13"/>
                <a:gd name="T78" fmla="*/ 2147483647 w 22"/>
                <a:gd name="T79" fmla="*/ 2147483647 h 13"/>
                <a:gd name="T80" fmla="*/ 2147483647 w 22"/>
                <a:gd name="T81" fmla="*/ 2147483647 h 13"/>
                <a:gd name="T82" fmla="*/ 2147483647 w 22"/>
                <a:gd name="T83" fmla="*/ 2147483647 h 13"/>
                <a:gd name="T84" fmla="*/ 2147483647 w 22"/>
                <a:gd name="T85" fmla="*/ 2147483647 h 1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2" h="13">
                  <a:moveTo>
                    <a:pt x="0" y="3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1" y="1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8" y="6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7" y="11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5" y="11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2" y="13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10" y="12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7" y="10"/>
                  </a:lnTo>
                  <a:lnTo>
                    <a:pt x="7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4585160" y="4648727"/>
              <a:ext cx="360058" cy="681513"/>
            </a:xfrm>
            <a:custGeom>
              <a:avLst/>
              <a:gdLst>
                <a:gd name="T0" fmla="*/ 2147483647 w 47"/>
                <a:gd name="T1" fmla="*/ 2147483647 h 88"/>
                <a:gd name="T2" fmla="*/ 2147483647 w 47"/>
                <a:gd name="T3" fmla="*/ 2147483647 h 88"/>
                <a:gd name="T4" fmla="*/ 2147483647 w 47"/>
                <a:gd name="T5" fmla="*/ 2147483647 h 88"/>
                <a:gd name="T6" fmla="*/ 2147483647 w 47"/>
                <a:gd name="T7" fmla="*/ 2147483647 h 88"/>
                <a:gd name="T8" fmla="*/ 2147483647 w 47"/>
                <a:gd name="T9" fmla="*/ 2147483647 h 88"/>
                <a:gd name="T10" fmla="*/ 2147483647 w 47"/>
                <a:gd name="T11" fmla="*/ 2147483647 h 88"/>
                <a:gd name="T12" fmla="*/ 2147483647 w 47"/>
                <a:gd name="T13" fmla="*/ 2147483647 h 88"/>
                <a:gd name="T14" fmla="*/ 2147483647 w 47"/>
                <a:gd name="T15" fmla="*/ 2147483647 h 88"/>
                <a:gd name="T16" fmla="*/ 2147483647 w 47"/>
                <a:gd name="T17" fmla="*/ 2147483647 h 88"/>
                <a:gd name="T18" fmla="*/ 2147483647 w 47"/>
                <a:gd name="T19" fmla="*/ 2147483647 h 88"/>
                <a:gd name="T20" fmla="*/ 2147483647 w 47"/>
                <a:gd name="T21" fmla="*/ 2147483647 h 88"/>
                <a:gd name="T22" fmla="*/ 2147483647 w 47"/>
                <a:gd name="T23" fmla="*/ 2147483647 h 88"/>
                <a:gd name="T24" fmla="*/ 2147483647 w 47"/>
                <a:gd name="T25" fmla="*/ 2147483647 h 88"/>
                <a:gd name="T26" fmla="*/ 2147483647 w 47"/>
                <a:gd name="T27" fmla="*/ 2147483647 h 88"/>
                <a:gd name="T28" fmla="*/ 2147483647 w 47"/>
                <a:gd name="T29" fmla="*/ 2147483647 h 88"/>
                <a:gd name="T30" fmla="*/ 2147483647 w 47"/>
                <a:gd name="T31" fmla="*/ 2147483647 h 88"/>
                <a:gd name="T32" fmla="*/ 2147483647 w 47"/>
                <a:gd name="T33" fmla="*/ 2147483647 h 88"/>
                <a:gd name="T34" fmla="*/ 2147483647 w 47"/>
                <a:gd name="T35" fmla="*/ 2147483647 h 88"/>
                <a:gd name="T36" fmla="*/ 2147483647 w 47"/>
                <a:gd name="T37" fmla="*/ 2147483647 h 88"/>
                <a:gd name="T38" fmla="*/ 2147483647 w 47"/>
                <a:gd name="T39" fmla="*/ 2147483647 h 88"/>
                <a:gd name="T40" fmla="*/ 2147483647 w 47"/>
                <a:gd name="T41" fmla="*/ 2147483647 h 88"/>
                <a:gd name="T42" fmla="*/ 2147483647 w 47"/>
                <a:gd name="T43" fmla="*/ 2147483647 h 88"/>
                <a:gd name="T44" fmla="*/ 2147483647 w 47"/>
                <a:gd name="T45" fmla="*/ 2147483647 h 88"/>
                <a:gd name="T46" fmla="*/ 2147483647 w 47"/>
                <a:gd name="T47" fmla="*/ 2147483647 h 88"/>
                <a:gd name="T48" fmla="*/ 2147483647 w 47"/>
                <a:gd name="T49" fmla="*/ 2147483647 h 88"/>
                <a:gd name="T50" fmla="*/ 2147483647 w 47"/>
                <a:gd name="T51" fmla="*/ 2147483647 h 88"/>
                <a:gd name="T52" fmla="*/ 2147483647 w 47"/>
                <a:gd name="T53" fmla="*/ 2147483647 h 88"/>
                <a:gd name="T54" fmla="*/ 2147483647 w 47"/>
                <a:gd name="T55" fmla="*/ 2147483647 h 88"/>
                <a:gd name="T56" fmla="*/ 2147483647 w 47"/>
                <a:gd name="T57" fmla="*/ 2147483647 h 88"/>
                <a:gd name="T58" fmla="*/ 2147483647 w 47"/>
                <a:gd name="T59" fmla="*/ 2147483647 h 88"/>
                <a:gd name="T60" fmla="*/ 2147483647 w 47"/>
                <a:gd name="T61" fmla="*/ 2147483647 h 88"/>
                <a:gd name="T62" fmla="*/ 2147483647 w 47"/>
                <a:gd name="T63" fmla="*/ 2147483647 h 88"/>
                <a:gd name="T64" fmla="*/ 2147483647 w 47"/>
                <a:gd name="T65" fmla="*/ 2147483647 h 88"/>
                <a:gd name="T66" fmla="*/ 2147483647 w 47"/>
                <a:gd name="T67" fmla="*/ 2147483647 h 88"/>
                <a:gd name="T68" fmla="*/ 2147483647 w 47"/>
                <a:gd name="T69" fmla="*/ 2147483647 h 88"/>
                <a:gd name="T70" fmla="*/ 2147483647 w 47"/>
                <a:gd name="T71" fmla="*/ 2147483647 h 88"/>
                <a:gd name="T72" fmla="*/ 2147483647 w 47"/>
                <a:gd name="T73" fmla="*/ 2147483647 h 88"/>
                <a:gd name="T74" fmla="*/ 2147483647 w 47"/>
                <a:gd name="T75" fmla="*/ 2147483647 h 88"/>
                <a:gd name="T76" fmla="*/ 2147483647 w 47"/>
                <a:gd name="T77" fmla="*/ 2147483647 h 88"/>
                <a:gd name="T78" fmla="*/ 2147483647 w 47"/>
                <a:gd name="T79" fmla="*/ 2147483647 h 88"/>
                <a:gd name="T80" fmla="*/ 2147483647 w 47"/>
                <a:gd name="T81" fmla="*/ 2147483647 h 88"/>
                <a:gd name="T82" fmla="*/ 2147483647 w 47"/>
                <a:gd name="T83" fmla="*/ 2147483647 h 88"/>
                <a:gd name="T84" fmla="*/ 2147483647 w 47"/>
                <a:gd name="T85" fmla="*/ 2147483647 h 88"/>
                <a:gd name="T86" fmla="*/ 2147483647 w 47"/>
                <a:gd name="T87" fmla="*/ 2147483647 h 88"/>
                <a:gd name="T88" fmla="*/ 2147483647 w 47"/>
                <a:gd name="T89" fmla="*/ 2147483647 h 88"/>
                <a:gd name="T90" fmla="*/ 2147483647 w 47"/>
                <a:gd name="T91" fmla="*/ 2147483647 h 88"/>
                <a:gd name="T92" fmla="*/ 2147483647 w 47"/>
                <a:gd name="T93" fmla="*/ 2147483647 h 88"/>
                <a:gd name="T94" fmla="*/ 2147483647 w 47"/>
                <a:gd name="T95" fmla="*/ 2147483647 h 88"/>
                <a:gd name="T96" fmla="*/ 2147483647 w 47"/>
                <a:gd name="T97" fmla="*/ 2147483647 h 88"/>
                <a:gd name="T98" fmla="*/ 2147483647 w 47"/>
                <a:gd name="T99" fmla="*/ 2147483647 h 88"/>
                <a:gd name="T100" fmla="*/ 2147483647 w 47"/>
                <a:gd name="T101" fmla="*/ 2147483647 h 88"/>
                <a:gd name="T102" fmla="*/ 2147483647 w 47"/>
                <a:gd name="T103" fmla="*/ 2147483647 h 88"/>
                <a:gd name="T104" fmla="*/ 2147483647 w 47"/>
                <a:gd name="T105" fmla="*/ 2147483647 h 88"/>
                <a:gd name="T106" fmla="*/ 2147483647 w 47"/>
                <a:gd name="T107" fmla="*/ 2147483647 h 88"/>
                <a:gd name="T108" fmla="*/ 2147483647 w 47"/>
                <a:gd name="T109" fmla="*/ 2147483647 h 88"/>
                <a:gd name="T110" fmla="*/ 2147483647 w 47"/>
                <a:gd name="T111" fmla="*/ 2147483647 h 88"/>
                <a:gd name="T112" fmla="*/ 2147483647 w 47"/>
                <a:gd name="T113" fmla="*/ 2147483647 h 88"/>
                <a:gd name="T114" fmla="*/ 2147483647 w 47"/>
                <a:gd name="T115" fmla="*/ 2147483647 h 88"/>
                <a:gd name="T116" fmla="*/ 2147483647 w 47"/>
                <a:gd name="T117" fmla="*/ 2147483647 h 88"/>
                <a:gd name="T118" fmla="*/ 0 w 47"/>
                <a:gd name="T119" fmla="*/ 2147483647 h 8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" h="88">
                  <a:moveTo>
                    <a:pt x="0" y="57"/>
                  </a:moveTo>
                  <a:lnTo>
                    <a:pt x="1" y="63"/>
                  </a:lnTo>
                  <a:lnTo>
                    <a:pt x="2" y="86"/>
                  </a:lnTo>
                  <a:lnTo>
                    <a:pt x="3" y="86"/>
                  </a:lnTo>
                  <a:lnTo>
                    <a:pt x="3" y="85"/>
                  </a:lnTo>
                  <a:lnTo>
                    <a:pt x="5" y="85"/>
                  </a:lnTo>
                  <a:lnTo>
                    <a:pt x="6" y="86"/>
                  </a:lnTo>
                  <a:lnTo>
                    <a:pt x="7" y="86"/>
                  </a:lnTo>
                  <a:lnTo>
                    <a:pt x="7" y="87"/>
                  </a:lnTo>
                  <a:lnTo>
                    <a:pt x="8" y="87"/>
                  </a:lnTo>
                  <a:lnTo>
                    <a:pt x="9" y="88"/>
                  </a:lnTo>
                  <a:lnTo>
                    <a:pt x="9" y="87"/>
                  </a:lnTo>
                  <a:lnTo>
                    <a:pt x="9" y="86"/>
                  </a:lnTo>
                  <a:lnTo>
                    <a:pt x="10" y="86"/>
                  </a:lnTo>
                  <a:lnTo>
                    <a:pt x="10" y="85"/>
                  </a:lnTo>
                  <a:lnTo>
                    <a:pt x="10" y="84"/>
                  </a:lnTo>
                  <a:lnTo>
                    <a:pt x="11" y="84"/>
                  </a:lnTo>
                  <a:lnTo>
                    <a:pt x="12" y="83"/>
                  </a:lnTo>
                  <a:lnTo>
                    <a:pt x="12" y="82"/>
                  </a:lnTo>
                  <a:lnTo>
                    <a:pt x="12" y="81"/>
                  </a:lnTo>
                  <a:lnTo>
                    <a:pt x="13" y="81"/>
                  </a:lnTo>
                  <a:lnTo>
                    <a:pt x="13" y="80"/>
                  </a:lnTo>
                  <a:lnTo>
                    <a:pt x="13" y="79"/>
                  </a:lnTo>
                  <a:lnTo>
                    <a:pt x="14" y="78"/>
                  </a:lnTo>
                  <a:lnTo>
                    <a:pt x="15" y="76"/>
                  </a:lnTo>
                  <a:lnTo>
                    <a:pt x="14" y="76"/>
                  </a:lnTo>
                  <a:lnTo>
                    <a:pt x="15" y="75"/>
                  </a:lnTo>
                  <a:lnTo>
                    <a:pt x="15" y="74"/>
                  </a:lnTo>
                  <a:lnTo>
                    <a:pt x="16" y="73"/>
                  </a:lnTo>
                  <a:lnTo>
                    <a:pt x="17" y="73"/>
                  </a:lnTo>
                  <a:lnTo>
                    <a:pt x="18" y="73"/>
                  </a:lnTo>
                  <a:lnTo>
                    <a:pt x="19" y="73"/>
                  </a:lnTo>
                  <a:lnTo>
                    <a:pt x="20" y="73"/>
                  </a:lnTo>
                  <a:lnTo>
                    <a:pt x="20" y="72"/>
                  </a:lnTo>
                  <a:lnTo>
                    <a:pt x="21" y="70"/>
                  </a:lnTo>
                  <a:lnTo>
                    <a:pt x="22" y="69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3" y="67"/>
                  </a:lnTo>
                  <a:lnTo>
                    <a:pt x="23" y="66"/>
                  </a:lnTo>
                  <a:lnTo>
                    <a:pt x="23" y="65"/>
                  </a:lnTo>
                  <a:lnTo>
                    <a:pt x="24" y="65"/>
                  </a:lnTo>
                  <a:lnTo>
                    <a:pt x="24" y="64"/>
                  </a:lnTo>
                  <a:lnTo>
                    <a:pt x="25" y="64"/>
                  </a:lnTo>
                  <a:lnTo>
                    <a:pt x="25" y="65"/>
                  </a:lnTo>
                  <a:lnTo>
                    <a:pt x="25" y="66"/>
                  </a:lnTo>
                  <a:lnTo>
                    <a:pt x="25" y="67"/>
                  </a:lnTo>
                  <a:lnTo>
                    <a:pt x="25" y="68"/>
                  </a:lnTo>
                  <a:lnTo>
                    <a:pt x="25" y="69"/>
                  </a:lnTo>
                  <a:lnTo>
                    <a:pt x="25" y="70"/>
                  </a:lnTo>
                  <a:lnTo>
                    <a:pt x="25" y="71"/>
                  </a:lnTo>
                  <a:lnTo>
                    <a:pt x="24" y="72"/>
                  </a:lnTo>
                  <a:lnTo>
                    <a:pt x="25" y="73"/>
                  </a:lnTo>
                  <a:lnTo>
                    <a:pt x="26" y="73"/>
                  </a:lnTo>
                  <a:lnTo>
                    <a:pt x="27" y="73"/>
                  </a:lnTo>
                  <a:lnTo>
                    <a:pt x="27" y="74"/>
                  </a:lnTo>
                  <a:lnTo>
                    <a:pt x="28" y="75"/>
                  </a:lnTo>
                  <a:lnTo>
                    <a:pt x="28" y="74"/>
                  </a:lnTo>
                  <a:lnTo>
                    <a:pt x="28" y="75"/>
                  </a:lnTo>
                  <a:lnTo>
                    <a:pt x="29" y="75"/>
                  </a:lnTo>
                  <a:lnTo>
                    <a:pt x="29" y="76"/>
                  </a:lnTo>
                  <a:lnTo>
                    <a:pt x="28" y="76"/>
                  </a:lnTo>
                  <a:lnTo>
                    <a:pt x="28" y="77"/>
                  </a:lnTo>
                  <a:lnTo>
                    <a:pt x="29" y="77"/>
                  </a:lnTo>
                  <a:lnTo>
                    <a:pt x="29" y="78"/>
                  </a:lnTo>
                  <a:lnTo>
                    <a:pt x="29" y="79"/>
                  </a:lnTo>
                  <a:lnTo>
                    <a:pt x="29" y="78"/>
                  </a:lnTo>
                  <a:lnTo>
                    <a:pt x="30" y="78"/>
                  </a:lnTo>
                  <a:lnTo>
                    <a:pt x="29" y="78"/>
                  </a:lnTo>
                  <a:lnTo>
                    <a:pt x="30" y="79"/>
                  </a:lnTo>
                  <a:lnTo>
                    <a:pt x="30" y="78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1" y="71"/>
                  </a:lnTo>
                  <a:lnTo>
                    <a:pt x="32" y="71"/>
                  </a:lnTo>
                  <a:lnTo>
                    <a:pt x="31" y="69"/>
                  </a:lnTo>
                  <a:lnTo>
                    <a:pt x="32" y="68"/>
                  </a:lnTo>
                  <a:lnTo>
                    <a:pt x="32" y="67"/>
                  </a:lnTo>
                  <a:lnTo>
                    <a:pt x="32" y="66"/>
                  </a:lnTo>
                  <a:lnTo>
                    <a:pt x="33" y="66"/>
                  </a:lnTo>
                  <a:lnTo>
                    <a:pt x="33" y="65"/>
                  </a:lnTo>
                  <a:lnTo>
                    <a:pt x="33" y="64"/>
                  </a:lnTo>
                  <a:lnTo>
                    <a:pt x="33" y="63"/>
                  </a:lnTo>
                  <a:lnTo>
                    <a:pt x="33" y="61"/>
                  </a:lnTo>
                  <a:lnTo>
                    <a:pt x="34" y="60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5" y="55"/>
                  </a:lnTo>
                  <a:lnTo>
                    <a:pt x="36" y="53"/>
                  </a:lnTo>
                  <a:lnTo>
                    <a:pt x="36" y="52"/>
                  </a:lnTo>
                  <a:lnTo>
                    <a:pt x="36" y="53"/>
                  </a:lnTo>
                  <a:lnTo>
                    <a:pt x="35" y="53"/>
                  </a:lnTo>
                  <a:lnTo>
                    <a:pt x="35" y="52"/>
                  </a:lnTo>
                  <a:lnTo>
                    <a:pt x="35" y="53"/>
                  </a:lnTo>
                  <a:lnTo>
                    <a:pt x="34" y="53"/>
                  </a:lnTo>
                  <a:lnTo>
                    <a:pt x="33" y="55"/>
                  </a:lnTo>
                  <a:lnTo>
                    <a:pt x="32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2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5" y="50"/>
                  </a:lnTo>
                  <a:lnTo>
                    <a:pt x="36" y="49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4" y="47"/>
                  </a:lnTo>
                  <a:lnTo>
                    <a:pt x="33" y="47"/>
                  </a:lnTo>
                  <a:lnTo>
                    <a:pt x="33" y="48"/>
                  </a:lnTo>
                  <a:lnTo>
                    <a:pt x="32" y="48"/>
                  </a:lnTo>
                  <a:lnTo>
                    <a:pt x="31" y="48"/>
                  </a:lnTo>
                  <a:lnTo>
                    <a:pt x="30" y="48"/>
                  </a:lnTo>
                  <a:lnTo>
                    <a:pt x="30" y="47"/>
                  </a:lnTo>
                  <a:lnTo>
                    <a:pt x="31" y="46"/>
                  </a:lnTo>
                  <a:lnTo>
                    <a:pt x="31" y="45"/>
                  </a:lnTo>
                  <a:lnTo>
                    <a:pt x="32" y="44"/>
                  </a:lnTo>
                  <a:lnTo>
                    <a:pt x="33" y="42"/>
                  </a:lnTo>
                  <a:lnTo>
                    <a:pt x="34" y="42"/>
                  </a:lnTo>
                  <a:lnTo>
                    <a:pt x="35" y="42"/>
                  </a:lnTo>
                  <a:lnTo>
                    <a:pt x="35" y="41"/>
                  </a:lnTo>
                  <a:lnTo>
                    <a:pt x="36" y="40"/>
                  </a:lnTo>
                  <a:lnTo>
                    <a:pt x="35" y="39"/>
                  </a:lnTo>
                  <a:lnTo>
                    <a:pt x="35" y="38"/>
                  </a:lnTo>
                  <a:lnTo>
                    <a:pt x="34" y="37"/>
                  </a:lnTo>
                  <a:lnTo>
                    <a:pt x="34" y="35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6" y="30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0" y="24"/>
                  </a:lnTo>
                  <a:lnTo>
                    <a:pt x="42" y="22"/>
                  </a:lnTo>
                  <a:lnTo>
                    <a:pt x="43" y="21"/>
                  </a:lnTo>
                  <a:lnTo>
                    <a:pt x="43" y="20"/>
                  </a:lnTo>
                  <a:lnTo>
                    <a:pt x="44" y="20"/>
                  </a:lnTo>
                  <a:lnTo>
                    <a:pt x="44" y="19"/>
                  </a:lnTo>
                  <a:lnTo>
                    <a:pt x="45" y="18"/>
                  </a:lnTo>
                  <a:lnTo>
                    <a:pt x="45" y="17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6" y="14"/>
                  </a:lnTo>
                  <a:lnTo>
                    <a:pt x="46" y="13"/>
                  </a:lnTo>
                  <a:lnTo>
                    <a:pt x="47" y="13"/>
                  </a:lnTo>
                  <a:lnTo>
                    <a:pt x="47" y="12"/>
                  </a:lnTo>
                  <a:lnTo>
                    <a:pt x="47" y="11"/>
                  </a:lnTo>
                  <a:lnTo>
                    <a:pt x="47" y="10"/>
                  </a:lnTo>
                  <a:lnTo>
                    <a:pt x="46" y="10"/>
                  </a:lnTo>
                  <a:lnTo>
                    <a:pt x="46" y="9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1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2"/>
                  </a:lnTo>
                  <a:lnTo>
                    <a:pt x="33" y="2"/>
                  </a:lnTo>
                  <a:lnTo>
                    <a:pt x="33" y="3"/>
                  </a:lnTo>
                  <a:lnTo>
                    <a:pt x="32" y="3"/>
                  </a:lnTo>
                  <a:lnTo>
                    <a:pt x="31" y="4"/>
                  </a:lnTo>
                  <a:lnTo>
                    <a:pt x="31" y="12"/>
                  </a:lnTo>
                  <a:lnTo>
                    <a:pt x="30" y="19"/>
                  </a:lnTo>
                  <a:lnTo>
                    <a:pt x="24" y="27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" name="Freeform 17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3788435" y="5229562"/>
              <a:ext cx="520935" cy="247823"/>
            </a:xfrm>
            <a:custGeom>
              <a:avLst/>
              <a:gdLst>
                <a:gd name="T0" fmla="*/ 0 w 68"/>
                <a:gd name="T1" fmla="*/ 2147483647 h 32"/>
                <a:gd name="T2" fmla="*/ 2147483647 w 68"/>
                <a:gd name="T3" fmla="*/ 2147483647 h 32"/>
                <a:gd name="T4" fmla="*/ 2147483647 w 68"/>
                <a:gd name="T5" fmla="*/ 2147483647 h 32"/>
                <a:gd name="T6" fmla="*/ 2147483647 w 68"/>
                <a:gd name="T7" fmla="*/ 2147483647 h 32"/>
                <a:gd name="T8" fmla="*/ 2147483647 w 68"/>
                <a:gd name="T9" fmla="*/ 2147483647 h 32"/>
                <a:gd name="T10" fmla="*/ 2147483647 w 68"/>
                <a:gd name="T11" fmla="*/ 2147483647 h 32"/>
                <a:gd name="T12" fmla="*/ 2147483647 w 68"/>
                <a:gd name="T13" fmla="*/ 2147483647 h 32"/>
                <a:gd name="T14" fmla="*/ 2147483647 w 68"/>
                <a:gd name="T15" fmla="*/ 2147483647 h 32"/>
                <a:gd name="T16" fmla="*/ 2147483647 w 68"/>
                <a:gd name="T17" fmla="*/ 2147483647 h 32"/>
                <a:gd name="T18" fmla="*/ 2147483647 w 68"/>
                <a:gd name="T19" fmla="*/ 2147483647 h 32"/>
                <a:gd name="T20" fmla="*/ 2147483647 w 68"/>
                <a:gd name="T21" fmla="*/ 2147483647 h 32"/>
                <a:gd name="T22" fmla="*/ 2147483647 w 68"/>
                <a:gd name="T23" fmla="*/ 2147483647 h 32"/>
                <a:gd name="T24" fmla="*/ 2147483647 w 68"/>
                <a:gd name="T25" fmla="*/ 2147483647 h 32"/>
                <a:gd name="T26" fmla="*/ 2147483647 w 68"/>
                <a:gd name="T27" fmla="*/ 2147483647 h 32"/>
                <a:gd name="T28" fmla="*/ 2147483647 w 68"/>
                <a:gd name="T29" fmla="*/ 2147483647 h 32"/>
                <a:gd name="T30" fmla="*/ 2147483647 w 68"/>
                <a:gd name="T31" fmla="*/ 2147483647 h 32"/>
                <a:gd name="T32" fmla="*/ 2147483647 w 68"/>
                <a:gd name="T33" fmla="*/ 2147483647 h 32"/>
                <a:gd name="T34" fmla="*/ 2147483647 w 68"/>
                <a:gd name="T35" fmla="*/ 2147483647 h 32"/>
                <a:gd name="T36" fmla="*/ 2147483647 w 68"/>
                <a:gd name="T37" fmla="*/ 2147483647 h 32"/>
                <a:gd name="T38" fmla="*/ 2147483647 w 68"/>
                <a:gd name="T39" fmla="*/ 2147483647 h 32"/>
                <a:gd name="T40" fmla="*/ 2147483647 w 68"/>
                <a:gd name="T41" fmla="*/ 2147483647 h 32"/>
                <a:gd name="T42" fmla="*/ 2147483647 w 68"/>
                <a:gd name="T43" fmla="*/ 2147483647 h 32"/>
                <a:gd name="T44" fmla="*/ 2147483647 w 68"/>
                <a:gd name="T45" fmla="*/ 2147483647 h 32"/>
                <a:gd name="T46" fmla="*/ 2147483647 w 68"/>
                <a:gd name="T47" fmla="*/ 2147483647 h 32"/>
                <a:gd name="T48" fmla="*/ 2147483647 w 68"/>
                <a:gd name="T49" fmla="*/ 2147483647 h 32"/>
                <a:gd name="T50" fmla="*/ 2147483647 w 68"/>
                <a:gd name="T51" fmla="*/ 2147483647 h 32"/>
                <a:gd name="T52" fmla="*/ 2147483647 w 68"/>
                <a:gd name="T53" fmla="*/ 2147483647 h 32"/>
                <a:gd name="T54" fmla="*/ 2147483647 w 68"/>
                <a:gd name="T55" fmla="*/ 2147483647 h 32"/>
                <a:gd name="T56" fmla="*/ 2147483647 w 68"/>
                <a:gd name="T57" fmla="*/ 2147483647 h 32"/>
                <a:gd name="T58" fmla="*/ 2147483647 w 68"/>
                <a:gd name="T59" fmla="*/ 2147483647 h 32"/>
                <a:gd name="T60" fmla="*/ 2147483647 w 68"/>
                <a:gd name="T61" fmla="*/ 2147483647 h 32"/>
                <a:gd name="T62" fmla="*/ 2147483647 w 68"/>
                <a:gd name="T63" fmla="*/ 2147483647 h 32"/>
                <a:gd name="T64" fmla="*/ 2147483647 w 68"/>
                <a:gd name="T65" fmla="*/ 2147483647 h 32"/>
                <a:gd name="T66" fmla="*/ 2147483647 w 68"/>
                <a:gd name="T67" fmla="*/ 2147483647 h 32"/>
                <a:gd name="T68" fmla="*/ 2147483647 w 68"/>
                <a:gd name="T69" fmla="*/ 2147483647 h 32"/>
                <a:gd name="T70" fmla="*/ 2147483647 w 68"/>
                <a:gd name="T71" fmla="*/ 2147483647 h 32"/>
                <a:gd name="T72" fmla="*/ 2147483647 w 68"/>
                <a:gd name="T73" fmla="*/ 2147483647 h 32"/>
                <a:gd name="T74" fmla="*/ 2147483647 w 68"/>
                <a:gd name="T75" fmla="*/ 2147483647 h 32"/>
                <a:gd name="T76" fmla="*/ 2147483647 w 68"/>
                <a:gd name="T77" fmla="*/ 2147483647 h 32"/>
                <a:gd name="T78" fmla="*/ 2147483647 w 68"/>
                <a:gd name="T79" fmla="*/ 2147483647 h 32"/>
                <a:gd name="T80" fmla="*/ 2147483647 w 68"/>
                <a:gd name="T81" fmla="*/ 2147483647 h 32"/>
                <a:gd name="T82" fmla="*/ 2147483647 w 68"/>
                <a:gd name="T83" fmla="*/ 2147483647 h 32"/>
                <a:gd name="T84" fmla="*/ 2147483647 w 68"/>
                <a:gd name="T85" fmla="*/ 2147483647 h 32"/>
                <a:gd name="T86" fmla="*/ 2147483647 w 68"/>
                <a:gd name="T87" fmla="*/ 2147483647 h 32"/>
                <a:gd name="T88" fmla="*/ 2147483647 w 68"/>
                <a:gd name="T89" fmla="*/ 2147483647 h 32"/>
                <a:gd name="T90" fmla="*/ 2147483647 w 68"/>
                <a:gd name="T91" fmla="*/ 0 h 32"/>
                <a:gd name="T92" fmla="*/ 2147483647 w 68"/>
                <a:gd name="T93" fmla="*/ 2147483647 h 32"/>
                <a:gd name="T94" fmla="*/ 2147483647 w 68"/>
                <a:gd name="T95" fmla="*/ 2147483647 h 32"/>
                <a:gd name="T96" fmla="*/ 2147483647 w 68"/>
                <a:gd name="T97" fmla="*/ 2147483647 h 32"/>
                <a:gd name="T98" fmla="*/ 2147483647 w 68"/>
                <a:gd name="T99" fmla="*/ 2147483647 h 32"/>
                <a:gd name="T100" fmla="*/ 2147483647 w 68"/>
                <a:gd name="T101" fmla="*/ 2147483647 h 32"/>
                <a:gd name="T102" fmla="*/ 2147483647 w 68"/>
                <a:gd name="T103" fmla="*/ 2147483647 h 32"/>
                <a:gd name="T104" fmla="*/ 2147483647 w 68"/>
                <a:gd name="T105" fmla="*/ 2147483647 h 32"/>
                <a:gd name="T106" fmla="*/ 2147483647 w 68"/>
                <a:gd name="T107" fmla="*/ 2147483647 h 32"/>
                <a:gd name="T108" fmla="*/ 2147483647 w 68"/>
                <a:gd name="T109" fmla="*/ 2147483647 h 32"/>
                <a:gd name="T110" fmla="*/ 2147483647 w 68"/>
                <a:gd name="T111" fmla="*/ 2147483647 h 3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68" h="32">
                  <a:moveTo>
                    <a:pt x="0" y="11"/>
                  </a:moveTo>
                  <a:lnTo>
                    <a:pt x="0" y="14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6" y="24"/>
                  </a:lnTo>
                  <a:lnTo>
                    <a:pt x="7" y="24"/>
                  </a:lnTo>
                  <a:lnTo>
                    <a:pt x="8" y="25"/>
                  </a:lnTo>
                  <a:lnTo>
                    <a:pt x="8" y="26"/>
                  </a:lnTo>
                  <a:lnTo>
                    <a:pt x="8" y="27"/>
                  </a:lnTo>
                  <a:lnTo>
                    <a:pt x="9" y="27"/>
                  </a:lnTo>
                  <a:lnTo>
                    <a:pt x="9" y="28"/>
                  </a:lnTo>
                  <a:lnTo>
                    <a:pt x="10" y="31"/>
                  </a:lnTo>
                  <a:lnTo>
                    <a:pt x="10" y="32"/>
                  </a:lnTo>
                  <a:lnTo>
                    <a:pt x="11" y="32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4" y="26"/>
                  </a:lnTo>
                  <a:lnTo>
                    <a:pt x="14" y="25"/>
                  </a:lnTo>
                  <a:lnTo>
                    <a:pt x="15" y="24"/>
                  </a:lnTo>
                  <a:lnTo>
                    <a:pt x="16" y="19"/>
                  </a:lnTo>
                  <a:lnTo>
                    <a:pt x="17" y="17"/>
                  </a:lnTo>
                  <a:lnTo>
                    <a:pt x="18" y="17"/>
                  </a:lnTo>
                  <a:lnTo>
                    <a:pt x="20" y="17"/>
                  </a:lnTo>
                  <a:lnTo>
                    <a:pt x="20" y="18"/>
                  </a:lnTo>
                  <a:lnTo>
                    <a:pt x="22" y="19"/>
                  </a:lnTo>
                  <a:lnTo>
                    <a:pt x="23" y="20"/>
                  </a:lnTo>
                  <a:lnTo>
                    <a:pt x="23" y="21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3" y="25"/>
                  </a:lnTo>
                  <a:lnTo>
                    <a:pt x="24" y="27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7" y="28"/>
                  </a:lnTo>
                  <a:lnTo>
                    <a:pt x="29" y="30"/>
                  </a:lnTo>
                  <a:lnTo>
                    <a:pt x="30" y="30"/>
                  </a:lnTo>
                  <a:lnTo>
                    <a:pt x="31" y="30"/>
                  </a:lnTo>
                  <a:lnTo>
                    <a:pt x="33" y="26"/>
                  </a:lnTo>
                  <a:lnTo>
                    <a:pt x="37" y="22"/>
                  </a:lnTo>
                  <a:lnTo>
                    <a:pt x="37" y="21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1" y="19"/>
                  </a:lnTo>
                  <a:lnTo>
                    <a:pt x="42" y="19"/>
                  </a:lnTo>
                  <a:lnTo>
                    <a:pt x="43" y="19"/>
                  </a:lnTo>
                  <a:lnTo>
                    <a:pt x="43" y="17"/>
                  </a:lnTo>
                  <a:lnTo>
                    <a:pt x="45" y="17"/>
                  </a:lnTo>
                  <a:lnTo>
                    <a:pt x="45" y="18"/>
                  </a:lnTo>
                  <a:lnTo>
                    <a:pt x="46" y="18"/>
                  </a:lnTo>
                  <a:lnTo>
                    <a:pt x="47" y="18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9" y="18"/>
                  </a:lnTo>
                  <a:lnTo>
                    <a:pt x="49" y="19"/>
                  </a:lnTo>
                  <a:lnTo>
                    <a:pt x="49" y="20"/>
                  </a:lnTo>
                  <a:lnTo>
                    <a:pt x="50" y="21"/>
                  </a:lnTo>
                  <a:lnTo>
                    <a:pt x="50" y="22"/>
                  </a:lnTo>
                  <a:lnTo>
                    <a:pt x="52" y="22"/>
                  </a:lnTo>
                  <a:lnTo>
                    <a:pt x="53" y="24"/>
                  </a:lnTo>
                  <a:lnTo>
                    <a:pt x="52" y="25"/>
                  </a:lnTo>
                  <a:lnTo>
                    <a:pt x="52" y="26"/>
                  </a:lnTo>
                  <a:lnTo>
                    <a:pt x="53" y="27"/>
                  </a:lnTo>
                  <a:lnTo>
                    <a:pt x="55" y="27"/>
                  </a:lnTo>
                  <a:lnTo>
                    <a:pt x="56" y="27"/>
                  </a:lnTo>
                  <a:lnTo>
                    <a:pt x="56" y="28"/>
                  </a:lnTo>
                  <a:lnTo>
                    <a:pt x="57" y="28"/>
                  </a:lnTo>
                  <a:lnTo>
                    <a:pt x="58" y="28"/>
                  </a:lnTo>
                  <a:lnTo>
                    <a:pt x="58" y="29"/>
                  </a:lnTo>
                  <a:lnTo>
                    <a:pt x="59" y="29"/>
                  </a:lnTo>
                  <a:lnTo>
                    <a:pt x="59" y="30"/>
                  </a:lnTo>
                  <a:lnTo>
                    <a:pt x="58" y="30"/>
                  </a:lnTo>
                  <a:lnTo>
                    <a:pt x="68" y="30"/>
                  </a:lnTo>
                  <a:lnTo>
                    <a:pt x="67" y="17"/>
                  </a:lnTo>
                  <a:lnTo>
                    <a:pt x="67" y="14"/>
                  </a:lnTo>
                  <a:lnTo>
                    <a:pt x="63" y="14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57" y="11"/>
                  </a:lnTo>
                  <a:lnTo>
                    <a:pt x="55" y="11"/>
                  </a:lnTo>
                  <a:lnTo>
                    <a:pt x="54" y="11"/>
                  </a:lnTo>
                  <a:lnTo>
                    <a:pt x="54" y="12"/>
                  </a:lnTo>
                  <a:lnTo>
                    <a:pt x="54" y="15"/>
                  </a:lnTo>
                  <a:lnTo>
                    <a:pt x="53" y="15"/>
                  </a:lnTo>
                  <a:lnTo>
                    <a:pt x="53" y="16"/>
                  </a:lnTo>
                  <a:lnTo>
                    <a:pt x="52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3" y="12"/>
                  </a:lnTo>
                  <a:lnTo>
                    <a:pt x="42" y="12"/>
                  </a:lnTo>
                  <a:lnTo>
                    <a:pt x="42" y="11"/>
                  </a:lnTo>
                  <a:lnTo>
                    <a:pt x="41" y="11"/>
                  </a:lnTo>
                  <a:lnTo>
                    <a:pt x="41" y="10"/>
                  </a:lnTo>
                  <a:lnTo>
                    <a:pt x="41" y="7"/>
                  </a:lnTo>
                  <a:lnTo>
                    <a:pt x="40" y="4"/>
                  </a:lnTo>
                  <a:lnTo>
                    <a:pt x="37" y="3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8" y="4"/>
                  </a:lnTo>
                  <a:lnTo>
                    <a:pt x="26" y="4"/>
                  </a:lnTo>
                  <a:lnTo>
                    <a:pt x="25" y="5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9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1428905" y="2921710"/>
              <a:ext cx="919297" cy="1091970"/>
            </a:xfrm>
            <a:custGeom>
              <a:avLst/>
              <a:gdLst>
                <a:gd name="T0" fmla="*/ 2147483647 w 120"/>
                <a:gd name="T1" fmla="*/ 0 h 141"/>
                <a:gd name="T2" fmla="*/ 2147483647 w 120"/>
                <a:gd name="T3" fmla="*/ 2147483647 h 141"/>
                <a:gd name="T4" fmla="*/ 2147483647 w 120"/>
                <a:gd name="T5" fmla="*/ 2147483647 h 141"/>
                <a:gd name="T6" fmla="*/ 2147483647 w 120"/>
                <a:gd name="T7" fmla="*/ 2147483647 h 141"/>
                <a:gd name="T8" fmla="*/ 2147483647 w 120"/>
                <a:gd name="T9" fmla="*/ 2147483647 h 141"/>
                <a:gd name="T10" fmla="*/ 2147483647 w 120"/>
                <a:gd name="T11" fmla="*/ 2147483647 h 141"/>
                <a:gd name="T12" fmla="*/ 2147483647 w 120"/>
                <a:gd name="T13" fmla="*/ 2147483647 h 141"/>
                <a:gd name="T14" fmla="*/ 2147483647 w 120"/>
                <a:gd name="T15" fmla="*/ 2147483647 h 141"/>
                <a:gd name="T16" fmla="*/ 2147483647 w 120"/>
                <a:gd name="T17" fmla="*/ 2147483647 h 141"/>
                <a:gd name="T18" fmla="*/ 2147483647 w 120"/>
                <a:gd name="T19" fmla="*/ 2147483647 h 141"/>
                <a:gd name="T20" fmla="*/ 2147483647 w 120"/>
                <a:gd name="T21" fmla="*/ 2147483647 h 141"/>
                <a:gd name="T22" fmla="*/ 0 w 120"/>
                <a:gd name="T23" fmla="*/ 2147483647 h 141"/>
                <a:gd name="T24" fmla="*/ 2147483647 w 120"/>
                <a:gd name="T25" fmla="*/ 2147483647 h 141"/>
                <a:gd name="T26" fmla="*/ 2147483647 w 120"/>
                <a:gd name="T27" fmla="*/ 2147483647 h 141"/>
                <a:gd name="T28" fmla="*/ 2147483647 w 120"/>
                <a:gd name="T29" fmla="*/ 2147483647 h 141"/>
                <a:gd name="T30" fmla="*/ 2147483647 w 120"/>
                <a:gd name="T31" fmla="*/ 2147483647 h 141"/>
                <a:gd name="T32" fmla="*/ 2147483647 w 120"/>
                <a:gd name="T33" fmla="*/ 2147483647 h 141"/>
                <a:gd name="T34" fmla="*/ 2147483647 w 120"/>
                <a:gd name="T35" fmla="*/ 2147483647 h 141"/>
                <a:gd name="T36" fmla="*/ 2147483647 w 120"/>
                <a:gd name="T37" fmla="*/ 2147483647 h 141"/>
                <a:gd name="T38" fmla="*/ 2147483647 w 120"/>
                <a:gd name="T39" fmla="*/ 2147483647 h 141"/>
                <a:gd name="T40" fmla="*/ 2147483647 w 120"/>
                <a:gd name="T41" fmla="*/ 2147483647 h 141"/>
                <a:gd name="T42" fmla="*/ 2147483647 w 120"/>
                <a:gd name="T43" fmla="*/ 2147483647 h 141"/>
                <a:gd name="T44" fmla="*/ 2147483647 w 120"/>
                <a:gd name="T45" fmla="*/ 2147483647 h 141"/>
                <a:gd name="T46" fmla="*/ 2147483647 w 120"/>
                <a:gd name="T47" fmla="*/ 2147483647 h 141"/>
                <a:gd name="T48" fmla="*/ 2147483647 w 120"/>
                <a:gd name="T49" fmla="*/ 2147483647 h 141"/>
                <a:gd name="T50" fmla="*/ 2147483647 w 120"/>
                <a:gd name="T51" fmla="*/ 2147483647 h 141"/>
                <a:gd name="T52" fmla="*/ 2147483647 w 120"/>
                <a:gd name="T53" fmla="*/ 2147483647 h 141"/>
                <a:gd name="T54" fmla="*/ 2147483647 w 120"/>
                <a:gd name="T55" fmla="*/ 2147483647 h 141"/>
                <a:gd name="T56" fmla="*/ 2147483647 w 120"/>
                <a:gd name="T57" fmla="*/ 2147483647 h 141"/>
                <a:gd name="T58" fmla="*/ 2147483647 w 120"/>
                <a:gd name="T59" fmla="*/ 2147483647 h 141"/>
                <a:gd name="T60" fmla="*/ 2147483647 w 120"/>
                <a:gd name="T61" fmla="*/ 2147483647 h 141"/>
                <a:gd name="T62" fmla="*/ 2147483647 w 120"/>
                <a:gd name="T63" fmla="*/ 2147483647 h 141"/>
                <a:gd name="T64" fmla="*/ 2147483647 w 120"/>
                <a:gd name="T65" fmla="*/ 2147483647 h 141"/>
                <a:gd name="T66" fmla="*/ 2147483647 w 120"/>
                <a:gd name="T67" fmla="*/ 2147483647 h 141"/>
                <a:gd name="T68" fmla="*/ 2147483647 w 120"/>
                <a:gd name="T69" fmla="*/ 2147483647 h 141"/>
                <a:gd name="T70" fmla="*/ 2147483647 w 120"/>
                <a:gd name="T71" fmla="*/ 2147483647 h 141"/>
                <a:gd name="T72" fmla="*/ 2147483647 w 120"/>
                <a:gd name="T73" fmla="*/ 2147483647 h 141"/>
                <a:gd name="T74" fmla="*/ 2147483647 w 120"/>
                <a:gd name="T75" fmla="*/ 2147483647 h 141"/>
                <a:gd name="T76" fmla="*/ 2147483647 w 120"/>
                <a:gd name="T77" fmla="*/ 2147483647 h 141"/>
                <a:gd name="T78" fmla="*/ 2147483647 w 120"/>
                <a:gd name="T79" fmla="*/ 2147483647 h 141"/>
                <a:gd name="T80" fmla="*/ 2147483647 w 120"/>
                <a:gd name="T81" fmla="*/ 2147483647 h 141"/>
                <a:gd name="T82" fmla="*/ 2147483647 w 120"/>
                <a:gd name="T83" fmla="*/ 2147483647 h 141"/>
                <a:gd name="T84" fmla="*/ 2147483647 w 120"/>
                <a:gd name="T85" fmla="*/ 2147483647 h 141"/>
                <a:gd name="T86" fmla="*/ 2147483647 w 120"/>
                <a:gd name="T87" fmla="*/ 2147483647 h 141"/>
                <a:gd name="T88" fmla="*/ 2147483647 w 120"/>
                <a:gd name="T89" fmla="*/ 2147483647 h 141"/>
                <a:gd name="T90" fmla="*/ 2147483647 w 120"/>
                <a:gd name="T91" fmla="*/ 2147483647 h 141"/>
                <a:gd name="T92" fmla="*/ 2147483647 w 120"/>
                <a:gd name="T93" fmla="*/ 2147483647 h 141"/>
                <a:gd name="T94" fmla="*/ 2147483647 w 120"/>
                <a:gd name="T95" fmla="*/ 2147483647 h 141"/>
                <a:gd name="T96" fmla="*/ 2147483647 w 120"/>
                <a:gd name="T97" fmla="*/ 2147483647 h 141"/>
                <a:gd name="T98" fmla="*/ 2147483647 w 120"/>
                <a:gd name="T99" fmla="*/ 2147483647 h 141"/>
                <a:gd name="T100" fmla="*/ 2147483647 w 120"/>
                <a:gd name="T101" fmla="*/ 2147483647 h 141"/>
                <a:gd name="T102" fmla="*/ 2147483647 w 120"/>
                <a:gd name="T103" fmla="*/ 2147483647 h 141"/>
                <a:gd name="T104" fmla="*/ 2147483647 w 120"/>
                <a:gd name="T105" fmla="*/ 2147483647 h 141"/>
                <a:gd name="T106" fmla="*/ 2147483647 w 120"/>
                <a:gd name="T107" fmla="*/ 2147483647 h 141"/>
                <a:gd name="T108" fmla="*/ 2147483647 w 120"/>
                <a:gd name="T109" fmla="*/ 2147483647 h 1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0" h="141">
                  <a:moveTo>
                    <a:pt x="56" y="2"/>
                  </a:moveTo>
                  <a:lnTo>
                    <a:pt x="41" y="1"/>
                  </a:lnTo>
                  <a:lnTo>
                    <a:pt x="23" y="0"/>
                  </a:lnTo>
                  <a:lnTo>
                    <a:pt x="23" y="10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9" y="12"/>
                  </a:lnTo>
                  <a:lnTo>
                    <a:pt x="10" y="15"/>
                  </a:lnTo>
                  <a:lnTo>
                    <a:pt x="11" y="25"/>
                  </a:lnTo>
                  <a:lnTo>
                    <a:pt x="13" y="30"/>
                  </a:lnTo>
                  <a:lnTo>
                    <a:pt x="14" y="37"/>
                  </a:lnTo>
                  <a:lnTo>
                    <a:pt x="12" y="53"/>
                  </a:lnTo>
                  <a:lnTo>
                    <a:pt x="11" y="53"/>
                  </a:lnTo>
                  <a:lnTo>
                    <a:pt x="11" y="56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8"/>
                  </a:lnTo>
                  <a:lnTo>
                    <a:pt x="11" y="70"/>
                  </a:lnTo>
                  <a:lnTo>
                    <a:pt x="12" y="72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7"/>
                  </a:lnTo>
                  <a:lnTo>
                    <a:pt x="12" y="78"/>
                  </a:lnTo>
                  <a:lnTo>
                    <a:pt x="10" y="79"/>
                  </a:lnTo>
                  <a:lnTo>
                    <a:pt x="8" y="78"/>
                  </a:lnTo>
                  <a:lnTo>
                    <a:pt x="7" y="78"/>
                  </a:lnTo>
                  <a:lnTo>
                    <a:pt x="4" y="78"/>
                  </a:lnTo>
                  <a:lnTo>
                    <a:pt x="3" y="78"/>
                  </a:lnTo>
                  <a:lnTo>
                    <a:pt x="3" y="77"/>
                  </a:lnTo>
                  <a:lnTo>
                    <a:pt x="2" y="77"/>
                  </a:lnTo>
                  <a:lnTo>
                    <a:pt x="2" y="78"/>
                  </a:lnTo>
                  <a:lnTo>
                    <a:pt x="1" y="78"/>
                  </a:lnTo>
                  <a:lnTo>
                    <a:pt x="0" y="79"/>
                  </a:lnTo>
                  <a:lnTo>
                    <a:pt x="0" y="80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3" y="84"/>
                  </a:lnTo>
                  <a:lnTo>
                    <a:pt x="3" y="85"/>
                  </a:lnTo>
                  <a:lnTo>
                    <a:pt x="4" y="86"/>
                  </a:lnTo>
                  <a:lnTo>
                    <a:pt x="5" y="89"/>
                  </a:lnTo>
                  <a:lnTo>
                    <a:pt x="7" y="92"/>
                  </a:lnTo>
                  <a:lnTo>
                    <a:pt x="7" y="93"/>
                  </a:lnTo>
                  <a:lnTo>
                    <a:pt x="7" y="94"/>
                  </a:lnTo>
                  <a:lnTo>
                    <a:pt x="9" y="95"/>
                  </a:lnTo>
                  <a:lnTo>
                    <a:pt x="9" y="97"/>
                  </a:lnTo>
                  <a:lnTo>
                    <a:pt x="10" y="99"/>
                  </a:lnTo>
                  <a:lnTo>
                    <a:pt x="9" y="100"/>
                  </a:lnTo>
                  <a:lnTo>
                    <a:pt x="8" y="101"/>
                  </a:lnTo>
                  <a:lnTo>
                    <a:pt x="8" y="102"/>
                  </a:lnTo>
                  <a:lnTo>
                    <a:pt x="8" y="104"/>
                  </a:lnTo>
                  <a:lnTo>
                    <a:pt x="9" y="105"/>
                  </a:lnTo>
                  <a:lnTo>
                    <a:pt x="10" y="106"/>
                  </a:lnTo>
                  <a:lnTo>
                    <a:pt x="11" y="107"/>
                  </a:lnTo>
                  <a:lnTo>
                    <a:pt x="13" y="106"/>
                  </a:lnTo>
                  <a:lnTo>
                    <a:pt x="14" y="106"/>
                  </a:lnTo>
                  <a:lnTo>
                    <a:pt x="15" y="106"/>
                  </a:lnTo>
                  <a:lnTo>
                    <a:pt x="16" y="106"/>
                  </a:lnTo>
                  <a:lnTo>
                    <a:pt x="17" y="107"/>
                  </a:lnTo>
                  <a:lnTo>
                    <a:pt x="19" y="108"/>
                  </a:lnTo>
                  <a:lnTo>
                    <a:pt x="20" y="110"/>
                  </a:lnTo>
                  <a:lnTo>
                    <a:pt x="20" y="111"/>
                  </a:lnTo>
                  <a:lnTo>
                    <a:pt x="21" y="113"/>
                  </a:lnTo>
                  <a:lnTo>
                    <a:pt x="21" y="115"/>
                  </a:lnTo>
                  <a:lnTo>
                    <a:pt x="22" y="117"/>
                  </a:lnTo>
                  <a:lnTo>
                    <a:pt x="23" y="121"/>
                  </a:lnTo>
                  <a:lnTo>
                    <a:pt x="23" y="123"/>
                  </a:lnTo>
                  <a:lnTo>
                    <a:pt x="24" y="126"/>
                  </a:lnTo>
                  <a:lnTo>
                    <a:pt x="24" y="127"/>
                  </a:lnTo>
                  <a:lnTo>
                    <a:pt x="25" y="127"/>
                  </a:lnTo>
                  <a:lnTo>
                    <a:pt x="25" y="128"/>
                  </a:lnTo>
                  <a:lnTo>
                    <a:pt x="26" y="128"/>
                  </a:lnTo>
                  <a:lnTo>
                    <a:pt x="29" y="129"/>
                  </a:lnTo>
                  <a:lnTo>
                    <a:pt x="30" y="129"/>
                  </a:lnTo>
                  <a:lnTo>
                    <a:pt x="31" y="129"/>
                  </a:lnTo>
                  <a:lnTo>
                    <a:pt x="32" y="129"/>
                  </a:lnTo>
                  <a:lnTo>
                    <a:pt x="33" y="130"/>
                  </a:lnTo>
                  <a:lnTo>
                    <a:pt x="33" y="133"/>
                  </a:lnTo>
                  <a:lnTo>
                    <a:pt x="33" y="134"/>
                  </a:lnTo>
                  <a:lnTo>
                    <a:pt x="35" y="134"/>
                  </a:lnTo>
                  <a:lnTo>
                    <a:pt x="37" y="137"/>
                  </a:lnTo>
                  <a:lnTo>
                    <a:pt x="37" y="138"/>
                  </a:lnTo>
                  <a:lnTo>
                    <a:pt x="38" y="140"/>
                  </a:lnTo>
                  <a:lnTo>
                    <a:pt x="41" y="140"/>
                  </a:lnTo>
                  <a:lnTo>
                    <a:pt x="43" y="140"/>
                  </a:lnTo>
                  <a:lnTo>
                    <a:pt x="43" y="141"/>
                  </a:lnTo>
                  <a:lnTo>
                    <a:pt x="44" y="141"/>
                  </a:lnTo>
                  <a:lnTo>
                    <a:pt x="47" y="140"/>
                  </a:lnTo>
                  <a:lnTo>
                    <a:pt x="49" y="139"/>
                  </a:lnTo>
                  <a:lnTo>
                    <a:pt x="49" y="133"/>
                  </a:lnTo>
                  <a:lnTo>
                    <a:pt x="50" y="132"/>
                  </a:lnTo>
                  <a:lnTo>
                    <a:pt x="51" y="131"/>
                  </a:lnTo>
                  <a:lnTo>
                    <a:pt x="52" y="130"/>
                  </a:lnTo>
                  <a:lnTo>
                    <a:pt x="52" y="129"/>
                  </a:lnTo>
                  <a:lnTo>
                    <a:pt x="51" y="126"/>
                  </a:lnTo>
                  <a:lnTo>
                    <a:pt x="51" y="125"/>
                  </a:lnTo>
                  <a:lnTo>
                    <a:pt x="52" y="125"/>
                  </a:lnTo>
                  <a:lnTo>
                    <a:pt x="53" y="125"/>
                  </a:lnTo>
                  <a:lnTo>
                    <a:pt x="55" y="125"/>
                  </a:lnTo>
                  <a:lnTo>
                    <a:pt x="56" y="124"/>
                  </a:lnTo>
                  <a:lnTo>
                    <a:pt x="56" y="123"/>
                  </a:lnTo>
                  <a:lnTo>
                    <a:pt x="56" y="120"/>
                  </a:lnTo>
                  <a:lnTo>
                    <a:pt x="57" y="118"/>
                  </a:lnTo>
                  <a:lnTo>
                    <a:pt x="58" y="117"/>
                  </a:lnTo>
                  <a:lnTo>
                    <a:pt x="59" y="117"/>
                  </a:lnTo>
                  <a:lnTo>
                    <a:pt x="60" y="116"/>
                  </a:lnTo>
                  <a:lnTo>
                    <a:pt x="61" y="115"/>
                  </a:lnTo>
                  <a:lnTo>
                    <a:pt x="62" y="116"/>
                  </a:lnTo>
                  <a:lnTo>
                    <a:pt x="64" y="118"/>
                  </a:lnTo>
                  <a:lnTo>
                    <a:pt x="67" y="120"/>
                  </a:lnTo>
                  <a:lnTo>
                    <a:pt x="68" y="120"/>
                  </a:lnTo>
                  <a:lnTo>
                    <a:pt x="69" y="120"/>
                  </a:lnTo>
                  <a:lnTo>
                    <a:pt x="72" y="124"/>
                  </a:lnTo>
                  <a:lnTo>
                    <a:pt x="73" y="124"/>
                  </a:lnTo>
                  <a:lnTo>
                    <a:pt x="75" y="125"/>
                  </a:lnTo>
                  <a:lnTo>
                    <a:pt x="76" y="125"/>
                  </a:lnTo>
                  <a:lnTo>
                    <a:pt x="77" y="124"/>
                  </a:lnTo>
                  <a:lnTo>
                    <a:pt x="79" y="124"/>
                  </a:lnTo>
                  <a:lnTo>
                    <a:pt x="81" y="125"/>
                  </a:lnTo>
                  <a:lnTo>
                    <a:pt x="83" y="124"/>
                  </a:lnTo>
                  <a:lnTo>
                    <a:pt x="84" y="124"/>
                  </a:lnTo>
                  <a:lnTo>
                    <a:pt x="88" y="125"/>
                  </a:lnTo>
                  <a:lnTo>
                    <a:pt x="89" y="127"/>
                  </a:lnTo>
                  <a:lnTo>
                    <a:pt x="91" y="127"/>
                  </a:lnTo>
                  <a:lnTo>
                    <a:pt x="94" y="124"/>
                  </a:lnTo>
                  <a:lnTo>
                    <a:pt x="95" y="121"/>
                  </a:lnTo>
                  <a:lnTo>
                    <a:pt x="98" y="119"/>
                  </a:lnTo>
                  <a:lnTo>
                    <a:pt x="102" y="119"/>
                  </a:lnTo>
                  <a:lnTo>
                    <a:pt x="103" y="120"/>
                  </a:lnTo>
                  <a:lnTo>
                    <a:pt x="109" y="121"/>
                  </a:lnTo>
                  <a:lnTo>
                    <a:pt x="108" y="118"/>
                  </a:lnTo>
                  <a:lnTo>
                    <a:pt x="104" y="100"/>
                  </a:lnTo>
                  <a:lnTo>
                    <a:pt x="103" y="95"/>
                  </a:lnTo>
                  <a:lnTo>
                    <a:pt x="120" y="67"/>
                  </a:lnTo>
                  <a:lnTo>
                    <a:pt x="115" y="66"/>
                  </a:lnTo>
                  <a:lnTo>
                    <a:pt x="112" y="63"/>
                  </a:lnTo>
                  <a:lnTo>
                    <a:pt x="108" y="61"/>
                  </a:lnTo>
                  <a:lnTo>
                    <a:pt x="107" y="60"/>
                  </a:lnTo>
                  <a:lnTo>
                    <a:pt x="103" y="59"/>
                  </a:lnTo>
                  <a:lnTo>
                    <a:pt x="101" y="57"/>
                  </a:lnTo>
                  <a:lnTo>
                    <a:pt x="98" y="54"/>
                  </a:lnTo>
                  <a:lnTo>
                    <a:pt x="93" y="51"/>
                  </a:lnTo>
                  <a:lnTo>
                    <a:pt x="90" y="43"/>
                  </a:lnTo>
                  <a:lnTo>
                    <a:pt x="89" y="37"/>
                  </a:lnTo>
                  <a:lnTo>
                    <a:pt x="86" y="31"/>
                  </a:lnTo>
                  <a:lnTo>
                    <a:pt x="85" y="29"/>
                  </a:lnTo>
                  <a:lnTo>
                    <a:pt x="84" y="28"/>
                  </a:lnTo>
                  <a:lnTo>
                    <a:pt x="77" y="23"/>
                  </a:lnTo>
                  <a:lnTo>
                    <a:pt x="72" y="18"/>
                  </a:lnTo>
                  <a:lnTo>
                    <a:pt x="70" y="16"/>
                  </a:lnTo>
                  <a:lnTo>
                    <a:pt x="66" y="11"/>
                  </a:lnTo>
                  <a:lnTo>
                    <a:pt x="63" y="10"/>
                  </a:lnTo>
                  <a:lnTo>
                    <a:pt x="61" y="8"/>
                  </a:lnTo>
                  <a:lnTo>
                    <a:pt x="58" y="2"/>
                  </a:lnTo>
                  <a:lnTo>
                    <a:pt x="56" y="2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auto">
            <a:xfrm>
              <a:off x="2977667" y="4886224"/>
              <a:ext cx="360058" cy="503391"/>
            </a:xfrm>
            <a:custGeom>
              <a:avLst/>
              <a:gdLst>
                <a:gd name="T0" fmla="*/ 2147483647 w 47"/>
                <a:gd name="T1" fmla="*/ 2147483647 h 65"/>
                <a:gd name="T2" fmla="*/ 2147483647 w 47"/>
                <a:gd name="T3" fmla="*/ 2147483647 h 65"/>
                <a:gd name="T4" fmla="*/ 2147483647 w 47"/>
                <a:gd name="T5" fmla="*/ 2147483647 h 65"/>
                <a:gd name="T6" fmla="*/ 2147483647 w 47"/>
                <a:gd name="T7" fmla="*/ 2147483647 h 65"/>
                <a:gd name="T8" fmla="*/ 2147483647 w 47"/>
                <a:gd name="T9" fmla="*/ 2147483647 h 65"/>
                <a:gd name="T10" fmla="*/ 2147483647 w 47"/>
                <a:gd name="T11" fmla="*/ 2147483647 h 65"/>
                <a:gd name="T12" fmla="*/ 2147483647 w 47"/>
                <a:gd name="T13" fmla="*/ 2147483647 h 65"/>
                <a:gd name="T14" fmla="*/ 2147483647 w 47"/>
                <a:gd name="T15" fmla="*/ 2147483647 h 65"/>
                <a:gd name="T16" fmla="*/ 2147483647 w 47"/>
                <a:gd name="T17" fmla="*/ 2147483647 h 65"/>
                <a:gd name="T18" fmla="*/ 2147483647 w 47"/>
                <a:gd name="T19" fmla="*/ 2147483647 h 65"/>
                <a:gd name="T20" fmla="*/ 2147483647 w 47"/>
                <a:gd name="T21" fmla="*/ 2147483647 h 65"/>
                <a:gd name="T22" fmla="*/ 2147483647 w 47"/>
                <a:gd name="T23" fmla="*/ 2147483647 h 65"/>
                <a:gd name="T24" fmla="*/ 2147483647 w 47"/>
                <a:gd name="T25" fmla="*/ 2147483647 h 65"/>
                <a:gd name="T26" fmla="*/ 2147483647 w 47"/>
                <a:gd name="T27" fmla="*/ 2147483647 h 65"/>
                <a:gd name="T28" fmla="*/ 2147483647 w 47"/>
                <a:gd name="T29" fmla="*/ 2147483647 h 65"/>
                <a:gd name="T30" fmla="*/ 2147483647 w 47"/>
                <a:gd name="T31" fmla="*/ 2147483647 h 65"/>
                <a:gd name="T32" fmla="*/ 2147483647 w 47"/>
                <a:gd name="T33" fmla="*/ 2147483647 h 65"/>
                <a:gd name="T34" fmla="*/ 2147483647 w 47"/>
                <a:gd name="T35" fmla="*/ 2147483647 h 65"/>
                <a:gd name="T36" fmla="*/ 2147483647 w 47"/>
                <a:gd name="T37" fmla="*/ 2147483647 h 65"/>
                <a:gd name="T38" fmla="*/ 2147483647 w 47"/>
                <a:gd name="T39" fmla="*/ 2147483647 h 65"/>
                <a:gd name="T40" fmla="*/ 2147483647 w 47"/>
                <a:gd name="T41" fmla="*/ 2147483647 h 65"/>
                <a:gd name="T42" fmla="*/ 2147483647 w 47"/>
                <a:gd name="T43" fmla="*/ 2147483647 h 65"/>
                <a:gd name="T44" fmla="*/ 2147483647 w 47"/>
                <a:gd name="T45" fmla="*/ 2147483647 h 65"/>
                <a:gd name="T46" fmla="*/ 2147483647 w 47"/>
                <a:gd name="T47" fmla="*/ 2147483647 h 65"/>
                <a:gd name="T48" fmla="*/ 2147483647 w 47"/>
                <a:gd name="T49" fmla="*/ 2147483647 h 65"/>
                <a:gd name="T50" fmla="*/ 2147483647 w 47"/>
                <a:gd name="T51" fmla="*/ 0 h 65"/>
                <a:gd name="T52" fmla="*/ 2147483647 w 47"/>
                <a:gd name="T53" fmla="*/ 2147483647 h 65"/>
                <a:gd name="T54" fmla="*/ 2147483647 w 47"/>
                <a:gd name="T55" fmla="*/ 2147483647 h 65"/>
                <a:gd name="T56" fmla="*/ 2147483647 w 47"/>
                <a:gd name="T57" fmla="*/ 2147483647 h 65"/>
                <a:gd name="T58" fmla="*/ 2147483647 w 47"/>
                <a:gd name="T59" fmla="*/ 2147483647 h 65"/>
                <a:gd name="T60" fmla="*/ 2147483647 w 47"/>
                <a:gd name="T61" fmla="*/ 2147483647 h 65"/>
                <a:gd name="T62" fmla="*/ 2147483647 w 47"/>
                <a:gd name="T63" fmla="*/ 2147483647 h 65"/>
                <a:gd name="T64" fmla="*/ 2147483647 w 47"/>
                <a:gd name="T65" fmla="*/ 2147483647 h 65"/>
                <a:gd name="T66" fmla="*/ 2147483647 w 47"/>
                <a:gd name="T67" fmla="*/ 2147483647 h 65"/>
                <a:gd name="T68" fmla="*/ 2147483647 w 47"/>
                <a:gd name="T69" fmla="*/ 2147483647 h 65"/>
                <a:gd name="T70" fmla="*/ 2147483647 w 47"/>
                <a:gd name="T71" fmla="*/ 2147483647 h 65"/>
                <a:gd name="T72" fmla="*/ 2147483647 w 47"/>
                <a:gd name="T73" fmla="*/ 2147483647 h 65"/>
                <a:gd name="T74" fmla="*/ 2147483647 w 47"/>
                <a:gd name="T75" fmla="*/ 2147483647 h 65"/>
                <a:gd name="T76" fmla="*/ 2147483647 w 47"/>
                <a:gd name="T77" fmla="*/ 2147483647 h 65"/>
                <a:gd name="T78" fmla="*/ 2147483647 w 47"/>
                <a:gd name="T79" fmla="*/ 2147483647 h 65"/>
                <a:gd name="T80" fmla="*/ 2147483647 w 47"/>
                <a:gd name="T81" fmla="*/ 2147483647 h 65"/>
                <a:gd name="T82" fmla="*/ 2147483647 w 47"/>
                <a:gd name="T83" fmla="*/ 2147483647 h 65"/>
                <a:gd name="T84" fmla="*/ 2147483647 w 47"/>
                <a:gd name="T85" fmla="*/ 2147483647 h 65"/>
                <a:gd name="T86" fmla="*/ 2147483647 w 47"/>
                <a:gd name="T87" fmla="*/ 2147483647 h 65"/>
                <a:gd name="T88" fmla="*/ 2147483647 w 47"/>
                <a:gd name="T89" fmla="*/ 2147483647 h 65"/>
                <a:gd name="T90" fmla="*/ 2147483647 w 47"/>
                <a:gd name="T91" fmla="*/ 2147483647 h 65"/>
                <a:gd name="T92" fmla="*/ 2147483647 w 47"/>
                <a:gd name="T93" fmla="*/ 2147483647 h 65"/>
                <a:gd name="T94" fmla="*/ 2147483647 w 47"/>
                <a:gd name="T95" fmla="*/ 2147483647 h 65"/>
                <a:gd name="T96" fmla="*/ 2147483647 w 47"/>
                <a:gd name="T97" fmla="*/ 2147483647 h 65"/>
                <a:gd name="T98" fmla="*/ 2147483647 w 47"/>
                <a:gd name="T99" fmla="*/ 2147483647 h 65"/>
                <a:gd name="T100" fmla="*/ 2147483647 w 47"/>
                <a:gd name="T101" fmla="*/ 2147483647 h 65"/>
                <a:gd name="T102" fmla="*/ 2147483647 w 47"/>
                <a:gd name="T103" fmla="*/ 2147483647 h 65"/>
                <a:gd name="T104" fmla="*/ 2147483647 w 47"/>
                <a:gd name="T105" fmla="*/ 2147483647 h 65"/>
                <a:gd name="T106" fmla="*/ 2147483647 w 47"/>
                <a:gd name="T107" fmla="*/ 2147483647 h 65"/>
                <a:gd name="T108" fmla="*/ 2147483647 w 47"/>
                <a:gd name="T109" fmla="*/ 2147483647 h 65"/>
                <a:gd name="T110" fmla="*/ 2147483647 w 47"/>
                <a:gd name="T111" fmla="*/ 2147483647 h 65"/>
                <a:gd name="T112" fmla="*/ 2147483647 w 47"/>
                <a:gd name="T113" fmla="*/ 2147483647 h 65"/>
                <a:gd name="T114" fmla="*/ 2147483647 w 47"/>
                <a:gd name="T115" fmla="*/ 2147483647 h 65"/>
                <a:gd name="T116" fmla="*/ 2147483647 w 47"/>
                <a:gd name="T117" fmla="*/ 2147483647 h 65"/>
                <a:gd name="T118" fmla="*/ 2147483647 w 47"/>
                <a:gd name="T119" fmla="*/ 2147483647 h 65"/>
                <a:gd name="T120" fmla="*/ 2147483647 w 47"/>
                <a:gd name="T121" fmla="*/ 2147483647 h 65"/>
                <a:gd name="T122" fmla="*/ 2147483647 w 47"/>
                <a:gd name="T123" fmla="*/ 2147483647 h 6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7" h="65">
                  <a:moveTo>
                    <a:pt x="0" y="55"/>
                  </a:moveTo>
                  <a:lnTo>
                    <a:pt x="0" y="55"/>
                  </a:lnTo>
                  <a:lnTo>
                    <a:pt x="0" y="54"/>
                  </a:lnTo>
                  <a:lnTo>
                    <a:pt x="1" y="54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7" y="53"/>
                  </a:lnTo>
                  <a:lnTo>
                    <a:pt x="7" y="52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9"/>
                  </a:lnTo>
                  <a:lnTo>
                    <a:pt x="8" y="48"/>
                  </a:lnTo>
                  <a:lnTo>
                    <a:pt x="8" y="49"/>
                  </a:lnTo>
                  <a:lnTo>
                    <a:pt x="9" y="49"/>
                  </a:lnTo>
                  <a:lnTo>
                    <a:pt x="9" y="48"/>
                  </a:lnTo>
                  <a:lnTo>
                    <a:pt x="8" y="47"/>
                  </a:lnTo>
                  <a:lnTo>
                    <a:pt x="8" y="46"/>
                  </a:lnTo>
                  <a:lnTo>
                    <a:pt x="8" y="45"/>
                  </a:lnTo>
                  <a:lnTo>
                    <a:pt x="9" y="44"/>
                  </a:lnTo>
                  <a:lnTo>
                    <a:pt x="9" y="43"/>
                  </a:lnTo>
                  <a:lnTo>
                    <a:pt x="9" y="42"/>
                  </a:lnTo>
                  <a:lnTo>
                    <a:pt x="9" y="41"/>
                  </a:lnTo>
                  <a:lnTo>
                    <a:pt x="9" y="40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9" y="36"/>
                  </a:lnTo>
                  <a:lnTo>
                    <a:pt x="10" y="36"/>
                  </a:lnTo>
                  <a:lnTo>
                    <a:pt x="10" y="35"/>
                  </a:lnTo>
                  <a:lnTo>
                    <a:pt x="10" y="34"/>
                  </a:lnTo>
                  <a:lnTo>
                    <a:pt x="10" y="33"/>
                  </a:lnTo>
                  <a:lnTo>
                    <a:pt x="10" y="31"/>
                  </a:lnTo>
                  <a:lnTo>
                    <a:pt x="10" y="30"/>
                  </a:lnTo>
                  <a:lnTo>
                    <a:pt x="11" y="30"/>
                  </a:lnTo>
                  <a:lnTo>
                    <a:pt x="12" y="30"/>
                  </a:lnTo>
                  <a:lnTo>
                    <a:pt x="13" y="30"/>
                  </a:lnTo>
                  <a:lnTo>
                    <a:pt x="13" y="31"/>
                  </a:lnTo>
                  <a:lnTo>
                    <a:pt x="14" y="32"/>
                  </a:lnTo>
                  <a:lnTo>
                    <a:pt x="14" y="33"/>
                  </a:lnTo>
                  <a:lnTo>
                    <a:pt x="15" y="33"/>
                  </a:lnTo>
                  <a:lnTo>
                    <a:pt x="15" y="34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20" y="37"/>
                  </a:lnTo>
                  <a:lnTo>
                    <a:pt x="21" y="36"/>
                  </a:lnTo>
                  <a:lnTo>
                    <a:pt x="22" y="36"/>
                  </a:lnTo>
                  <a:lnTo>
                    <a:pt x="23" y="35"/>
                  </a:lnTo>
                  <a:lnTo>
                    <a:pt x="23" y="36"/>
                  </a:lnTo>
                  <a:lnTo>
                    <a:pt x="24" y="36"/>
                  </a:lnTo>
                  <a:lnTo>
                    <a:pt x="25" y="36"/>
                  </a:lnTo>
                  <a:lnTo>
                    <a:pt x="25" y="35"/>
                  </a:lnTo>
                  <a:lnTo>
                    <a:pt x="26" y="35"/>
                  </a:lnTo>
                  <a:lnTo>
                    <a:pt x="26" y="34"/>
                  </a:lnTo>
                  <a:lnTo>
                    <a:pt x="27" y="34"/>
                  </a:lnTo>
                  <a:lnTo>
                    <a:pt x="28" y="34"/>
                  </a:lnTo>
                  <a:lnTo>
                    <a:pt x="29" y="34"/>
                  </a:lnTo>
                  <a:lnTo>
                    <a:pt x="30" y="34"/>
                  </a:lnTo>
                  <a:lnTo>
                    <a:pt x="30" y="33"/>
                  </a:lnTo>
                  <a:lnTo>
                    <a:pt x="30" y="32"/>
                  </a:lnTo>
                  <a:lnTo>
                    <a:pt x="29" y="32"/>
                  </a:lnTo>
                  <a:lnTo>
                    <a:pt x="28" y="31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6" y="30"/>
                  </a:lnTo>
                  <a:lnTo>
                    <a:pt x="25" y="30"/>
                  </a:lnTo>
                  <a:lnTo>
                    <a:pt x="25" y="29"/>
                  </a:lnTo>
                  <a:lnTo>
                    <a:pt x="25" y="28"/>
                  </a:lnTo>
                  <a:lnTo>
                    <a:pt x="24" y="28"/>
                  </a:lnTo>
                  <a:lnTo>
                    <a:pt x="24" y="27"/>
                  </a:lnTo>
                  <a:lnTo>
                    <a:pt x="23" y="27"/>
                  </a:lnTo>
                  <a:lnTo>
                    <a:pt x="22" y="26"/>
                  </a:lnTo>
                  <a:lnTo>
                    <a:pt x="21" y="26"/>
                  </a:lnTo>
                  <a:lnTo>
                    <a:pt x="20" y="26"/>
                  </a:lnTo>
                  <a:lnTo>
                    <a:pt x="19" y="25"/>
                  </a:lnTo>
                  <a:lnTo>
                    <a:pt x="19" y="24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21" y="19"/>
                  </a:lnTo>
                  <a:lnTo>
                    <a:pt x="21" y="18"/>
                  </a:lnTo>
                  <a:lnTo>
                    <a:pt x="21" y="17"/>
                  </a:lnTo>
                  <a:lnTo>
                    <a:pt x="21" y="16"/>
                  </a:lnTo>
                  <a:lnTo>
                    <a:pt x="22" y="16"/>
                  </a:lnTo>
                  <a:lnTo>
                    <a:pt x="22" y="14"/>
                  </a:lnTo>
                  <a:lnTo>
                    <a:pt x="20" y="13"/>
                  </a:lnTo>
                  <a:lnTo>
                    <a:pt x="19" y="12"/>
                  </a:lnTo>
                  <a:lnTo>
                    <a:pt x="19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2" y="11"/>
                  </a:lnTo>
                  <a:lnTo>
                    <a:pt x="23" y="9"/>
                  </a:lnTo>
                  <a:lnTo>
                    <a:pt x="25" y="8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7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28" y="1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1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2" y="5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7"/>
                  </a:lnTo>
                  <a:lnTo>
                    <a:pt x="34" y="8"/>
                  </a:lnTo>
                  <a:lnTo>
                    <a:pt x="33" y="8"/>
                  </a:lnTo>
                  <a:lnTo>
                    <a:pt x="32" y="9"/>
                  </a:lnTo>
                  <a:lnTo>
                    <a:pt x="32" y="8"/>
                  </a:lnTo>
                  <a:lnTo>
                    <a:pt x="31" y="8"/>
                  </a:lnTo>
                  <a:lnTo>
                    <a:pt x="30" y="9"/>
                  </a:lnTo>
                  <a:lnTo>
                    <a:pt x="30" y="15"/>
                  </a:lnTo>
                  <a:lnTo>
                    <a:pt x="31" y="15"/>
                  </a:lnTo>
                  <a:lnTo>
                    <a:pt x="31" y="16"/>
                  </a:lnTo>
                  <a:lnTo>
                    <a:pt x="32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8"/>
                  </a:lnTo>
                  <a:lnTo>
                    <a:pt x="34" y="17"/>
                  </a:lnTo>
                  <a:lnTo>
                    <a:pt x="35" y="16"/>
                  </a:lnTo>
                  <a:lnTo>
                    <a:pt x="36" y="16"/>
                  </a:lnTo>
                  <a:lnTo>
                    <a:pt x="36" y="15"/>
                  </a:lnTo>
                  <a:lnTo>
                    <a:pt x="37" y="14"/>
                  </a:lnTo>
                  <a:lnTo>
                    <a:pt x="38" y="14"/>
                  </a:lnTo>
                  <a:lnTo>
                    <a:pt x="38" y="15"/>
                  </a:lnTo>
                  <a:lnTo>
                    <a:pt x="39" y="15"/>
                  </a:lnTo>
                  <a:lnTo>
                    <a:pt x="39" y="16"/>
                  </a:lnTo>
                  <a:lnTo>
                    <a:pt x="42" y="17"/>
                  </a:lnTo>
                  <a:lnTo>
                    <a:pt x="43" y="17"/>
                  </a:lnTo>
                  <a:lnTo>
                    <a:pt x="43" y="18"/>
                  </a:lnTo>
                  <a:lnTo>
                    <a:pt x="42" y="18"/>
                  </a:lnTo>
                  <a:lnTo>
                    <a:pt x="42" y="19"/>
                  </a:lnTo>
                  <a:lnTo>
                    <a:pt x="41" y="19"/>
                  </a:lnTo>
                  <a:lnTo>
                    <a:pt x="41" y="20"/>
                  </a:lnTo>
                  <a:lnTo>
                    <a:pt x="40" y="20"/>
                  </a:lnTo>
                  <a:lnTo>
                    <a:pt x="39" y="21"/>
                  </a:lnTo>
                  <a:lnTo>
                    <a:pt x="39" y="23"/>
                  </a:lnTo>
                  <a:lnTo>
                    <a:pt x="38" y="25"/>
                  </a:lnTo>
                  <a:lnTo>
                    <a:pt x="38" y="26"/>
                  </a:lnTo>
                  <a:lnTo>
                    <a:pt x="37" y="27"/>
                  </a:lnTo>
                  <a:lnTo>
                    <a:pt x="37" y="28"/>
                  </a:lnTo>
                  <a:lnTo>
                    <a:pt x="36" y="28"/>
                  </a:lnTo>
                  <a:lnTo>
                    <a:pt x="36" y="29"/>
                  </a:lnTo>
                  <a:lnTo>
                    <a:pt x="36" y="30"/>
                  </a:lnTo>
                  <a:lnTo>
                    <a:pt x="37" y="31"/>
                  </a:lnTo>
                  <a:lnTo>
                    <a:pt x="36" y="32"/>
                  </a:lnTo>
                  <a:lnTo>
                    <a:pt x="36" y="33"/>
                  </a:lnTo>
                  <a:lnTo>
                    <a:pt x="37" y="33"/>
                  </a:lnTo>
                  <a:lnTo>
                    <a:pt x="38" y="33"/>
                  </a:lnTo>
                  <a:lnTo>
                    <a:pt x="38" y="34"/>
                  </a:lnTo>
                  <a:lnTo>
                    <a:pt x="39" y="34"/>
                  </a:lnTo>
                  <a:lnTo>
                    <a:pt x="40" y="34"/>
                  </a:lnTo>
                  <a:lnTo>
                    <a:pt x="41" y="35"/>
                  </a:lnTo>
                  <a:lnTo>
                    <a:pt x="42" y="35"/>
                  </a:lnTo>
                  <a:lnTo>
                    <a:pt x="43" y="35"/>
                  </a:lnTo>
                  <a:lnTo>
                    <a:pt x="44" y="35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3" y="38"/>
                  </a:lnTo>
                  <a:lnTo>
                    <a:pt x="41" y="38"/>
                  </a:lnTo>
                  <a:lnTo>
                    <a:pt x="40" y="38"/>
                  </a:lnTo>
                  <a:lnTo>
                    <a:pt x="39" y="38"/>
                  </a:lnTo>
                  <a:lnTo>
                    <a:pt x="38" y="38"/>
                  </a:lnTo>
                  <a:lnTo>
                    <a:pt x="38" y="39"/>
                  </a:lnTo>
                  <a:lnTo>
                    <a:pt x="38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8"/>
                  </a:lnTo>
                  <a:lnTo>
                    <a:pt x="36" y="48"/>
                  </a:lnTo>
                  <a:lnTo>
                    <a:pt x="37" y="48"/>
                  </a:lnTo>
                  <a:lnTo>
                    <a:pt x="37" y="49"/>
                  </a:lnTo>
                  <a:lnTo>
                    <a:pt x="38" y="49"/>
                  </a:lnTo>
                  <a:lnTo>
                    <a:pt x="39" y="49"/>
                  </a:lnTo>
                  <a:lnTo>
                    <a:pt x="40" y="50"/>
                  </a:lnTo>
                  <a:lnTo>
                    <a:pt x="40" y="51"/>
                  </a:lnTo>
                  <a:lnTo>
                    <a:pt x="40" y="52"/>
                  </a:lnTo>
                  <a:lnTo>
                    <a:pt x="41" y="53"/>
                  </a:lnTo>
                  <a:lnTo>
                    <a:pt x="42" y="53"/>
                  </a:lnTo>
                  <a:lnTo>
                    <a:pt x="43" y="53"/>
                  </a:lnTo>
                  <a:lnTo>
                    <a:pt x="44" y="53"/>
                  </a:lnTo>
                  <a:lnTo>
                    <a:pt x="45" y="52"/>
                  </a:lnTo>
                  <a:lnTo>
                    <a:pt x="46" y="52"/>
                  </a:lnTo>
                  <a:lnTo>
                    <a:pt x="46" y="53"/>
                  </a:lnTo>
                  <a:lnTo>
                    <a:pt x="47" y="54"/>
                  </a:lnTo>
                  <a:lnTo>
                    <a:pt x="47" y="56"/>
                  </a:lnTo>
                  <a:lnTo>
                    <a:pt x="46" y="56"/>
                  </a:lnTo>
                  <a:lnTo>
                    <a:pt x="46" y="57"/>
                  </a:lnTo>
                  <a:lnTo>
                    <a:pt x="45" y="57"/>
                  </a:lnTo>
                  <a:lnTo>
                    <a:pt x="44" y="57"/>
                  </a:lnTo>
                  <a:lnTo>
                    <a:pt x="43" y="58"/>
                  </a:lnTo>
                  <a:lnTo>
                    <a:pt x="42" y="58"/>
                  </a:lnTo>
                  <a:lnTo>
                    <a:pt x="41" y="59"/>
                  </a:lnTo>
                  <a:lnTo>
                    <a:pt x="40" y="59"/>
                  </a:lnTo>
                  <a:lnTo>
                    <a:pt x="39" y="58"/>
                  </a:lnTo>
                  <a:lnTo>
                    <a:pt x="38" y="58"/>
                  </a:lnTo>
                  <a:lnTo>
                    <a:pt x="37" y="59"/>
                  </a:lnTo>
                  <a:lnTo>
                    <a:pt x="36" y="59"/>
                  </a:lnTo>
                  <a:lnTo>
                    <a:pt x="35" y="59"/>
                  </a:lnTo>
                  <a:lnTo>
                    <a:pt x="35" y="60"/>
                  </a:lnTo>
                  <a:lnTo>
                    <a:pt x="34" y="60"/>
                  </a:lnTo>
                  <a:lnTo>
                    <a:pt x="33" y="61"/>
                  </a:lnTo>
                  <a:lnTo>
                    <a:pt x="33" y="62"/>
                  </a:lnTo>
                  <a:lnTo>
                    <a:pt x="33" y="63"/>
                  </a:lnTo>
                  <a:lnTo>
                    <a:pt x="32" y="63"/>
                  </a:lnTo>
                  <a:lnTo>
                    <a:pt x="32" y="62"/>
                  </a:lnTo>
                  <a:lnTo>
                    <a:pt x="32" y="61"/>
                  </a:lnTo>
                  <a:lnTo>
                    <a:pt x="32" y="62"/>
                  </a:lnTo>
                  <a:lnTo>
                    <a:pt x="31" y="62"/>
                  </a:lnTo>
                  <a:lnTo>
                    <a:pt x="30" y="60"/>
                  </a:lnTo>
                  <a:lnTo>
                    <a:pt x="29" y="58"/>
                  </a:lnTo>
                  <a:lnTo>
                    <a:pt x="29" y="56"/>
                  </a:lnTo>
                  <a:lnTo>
                    <a:pt x="28" y="55"/>
                  </a:lnTo>
                  <a:lnTo>
                    <a:pt x="27" y="56"/>
                  </a:lnTo>
                  <a:lnTo>
                    <a:pt x="26" y="56"/>
                  </a:lnTo>
                  <a:lnTo>
                    <a:pt x="26" y="57"/>
                  </a:lnTo>
                  <a:lnTo>
                    <a:pt x="25" y="57"/>
                  </a:lnTo>
                  <a:lnTo>
                    <a:pt x="24" y="60"/>
                  </a:lnTo>
                  <a:lnTo>
                    <a:pt x="24" y="61"/>
                  </a:lnTo>
                  <a:lnTo>
                    <a:pt x="25" y="62"/>
                  </a:lnTo>
                  <a:lnTo>
                    <a:pt x="25" y="63"/>
                  </a:lnTo>
                  <a:lnTo>
                    <a:pt x="24" y="64"/>
                  </a:lnTo>
                  <a:lnTo>
                    <a:pt x="23" y="64"/>
                  </a:lnTo>
                  <a:lnTo>
                    <a:pt x="22" y="63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2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3"/>
                  </a:lnTo>
                  <a:lnTo>
                    <a:pt x="16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4" y="64"/>
                  </a:lnTo>
                  <a:lnTo>
                    <a:pt x="13" y="64"/>
                  </a:lnTo>
                  <a:lnTo>
                    <a:pt x="12" y="64"/>
                  </a:lnTo>
                  <a:lnTo>
                    <a:pt x="11" y="63"/>
                  </a:lnTo>
                  <a:lnTo>
                    <a:pt x="10" y="62"/>
                  </a:lnTo>
                  <a:lnTo>
                    <a:pt x="9" y="62"/>
                  </a:lnTo>
                  <a:lnTo>
                    <a:pt x="8" y="62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3" y="59"/>
                  </a:lnTo>
                  <a:lnTo>
                    <a:pt x="3" y="58"/>
                  </a:lnTo>
                  <a:lnTo>
                    <a:pt x="2" y="57"/>
                  </a:lnTo>
                  <a:lnTo>
                    <a:pt x="1" y="5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4" name="Freeform 20"/>
            <p:cNvSpPr>
              <a:spLocks/>
            </p:cNvSpPr>
            <p:nvPr/>
          </p:nvSpPr>
          <p:spPr bwMode="auto">
            <a:xfrm>
              <a:off x="2149022" y="4122103"/>
              <a:ext cx="543918" cy="712491"/>
            </a:xfrm>
            <a:custGeom>
              <a:avLst/>
              <a:gdLst>
                <a:gd name="T0" fmla="*/ 2147483647 w 71"/>
                <a:gd name="T1" fmla="*/ 2147483647 h 92"/>
                <a:gd name="T2" fmla="*/ 2147483647 w 71"/>
                <a:gd name="T3" fmla="*/ 2147483647 h 92"/>
                <a:gd name="T4" fmla="*/ 2147483647 w 71"/>
                <a:gd name="T5" fmla="*/ 2147483647 h 92"/>
                <a:gd name="T6" fmla="*/ 2147483647 w 71"/>
                <a:gd name="T7" fmla="*/ 2147483647 h 92"/>
                <a:gd name="T8" fmla="*/ 2147483647 w 71"/>
                <a:gd name="T9" fmla="*/ 2147483647 h 92"/>
                <a:gd name="T10" fmla="*/ 2147483647 w 71"/>
                <a:gd name="T11" fmla="*/ 2147483647 h 92"/>
                <a:gd name="T12" fmla="*/ 2147483647 w 71"/>
                <a:gd name="T13" fmla="*/ 2147483647 h 92"/>
                <a:gd name="T14" fmla="*/ 2147483647 w 71"/>
                <a:gd name="T15" fmla="*/ 2147483647 h 92"/>
                <a:gd name="T16" fmla="*/ 2147483647 w 71"/>
                <a:gd name="T17" fmla="*/ 2147483647 h 92"/>
                <a:gd name="T18" fmla="*/ 2147483647 w 71"/>
                <a:gd name="T19" fmla="*/ 2147483647 h 92"/>
                <a:gd name="T20" fmla="*/ 2147483647 w 71"/>
                <a:gd name="T21" fmla="*/ 2147483647 h 92"/>
                <a:gd name="T22" fmla="*/ 2147483647 w 71"/>
                <a:gd name="T23" fmla="*/ 2147483647 h 92"/>
                <a:gd name="T24" fmla="*/ 2147483647 w 71"/>
                <a:gd name="T25" fmla="*/ 2147483647 h 92"/>
                <a:gd name="T26" fmla="*/ 2147483647 w 71"/>
                <a:gd name="T27" fmla="*/ 2147483647 h 92"/>
                <a:gd name="T28" fmla="*/ 2147483647 w 71"/>
                <a:gd name="T29" fmla="*/ 2147483647 h 92"/>
                <a:gd name="T30" fmla="*/ 2147483647 w 71"/>
                <a:gd name="T31" fmla="*/ 2147483647 h 92"/>
                <a:gd name="T32" fmla="*/ 2147483647 w 71"/>
                <a:gd name="T33" fmla="*/ 2147483647 h 92"/>
                <a:gd name="T34" fmla="*/ 2147483647 w 71"/>
                <a:gd name="T35" fmla="*/ 2147483647 h 92"/>
                <a:gd name="T36" fmla="*/ 2147483647 w 71"/>
                <a:gd name="T37" fmla="*/ 2147483647 h 92"/>
                <a:gd name="T38" fmla="*/ 2147483647 w 71"/>
                <a:gd name="T39" fmla="*/ 2147483647 h 92"/>
                <a:gd name="T40" fmla="*/ 2147483647 w 71"/>
                <a:gd name="T41" fmla="*/ 2147483647 h 92"/>
                <a:gd name="T42" fmla="*/ 2147483647 w 71"/>
                <a:gd name="T43" fmla="*/ 2147483647 h 92"/>
                <a:gd name="T44" fmla="*/ 2147483647 w 71"/>
                <a:gd name="T45" fmla="*/ 2147483647 h 92"/>
                <a:gd name="T46" fmla="*/ 2147483647 w 71"/>
                <a:gd name="T47" fmla="*/ 2147483647 h 92"/>
                <a:gd name="T48" fmla="*/ 2147483647 w 71"/>
                <a:gd name="T49" fmla="*/ 2147483647 h 92"/>
                <a:gd name="T50" fmla="*/ 2147483647 w 71"/>
                <a:gd name="T51" fmla="*/ 2147483647 h 92"/>
                <a:gd name="T52" fmla="*/ 2147483647 w 71"/>
                <a:gd name="T53" fmla="*/ 2147483647 h 92"/>
                <a:gd name="T54" fmla="*/ 2147483647 w 71"/>
                <a:gd name="T55" fmla="*/ 2147483647 h 92"/>
                <a:gd name="T56" fmla="*/ 2147483647 w 71"/>
                <a:gd name="T57" fmla="*/ 2147483647 h 92"/>
                <a:gd name="T58" fmla="*/ 2147483647 w 71"/>
                <a:gd name="T59" fmla="*/ 2147483647 h 92"/>
                <a:gd name="T60" fmla="*/ 2147483647 w 71"/>
                <a:gd name="T61" fmla="*/ 2147483647 h 92"/>
                <a:gd name="T62" fmla="*/ 2147483647 w 71"/>
                <a:gd name="T63" fmla="*/ 2147483647 h 92"/>
                <a:gd name="T64" fmla="*/ 2147483647 w 71"/>
                <a:gd name="T65" fmla="*/ 2147483647 h 92"/>
                <a:gd name="T66" fmla="*/ 2147483647 w 71"/>
                <a:gd name="T67" fmla="*/ 2147483647 h 92"/>
                <a:gd name="T68" fmla="*/ 2147483647 w 71"/>
                <a:gd name="T69" fmla="*/ 2147483647 h 92"/>
                <a:gd name="T70" fmla="*/ 2147483647 w 71"/>
                <a:gd name="T71" fmla="*/ 2147483647 h 92"/>
                <a:gd name="T72" fmla="*/ 2147483647 w 71"/>
                <a:gd name="T73" fmla="*/ 2147483647 h 92"/>
                <a:gd name="T74" fmla="*/ 2147483647 w 71"/>
                <a:gd name="T75" fmla="*/ 2147483647 h 92"/>
                <a:gd name="T76" fmla="*/ 2147483647 w 71"/>
                <a:gd name="T77" fmla="*/ 2147483647 h 92"/>
                <a:gd name="T78" fmla="*/ 2147483647 w 71"/>
                <a:gd name="T79" fmla="*/ 2147483647 h 92"/>
                <a:gd name="T80" fmla="*/ 2147483647 w 71"/>
                <a:gd name="T81" fmla="*/ 2147483647 h 92"/>
                <a:gd name="T82" fmla="*/ 2147483647 w 71"/>
                <a:gd name="T83" fmla="*/ 2147483647 h 92"/>
                <a:gd name="T84" fmla="*/ 2147483647 w 71"/>
                <a:gd name="T85" fmla="*/ 2147483647 h 92"/>
                <a:gd name="T86" fmla="*/ 2147483647 w 71"/>
                <a:gd name="T87" fmla="*/ 2147483647 h 92"/>
                <a:gd name="T88" fmla="*/ 2147483647 w 71"/>
                <a:gd name="T89" fmla="*/ 2147483647 h 92"/>
                <a:gd name="T90" fmla="*/ 2147483647 w 71"/>
                <a:gd name="T91" fmla="*/ 2147483647 h 92"/>
                <a:gd name="T92" fmla="*/ 2147483647 w 71"/>
                <a:gd name="T93" fmla="*/ 2147483647 h 92"/>
                <a:gd name="T94" fmla="*/ 2147483647 w 71"/>
                <a:gd name="T95" fmla="*/ 2147483647 h 92"/>
                <a:gd name="T96" fmla="*/ 2147483647 w 71"/>
                <a:gd name="T97" fmla="*/ 2147483647 h 92"/>
                <a:gd name="T98" fmla="*/ 2147483647 w 71"/>
                <a:gd name="T99" fmla="*/ 2147483647 h 92"/>
                <a:gd name="T100" fmla="*/ 2147483647 w 71"/>
                <a:gd name="T101" fmla="*/ 2147483647 h 92"/>
                <a:gd name="T102" fmla="*/ 2147483647 w 71"/>
                <a:gd name="T103" fmla="*/ 2147483647 h 92"/>
                <a:gd name="T104" fmla="*/ 2147483647 w 71"/>
                <a:gd name="T105" fmla="*/ 2147483647 h 92"/>
                <a:gd name="T106" fmla="*/ 2147483647 w 71"/>
                <a:gd name="T107" fmla="*/ 2147483647 h 92"/>
                <a:gd name="T108" fmla="*/ 2147483647 w 71"/>
                <a:gd name="T109" fmla="*/ 2147483647 h 92"/>
                <a:gd name="T110" fmla="*/ 2147483647 w 71"/>
                <a:gd name="T111" fmla="*/ 2147483647 h 92"/>
                <a:gd name="T112" fmla="*/ 2147483647 w 71"/>
                <a:gd name="T113" fmla="*/ 2147483647 h 92"/>
                <a:gd name="T114" fmla="*/ 2147483647 w 71"/>
                <a:gd name="T115" fmla="*/ 2147483647 h 92"/>
                <a:gd name="T116" fmla="*/ 2147483647 w 71"/>
                <a:gd name="T117" fmla="*/ 2147483647 h 92"/>
                <a:gd name="T118" fmla="*/ 2147483647 w 71"/>
                <a:gd name="T119" fmla="*/ 2147483647 h 92"/>
                <a:gd name="T120" fmla="*/ 2147483647 w 71"/>
                <a:gd name="T121" fmla="*/ 2147483647 h 9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" h="92">
                  <a:moveTo>
                    <a:pt x="0" y="57"/>
                  </a:moveTo>
                  <a:lnTo>
                    <a:pt x="0" y="59"/>
                  </a:lnTo>
                  <a:lnTo>
                    <a:pt x="1" y="61"/>
                  </a:lnTo>
                  <a:lnTo>
                    <a:pt x="6" y="61"/>
                  </a:lnTo>
                  <a:lnTo>
                    <a:pt x="7" y="62"/>
                  </a:lnTo>
                  <a:lnTo>
                    <a:pt x="7" y="60"/>
                  </a:lnTo>
                  <a:lnTo>
                    <a:pt x="5" y="59"/>
                  </a:lnTo>
                  <a:lnTo>
                    <a:pt x="5" y="54"/>
                  </a:lnTo>
                  <a:lnTo>
                    <a:pt x="11" y="55"/>
                  </a:lnTo>
                  <a:lnTo>
                    <a:pt x="10" y="58"/>
                  </a:lnTo>
                  <a:lnTo>
                    <a:pt x="9" y="59"/>
                  </a:lnTo>
                  <a:lnTo>
                    <a:pt x="9" y="61"/>
                  </a:lnTo>
                  <a:lnTo>
                    <a:pt x="8" y="61"/>
                  </a:lnTo>
                  <a:lnTo>
                    <a:pt x="9" y="62"/>
                  </a:lnTo>
                  <a:lnTo>
                    <a:pt x="8" y="67"/>
                  </a:lnTo>
                  <a:lnTo>
                    <a:pt x="9" y="66"/>
                  </a:lnTo>
                  <a:lnTo>
                    <a:pt x="10" y="64"/>
                  </a:lnTo>
                  <a:lnTo>
                    <a:pt x="10" y="63"/>
                  </a:lnTo>
                  <a:lnTo>
                    <a:pt x="10" y="62"/>
                  </a:lnTo>
                  <a:lnTo>
                    <a:pt x="11" y="58"/>
                  </a:lnTo>
                  <a:lnTo>
                    <a:pt x="12" y="59"/>
                  </a:lnTo>
                  <a:lnTo>
                    <a:pt x="14" y="59"/>
                  </a:lnTo>
                  <a:lnTo>
                    <a:pt x="14" y="60"/>
                  </a:lnTo>
                  <a:lnTo>
                    <a:pt x="14" y="62"/>
                  </a:lnTo>
                  <a:lnTo>
                    <a:pt x="12" y="66"/>
                  </a:lnTo>
                  <a:lnTo>
                    <a:pt x="12" y="69"/>
                  </a:lnTo>
                  <a:lnTo>
                    <a:pt x="15" y="69"/>
                  </a:lnTo>
                  <a:lnTo>
                    <a:pt x="16" y="69"/>
                  </a:lnTo>
                  <a:lnTo>
                    <a:pt x="16" y="68"/>
                  </a:lnTo>
                  <a:lnTo>
                    <a:pt x="17" y="67"/>
                  </a:lnTo>
                  <a:lnTo>
                    <a:pt x="17" y="66"/>
                  </a:lnTo>
                  <a:lnTo>
                    <a:pt x="17" y="65"/>
                  </a:lnTo>
                  <a:lnTo>
                    <a:pt x="17" y="64"/>
                  </a:lnTo>
                  <a:lnTo>
                    <a:pt x="18" y="62"/>
                  </a:lnTo>
                  <a:lnTo>
                    <a:pt x="19" y="62"/>
                  </a:lnTo>
                  <a:lnTo>
                    <a:pt x="21" y="62"/>
                  </a:lnTo>
                  <a:lnTo>
                    <a:pt x="22" y="62"/>
                  </a:lnTo>
                  <a:lnTo>
                    <a:pt x="23" y="62"/>
                  </a:lnTo>
                  <a:lnTo>
                    <a:pt x="24" y="63"/>
                  </a:lnTo>
                  <a:lnTo>
                    <a:pt x="24" y="64"/>
                  </a:lnTo>
                  <a:lnTo>
                    <a:pt x="24" y="66"/>
                  </a:lnTo>
                  <a:lnTo>
                    <a:pt x="22" y="68"/>
                  </a:lnTo>
                  <a:lnTo>
                    <a:pt x="22" y="70"/>
                  </a:lnTo>
                  <a:lnTo>
                    <a:pt x="22" y="71"/>
                  </a:lnTo>
                  <a:lnTo>
                    <a:pt x="22" y="72"/>
                  </a:lnTo>
                  <a:lnTo>
                    <a:pt x="21" y="73"/>
                  </a:lnTo>
                  <a:lnTo>
                    <a:pt x="20" y="73"/>
                  </a:lnTo>
                  <a:lnTo>
                    <a:pt x="18" y="74"/>
                  </a:lnTo>
                  <a:lnTo>
                    <a:pt x="16" y="76"/>
                  </a:lnTo>
                  <a:lnTo>
                    <a:pt x="15" y="76"/>
                  </a:lnTo>
                  <a:lnTo>
                    <a:pt x="14" y="75"/>
                  </a:lnTo>
                  <a:lnTo>
                    <a:pt x="13" y="76"/>
                  </a:lnTo>
                  <a:lnTo>
                    <a:pt x="14" y="78"/>
                  </a:lnTo>
                  <a:lnTo>
                    <a:pt x="13" y="78"/>
                  </a:lnTo>
                  <a:lnTo>
                    <a:pt x="13" y="79"/>
                  </a:lnTo>
                  <a:lnTo>
                    <a:pt x="13" y="80"/>
                  </a:lnTo>
                  <a:lnTo>
                    <a:pt x="13" y="81"/>
                  </a:lnTo>
                  <a:lnTo>
                    <a:pt x="14" y="81"/>
                  </a:lnTo>
                  <a:lnTo>
                    <a:pt x="12" y="82"/>
                  </a:lnTo>
                  <a:lnTo>
                    <a:pt x="12" y="83"/>
                  </a:lnTo>
                  <a:lnTo>
                    <a:pt x="11" y="83"/>
                  </a:lnTo>
                  <a:lnTo>
                    <a:pt x="10" y="83"/>
                  </a:lnTo>
                  <a:lnTo>
                    <a:pt x="10" y="84"/>
                  </a:lnTo>
                  <a:lnTo>
                    <a:pt x="10" y="85"/>
                  </a:lnTo>
                  <a:lnTo>
                    <a:pt x="9" y="88"/>
                  </a:lnTo>
                  <a:lnTo>
                    <a:pt x="10" y="89"/>
                  </a:lnTo>
                  <a:lnTo>
                    <a:pt x="13" y="89"/>
                  </a:lnTo>
                  <a:lnTo>
                    <a:pt x="13" y="90"/>
                  </a:lnTo>
                  <a:lnTo>
                    <a:pt x="14" y="90"/>
                  </a:lnTo>
                  <a:lnTo>
                    <a:pt x="19" y="91"/>
                  </a:lnTo>
                  <a:lnTo>
                    <a:pt x="19" y="92"/>
                  </a:lnTo>
                  <a:lnTo>
                    <a:pt x="22" y="92"/>
                  </a:lnTo>
                  <a:lnTo>
                    <a:pt x="23" y="91"/>
                  </a:lnTo>
                  <a:lnTo>
                    <a:pt x="25" y="92"/>
                  </a:lnTo>
                  <a:lnTo>
                    <a:pt x="26" y="92"/>
                  </a:lnTo>
                  <a:lnTo>
                    <a:pt x="26" y="91"/>
                  </a:lnTo>
                  <a:lnTo>
                    <a:pt x="26" y="89"/>
                  </a:lnTo>
                  <a:lnTo>
                    <a:pt x="26" y="88"/>
                  </a:lnTo>
                  <a:lnTo>
                    <a:pt x="28" y="88"/>
                  </a:lnTo>
                  <a:lnTo>
                    <a:pt x="30" y="88"/>
                  </a:lnTo>
                  <a:lnTo>
                    <a:pt x="31" y="88"/>
                  </a:lnTo>
                  <a:lnTo>
                    <a:pt x="31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4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5" y="87"/>
                  </a:lnTo>
                  <a:lnTo>
                    <a:pt x="35" y="85"/>
                  </a:lnTo>
                  <a:lnTo>
                    <a:pt x="35" y="83"/>
                  </a:lnTo>
                  <a:lnTo>
                    <a:pt x="34" y="82"/>
                  </a:lnTo>
                  <a:lnTo>
                    <a:pt x="33" y="81"/>
                  </a:lnTo>
                  <a:lnTo>
                    <a:pt x="32" y="80"/>
                  </a:lnTo>
                  <a:lnTo>
                    <a:pt x="31" y="80"/>
                  </a:lnTo>
                  <a:lnTo>
                    <a:pt x="29" y="78"/>
                  </a:lnTo>
                  <a:lnTo>
                    <a:pt x="29" y="77"/>
                  </a:lnTo>
                  <a:lnTo>
                    <a:pt x="29" y="74"/>
                  </a:lnTo>
                  <a:lnTo>
                    <a:pt x="29" y="72"/>
                  </a:lnTo>
                  <a:lnTo>
                    <a:pt x="30" y="71"/>
                  </a:lnTo>
                  <a:lnTo>
                    <a:pt x="31" y="70"/>
                  </a:lnTo>
                  <a:lnTo>
                    <a:pt x="33" y="68"/>
                  </a:lnTo>
                  <a:lnTo>
                    <a:pt x="35" y="68"/>
                  </a:lnTo>
                  <a:lnTo>
                    <a:pt x="35" y="67"/>
                  </a:lnTo>
                  <a:lnTo>
                    <a:pt x="36" y="65"/>
                  </a:lnTo>
                  <a:lnTo>
                    <a:pt x="37" y="66"/>
                  </a:lnTo>
                  <a:lnTo>
                    <a:pt x="38" y="65"/>
                  </a:lnTo>
                  <a:lnTo>
                    <a:pt x="39" y="64"/>
                  </a:lnTo>
                  <a:lnTo>
                    <a:pt x="40" y="64"/>
                  </a:lnTo>
                  <a:lnTo>
                    <a:pt x="41" y="64"/>
                  </a:lnTo>
                  <a:lnTo>
                    <a:pt x="41" y="63"/>
                  </a:lnTo>
                  <a:lnTo>
                    <a:pt x="42" y="63"/>
                  </a:lnTo>
                  <a:lnTo>
                    <a:pt x="43" y="62"/>
                  </a:lnTo>
                  <a:lnTo>
                    <a:pt x="43" y="61"/>
                  </a:lnTo>
                  <a:lnTo>
                    <a:pt x="44" y="61"/>
                  </a:lnTo>
                  <a:lnTo>
                    <a:pt x="45" y="63"/>
                  </a:lnTo>
                  <a:lnTo>
                    <a:pt x="47" y="64"/>
                  </a:lnTo>
                  <a:lnTo>
                    <a:pt x="47" y="65"/>
                  </a:lnTo>
                  <a:lnTo>
                    <a:pt x="48" y="66"/>
                  </a:lnTo>
                  <a:lnTo>
                    <a:pt x="49" y="67"/>
                  </a:lnTo>
                  <a:lnTo>
                    <a:pt x="49" y="68"/>
                  </a:lnTo>
                  <a:lnTo>
                    <a:pt x="49" y="69"/>
                  </a:lnTo>
                  <a:lnTo>
                    <a:pt x="49" y="70"/>
                  </a:lnTo>
                  <a:lnTo>
                    <a:pt x="50" y="70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2"/>
                  </a:lnTo>
                  <a:lnTo>
                    <a:pt x="54" y="71"/>
                  </a:lnTo>
                  <a:lnTo>
                    <a:pt x="55" y="71"/>
                  </a:lnTo>
                  <a:lnTo>
                    <a:pt x="56" y="72"/>
                  </a:lnTo>
                  <a:lnTo>
                    <a:pt x="58" y="73"/>
                  </a:lnTo>
                  <a:lnTo>
                    <a:pt x="59" y="74"/>
                  </a:lnTo>
                  <a:lnTo>
                    <a:pt x="61" y="74"/>
                  </a:lnTo>
                  <a:lnTo>
                    <a:pt x="62" y="73"/>
                  </a:lnTo>
                  <a:lnTo>
                    <a:pt x="63" y="70"/>
                  </a:lnTo>
                  <a:lnTo>
                    <a:pt x="64" y="67"/>
                  </a:lnTo>
                  <a:lnTo>
                    <a:pt x="64" y="66"/>
                  </a:lnTo>
                  <a:lnTo>
                    <a:pt x="64" y="64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2" y="62"/>
                  </a:lnTo>
                  <a:lnTo>
                    <a:pt x="62" y="61"/>
                  </a:lnTo>
                  <a:lnTo>
                    <a:pt x="62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3" y="57"/>
                  </a:lnTo>
                  <a:lnTo>
                    <a:pt x="63" y="56"/>
                  </a:lnTo>
                  <a:lnTo>
                    <a:pt x="63" y="55"/>
                  </a:lnTo>
                  <a:lnTo>
                    <a:pt x="62" y="55"/>
                  </a:lnTo>
                  <a:lnTo>
                    <a:pt x="61" y="53"/>
                  </a:lnTo>
                  <a:lnTo>
                    <a:pt x="60" y="53"/>
                  </a:lnTo>
                  <a:lnTo>
                    <a:pt x="60" y="55"/>
                  </a:lnTo>
                  <a:lnTo>
                    <a:pt x="59" y="57"/>
                  </a:lnTo>
                  <a:lnTo>
                    <a:pt x="57" y="58"/>
                  </a:lnTo>
                  <a:lnTo>
                    <a:pt x="57" y="59"/>
                  </a:lnTo>
                  <a:lnTo>
                    <a:pt x="56" y="59"/>
                  </a:lnTo>
                  <a:lnTo>
                    <a:pt x="54" y="58"/>
                  </a:lnTo>
                  <a:lnTo>
                    <a:pt x="54" y="60"/>
                  </a:lnTo>
                  <a:lnTo>
                    <a:pt x="53" y="60"/>
                  </a:lnTo>
                  <a:lnTo>
                    <a:pt x="53" y="59"/>
                  </a:lnTo>
                  <a:lnTo>
                    <a:pt x="52" y="58"/>
                  </a:lnTo>
                  <a:lnTo>
                    <a:pt x="50" y="55"/>
                  </a:lnTo>
                  <a:lnTo>
                    <a:pt x="48" y="55"/>
                  </a:lnTo>
                  <a:lnTo>
                    <a:pt x="48" y="54"/>
                  </a:lnTo>
                  <a:lnTo>
                    <a:pt x="47" y="54"/>
                  </a:lnTo>
                  <a:lnTo>
                    <a:pt x="46" y="54"/>
                  </a:lnTo>
                  <a:lnTo>
                    <a:pt x="46" y="53"/>
                  </a:lnTo>
                  <a:lnTo>
                    <a:pt x="45" y="53"/>
                  </a:lnTo>
                  <a:lnTo>
                    <a:pt x="44" y="52"/>
                  </a:lnTo>
                  <a:lnTo>
                    <a:pt x="43" y="51"/>
                  </a:lnTo>
                  <a:lnTo>
                    <a:pt x="43" y="50"/>
                  </a:lnTo>
                  <a:lnTo>
                    <a:pt x="43" y="45"/>
                  </a:lnTo>
                  <a:lnTo>
                    <a:pt x="42" y="44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2" y="42"/>
                  </a:lnTo>
                  <a:lnTo>
                    <a:pt x="43" y="41"/>
                  </a:lnTo>
                  <a:lnTo>
                    <a:pt x="44" y="40"/>
                  </a:lnTo>
                  <a:lnTo>
                    <a:pt x="46" y="39"/>
                  </a:lnTo>
                  <a:lnTo>
                    <a:pt x="48" y="39"/>
                  </a:lnTo>
                  <a:lnTo>
                    <a:pt x="50" y="39"/>
                  </a:lnTo>
                  <a:lnTo>
                    <a:pt x="53" y="38"/>
                  </a:lnTo>
                  <a:lnTo>
                    <a:pt x="54" y="37"/>
                  </a:lnTo>
                  <a:lnTo>
                    <a:pt x="59" y="32"/>
                  </a:lnTo>
                  <a:lnTo>
                    <a:pt x="60" y="30"/>
                  </a:lnTo>
                  <a:lnTo>
                    <a:pt x="64" y="26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7" y="19"/>
                  </a:lnTo>
                  <a:lnTo>
                    <a:pt x="67" y="18"/>
                  </a:lnTo>
                  <a:lnTo>
                    <a:pt x="67" y="16"/>
                  </a:lnTo>
                  <a:lnTo>
                    <a:pt x="68" y="16"/>
                  </a:lnTo>
                  <a:lnTo>
                    <a:pt x="70" y="15"/>
                  </a:lnTo>
                  <a:lnTo>
                    <a:pt x="71" y="14"/>
                  </a:lnTo>
                  <a:lnTo>
                    <a:pt x="71" y="13"/>
                  </a:lnTo>
                  <a:lnTo>
                    <a:pt x="70" y="13"/>
                  </a:lnTo>
                  <a:lnTo>
                    <a:pt x="70" y="12"/>
                  </a:lnTo>
                  <a:lnTo>
                    <a:pt x="70" y="11"/>
                  </a:lnTo>
                  <a:lnTo>
                    <a:pt x="69" y="12"/>
                  </a:lnTo>
                  <a:lnTo>
                    <a:pt x="67" y="12"/>
                  </a:lnTo>
                  <a:lnTo>
                    <a:pt x="66" y="11"/>
                  </a:lnTo>
                  <a:lnTo>
                    <a:pt x="64" y="8"/>
                  </a:lnTo>
                  <a:lnTo>
                    <a:pt x="62" y="6"/>
                  </a:lnTo>
                  <a:lnTo>
                    <a:pt x="61" y="6"/>
                  </a:lnTo>
                  <a:lnTo>
                    <a:pt x="59" y="7"/>
                  </a:lnTo>
                  <a:lnTo>
                    <a:pt x="58" y="7"/>
                  </a:lnTo>
                  <a:lnTo>
                    <a:pt x="58" y="8"/>
                  </a:lnTo>
                  <a:lnTo>
                    <a:pt x="57" y="7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6" y="5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4"/>
                  </a:lnTo>
                  <a:lnTo>
                    <a:pt x="53" y="3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8" y="1"/>
                  </a:lnTo>
                  <a:lnTo>
                    <a:pt x="47" y="1"/>
                  </a:lnTo>
                  <a:lnTo>
                    <a:pt x="46" y="1"/>
                  </a:lnTo>
                  <a:lnTo>
                    <a:pt x="45" y="1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5" y="1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4" y="2"/>
                  </a:lnTo>
                  <a:lnTo>
                    <a:pt x="35" y="5"/>
                  </a:lnTo>
                  <a:lnTo>
                    <a:pt x="37" y="7"/>
                  </a:lnTo>
                  <a:lnTo>
                    <a:pt x="38" y="10"/>
                  </a:lnTo>
                  <a:lnTo>
                    <a:pt x="38" y="14"/>
                  </a:lnTo>
                  <a:lnTo>
                    <a:pt x="38" y="17"/>
                  </a:lnTo>
                  <a:lnTo>
                    <a:pt x="37" y="17"/>
                  </a:lnTo>
                  <a:lnTo>
                    <a:pt x="36" y="17"/>
                  </a:lnTo>
                  <a:lnTo>
                    <a:pt x="35" y="17"/>
                  </a:lnTo>
                  <a:lnTo>
                    <a:pt x="33" y="17"/>
                  </a:lnTo>
                  <a:lnTo>
                    <a:pt x="32" y="18"/>
                  </a:lnTo>
                  <a:lnTo>
                    <a:pt x="31" y="18"/>
                  </a:lnTo>
                  <a:lnTo>
                    <a:pt x="29" y="18"/>
                  </a:lnTo>
                  <a:lnTo>
                    <a:pt x="26" y="17"/>
                  </a:lnTo>
                  <a:lnTo>
                    <a:pt x="24" y="17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7" y="17"/>
                  </a:lnTo>
                  <a:lnTo>
                    <a:pt x="17" y="19"/>
                  </a:lnTo>
                  <a:lnTo>
                    <a:pt x="16" y="19"/>
                  </a:lnTo>
                  <a:lnTo>
                    <a:pt x="14" y="21"/>
                  </a:lnTo>
                  <a:lnTo>
                    <a:pt x="14" y="22"/>
                  </a:lnTo>
                  <a:lnTo>
                    <a:pt x="12" y="24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8" y="29"/>
                  </a:lnTo>
                  <a:lnTo>
                    <a:pt x="8" y="31"/>
                  </a:lnTo>
                  <a:lnTo>
                    <a:pt x="8" y="32"/>
                  </a:lnTo>
                  <a:lnTo>
                    <a:pt x="8" y="34"/>
                  </a:lnTo>
                  <a:lnTo>
                    <a:pt x="6" y="34"/>
                  </a:lnTo>
                  <a:lnTo>
                    <a:pt x="5" y="35"/>
                  </a:lnTo>
                  <a:lnTo>
                    <a:pt x="5" y="36"/>
                  </a:lnTo>
                  <a:lnTo>
                    <a:pt x="3" y="37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2" y="44"/>
                  </a:lnTo>
                  <a:lnTo>
                    <a:pt x="1" y="4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5" name="Freeform 21"/>
            <p:cNvSpPr>
              <a:spLocks/>
            </p:cNvSpPr>
            <p:nvPr/>
          </p:nvSpPr>
          <p:spPr bwMode="auto">
            <a:xfrm>
              <a:off x="3052997" y="5252796"/>
              <a:ext cx="781403" cy="526624"/>
            </a:xfrm>
            <a:custGeom>
              <a:avLst/>
              <a:gdLst>
                <a:gd name="T0" fmla="*/ 2147483647 w 102"/>
                <a:gd name="T1" fmla="*/ 2147483647 h 68"/>
                <a:gd name="T2" fmla="*/ 2147483647 w 102"/>
                <a:gd name="T3" fmla="*/ 2147483647 h 68"/>
                <a:gd name="T4" fmla="*/ 2147483647 w 102"/>
                <a:gd name="T5" fmla="*/ 2147483647 h 68"/>
                <a:gd name="T6" fmla="*/ 2147483647 w 102"/>
                <a:gd name="T7" fmla="*/ 2147483647 h 68"/>
                <a:gd name="T8" fmla="*/ 2147483647 w 102"/>
                <a:gd name="T9" fmla="*/ 2147483647 h 68"/>
                <a:gd name="T10" fmla="*/ 2147483647 w 102"/>
                <a:gd name="T11" fmla="*/ 2147483647 h 68"/>
                <a:gd name="T12" fmla="*/ 2147483647 w 102"/>
                <a:gd name="T13" fmla="*/ 2147483647 h 68"/>
                <a:gd name="T14" fmla="*/ 2147483647 w 102"/>
                <a:gd name="T15" fmla="*/ 2147483647 h 68"/>
                <a:gd name="T16" fmla="*/ 2147483647 w 102"/>
                <a:gd name="T17" fmla="*/ 2147483647 h 68"/>
                <a:gd name="T18" fmla="*/ 2147483647 w 102"/>
                <a:gd name="T19" fmla="*/ 2147483647 h 68"/>
                <a:gd name="T20" fmla="*/ 2147483647 w 102"/>
                <a:gd name="T21" fmla="*/ 2147483647 h 68"/>
                <a:gd name="T22" fmla="*/ 2147483647 w 102"/>
                <a:gd name="T23" fmla="*/ 2147483647 h 68"/>
                <a:gd name="T24" fmla="*/ 2147483647 w 102"/>
                <a:gd name="T25" fmla="*/ 2147483647 h 68"/>
                <a:gd name="T26" fmla="*/ 2147483647 w 102"/>
                <a:gd name="T27" fmla="*/ 2147483647 h 68"/>
                <a:gd name="T28" fmla="*/ 2147483647 w 102"/>
                <a:gd name="T29" fmla="*/ 2147483647 h 68"/>
                <a:gd name="T30" fmla="*/ 2147483647 w 102"/>
                <a:gd name="T31" fmla="*/ 2147483647 h 68"/>
                <a:gd name="T32" fmla="*/ 2147483647 w 102"/>
                <a:gd name="T33" fmla="*/ 2147483647 h 68"/>
                <a:gd name="T34" fmla="*/ 2147483647 w 102"/>
                <a:gd name="T35" fmla="*/ 2147483647 h 68"/>
                <a:gd name="T36" fmla="*/ 2147483647 w 102"/>
                <a:gd name="T37" fmla="*/ 2147483647 h 68"/>
                <a:gd name="T38" fmla="*/ 2147483647 w 102"/>
                <a:gd name="T39" fmla="*/ 2147483647 h 68"/>
                <a:gd name="T40" fmla="*/ 2147483647 w 102"/>
                <a:gd name="T41" fmla="*/ 2147483647 h 68"/>
                <a:gd name="T42" fmla="*/ 2147483647 w 102"/>
                <a:gd name="T43" fmla="*/ 2147483647 h 68"/>
                <a:gd name="T44" fmla="*/ 2147483647 w 102"/>
                <a:gd name="T45" fmla="*/ 2147483647 h 68"/>
                <a:gd name="T46" fmla="*/ 2147483647 w 102"/>
                <a:gd name="T47" fmla="*/ 2147483647 h 68"/>
                <a:gd name="T48" fmla="*/ 2147483647 w 102"/>
                <a:gd name="T49" fmla="*/ 2147483647 h 68"/>
                <a:gd name="T50" fmla="*/ 2147483647 w 102"/>
                <a:gd name="T51" fmla="*/ 2147483647 h 68"/>
                <a:gd name="T52" fmla="*/ 2147483647 w 102"/>
                <a:gd name="T53" fmla="*/ 2147483647 h 68"/>
                <a:gd name="T54" fmla="*/ 2147483647 w 102"/>
                <a:gd name="T55" fmla="*/ 2147483647 h 68"/>
                <a:gd name="T56" fmla="*/ 2147483647 w 102"/>
                <a:gd name="T57" fmla="*/ 2147483647 h 68"/>
                <a:gd name="T58" fmla="*/ 2147483647 w 102"/>
                <a:gd name="T59" fmla="*/ 2147483647 h 68"/>
                <a:gd name="T60" fmla="*/ 2147483647 w 102"/>
                <a:gd name="T61" fmla="*/ 2147483647 h 68"/>
                <a:gd name="T62" fmla="*/ 2147483647 w 102"/>
                <a:gd name="T63" fmla="*/ 2147483647 h 68"/>
                <a:gd name="T64" fmla="*/ 2147483647 w 102"/>
                <a:gd name="T65" fmla="*/ 2147483647 h 68"/>
                <a:gd name="T66" fmla="*/ 2147483647 w 102"/>
                <a:gd name="T67" fmla="*/ 2147483647 h 68"/>
                <a:gd name="T68" fmla="*/ 2147483647 w 102"/>
                <a:gd name="T69" fmla="*/ 2147483647 h 68"/>
                <a:gd name="T70" fmla="*/ 2147483647 w 102"/>
                <a:gd name="T71" fmla="*/ 2147483647 h 68"/>
                <a:gd name="T72" fmla="*/ 2147483647 w 102"/>
                <a:gd name="T73" fmla="*/ 2147483647 h 68"/>
                <a:gd name="T74" fmla="*/ 2147483647 w 102"/>
                <a:gd name="T75" fmla="*/ 2147483647 h 68"/>
                <a:gd name="T76" fmla="*/ 2147483647 w 102"/>
                <a:gd name="T77" fmla="*/ 2147483647 h 68"/>
                <a:gd name="T78" fmla="*/ 2147483647 w 102"/>
                <a:gd name="T79" fmla="*/ 2147483647 h 68"/>
                <a:gd name="T80" fmla="*/ 2147483647 w 102"/>
                <a:gd name="T81" fmla="*/ 2147483647 h 68"/>
                <a:gd name="T82" fmla="*/ 2147483647 w 102"/>
                <a:gd name="T83" fmla="*/ 2147483647 h 68"/>
                <a:gd name="T84" fmla="*/ 2147483647 w 102"/>
                <a:gd name="T85" fmla="*/ 2147483647 h 68"/>
                <a:gd name="T86" fmla="*/ 2147483647 w 102"/>
                <a:gd name="T87" fmla="*/ 2147483647 h 68"/>
                <a:gd name="T88" fmla="*/ 2147483647 w 102"/>
                <a:gd name="T89" fmla="*/ 2147483647 h 68"/>
                <a:gd name="T90" fmla="*/ 2147483647 w 102"/>
                <a:gd name="T91" fmla="*/ 2147483647 h 68"/>
                <a:gd name="T92" fmla="*/ 2147483647 w 102"/>
                <a:gd name="T93" fmla="*/ 2147483647 h 68"/>
                <a:gd name="T94" fmla="*/ 2147483647 w 102"/>
                <a:gd name="T95" fmla="*/ 2147483647 h 68"/>
                <a:gd name="T96" fmla="*/ 2147483647 w 102"/>
                <a:gd name="T97" fmla="*/ 2147483647 h 68"/>
                <a:gd name="T98" fmla="*/ 2147483647 w 102"/>
                <a:gd name="T99" fmla="*/ 2147483647 h 68"/>
                <a:gd name="T100" fmla="*/ 2147483647 w 102"/>
                <a:gd name="T101" fmla="*/ 2147483647 h 68"/>
                <a:gd name="T102" fmla="*/ 2147483647 w 102"/>
                <a:gd name="T103" fmla="*/ 2147483647 h 68"/>
                <a:gd name="T104" fmla="*/ 2147483647 w 102"/>
                <a:gd name="T105" fmla="*/ 2147483647 h 68"/>
                <a:gd name="T106" fmla="*/ 2147483647 w 102"/>
                <a:gd name="T107" fmla="*/ 2147483647 h 68"/>
                <a:gd name="T108" fmla="*/ 2147483647 w 102"/>
                <a:gd name="T109" fmla="*/ 2147483647 h 68"/>
                <a:gd name="T110" fmla="*/ 2147483647 w 102"/>
                <a:gd name="T111" fmla="*/ 2147483647 h 68"/>
                <a:gd name="T112" fmla="*/ 2147483647 w 102"/>
                <a:gd name="T113" fmla="*/ 2147483647 h 68"/>
                <a:gd name="T114" fmla="*/ 2147483647 w 102"/>
                <a:gd name="T115" fmla="*/ 2147483647 h 6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02" h="68">
                  <a:moveTo>
                    <a:pt x="0" y="52"/>
                  </a:moveTo>
                  <a:lnTo>
                    <a:pt x="1" y="52"/>
                  </a:lnTo>
                  <a:lnTo>
                    <a:pt x="1" y="51"/>
                  </a:lnTo>
                  <a:lnTo>
                    <a:pt x="0" y="49"/>
                  </a:lnTo>
                  <a:lnTo>
                    <a:pt x="1" y="49"/>
                  </a:lnTo>
                  <a:lnTo>
                    <a:pt x="2" y="48"/>
                  </a:lnTo>
                  <a:lnTo>
                    <a:pt x="3" y="48"/>
                  </a:lnTo>
                  <a:lnTo>
                    <a:pt x="4" y="47"/>
                  </a:lnTo>
                  <a:lnTo>
                    <a:pt x="5" y="47"/>
                  </a:lnTo>
                  <a:lnTo>
                    <a:pt x="4" y="45"/>
                  </a:lnTo>
                  <a:lnTo>
                    <a:pt x="5" y="45"/>
                  </a:lnTo>
                  <a:lnTo>
                    <a:pt x="6" y="44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8" y="41"/>
                  </a:lnTo>
                  <a:lnTo>
                    <a:pt x="8" y="40"/>
                  </a:lnTo>
                  <a:lnTo>
                    <a:pt x="8" y="39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7" y="37"/>
                  </a:lnTo>
                  <a:lnTo>
                    <a:pt x="6" y="37"/>
                  </a:lnTo>
                  <a:lnTo>
                    <a:pt x="6" y="36"/>
                  </a:lnTo>
                  <a:lnTo>
                    <a:pt x="5" y="35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3" y="33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4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7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9" y="15"/>
                  </a:lnTo>
                  <a:lnTo>
                    <a:pt x="10" y="16"/>
                  </a:lnTo>
                  <a:lnTo>
                    <a:pt x="11" y="16"/>
                  </a:lnTo>
                  <a:lnTo>
                    <a:pt x="12" y="16"/>
                  </a:lnTo>
                  <a:lnTo>
                    <a:pt x="13" y="17"/>
                  </a:lnTo>
                  <a:lnTo>
                    <a:pt x="14" y="17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5" y="10"/>
                  </a:lnTo>
                  <a:lnTo>
                    <a:pt x="16" y="10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8" y="8"/>
                  </a:lnTo>
                  <a:lnTo>
                    <a:pt x="19" y="9"/>
                  </a:lnTo>
                  <a:lnTo>
                    <a:pt x="19" y="11"/>
                  </a:lnTo>
                  <a:lnTo>
                    <a:pt x="20" y="13"/>
                  </a:lnTo>
                  <a:lnTo>
                    <a:pt x="21" y="15"/>
                  </a:lnTo>
                  <a:lnTo>
                    <a:pt x="22" y="15"/>
                  </a:lnTo>
                  <a:lnTo>
                    <a:pt x="22" y="14"/>
                  </a:lnTo>
                  <a:lnTo>
                    <a:pt x="22" y="15"/>
                  </a:lnTo>
                  <a:lnTo>
                    <a:pt x="22" y="16"/>
                  </a:lnTo>
                  <a:lnTo>
                    <a:pt x="23" y="16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5" y="12"/>
                  </a:lnTo>
                  <a:lnTo>
                    <a:pt x="26" y="12"/>
                  </a:lnTo>
                  <a:lnTo>
                    <a:pt x="27" y="12"/>
                  </a:lnTo>
                  <a:lnTo>
                    <a:pt x="28" y="11"/>
                  </a:lnTo>
                  <a:lnTo>
                    <a:pt x="29" y="11"/>
                  </a:lnTo>
                  <a:lnTo>
                    <a:pt x="30" y="12"/>
                  </a:lnTo>
                  <a:lnTo>
                    <a:pt x="31" y="12"/>
                  </a:lnTo>
                  <a:lnTo>
                    <a:pt x="32" y="11"/>
                  </a:lnTo>
                  <a:lnTo>
                    <a:pt x="33" y="11"/>
                  </a:lnTo>
                  <a:lnTo>
                    <a:pt x="34" y="10"/>
                  </a:lnTo>
                  <a:lnTo>
                    <a:pt x="35" y="10"/>
                  </a:lnTo>
                  <a:lnTo>
                    <a:pt x="36" y="10"/>
                  </a:lnTo>
                  <a:lnTo>
                    <a:pt x="36" y="9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8" y="7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0" y="5"/>
                  </a:lnTo>
                  <a:lnTo>
                    <a:pt x="41" y="3"/>
                  </a:lnTo>
                  <a:lnTo>
                    <a:pt x="41" y="2"/>
                  </a:lnTo>
                  <a:lnTo>
                    <a:pt x="41" y="1"/>
                  </a:lnTo>
                  <a:lnTo>
                    <a:pt x="41" y="0"/>
                  </a:lnTo>
                  <a:lnTo>
                    <a:pt x="42" y="0"/>
                  </a:lnTo>
                  <a:lnTo>
                    <a:pt x="43" y="1"/>
                  </a:lnTo>
                  <a:lnTo>
                    <a:pt x="45" y="2"/>
                  </a:lnTo>
                  <a:lnTo>
                    <a:pt x="46" y="3"/>
                  </a:lnTo>
                  <a:lnTo>
                    <a:pt x="47" y="3"/>
                  </a:lnTo>
                  <a:lnTo>
                    <a:pt x="48" y="3"/>
                  </a:lnTo>
                  <a:lnTo>
                    <a:pt x="48" y="4"/>
                  </a:lnTo>
                  <a:lnTo>
                    <a:pt x="49" y="5"/>
                  </a:lnTo>
                  <a:lnTo>
                    <a:pt x="49" y="6"/>
                  </a:lnTo>
                  <a:lnTo>
                    <a:pt x="49" y="7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9"/>
                  </a:lnTo>
                  <a:lnTo>
                    <a:pt x="51" y="10"/>
                  </a:lnTo>
                  <a:lnTo>
                    <a:pt x="52" y="11"/>
                  </a:lnTo>
                  <a:lnTo>
                    <a:pt x="53" y="11"/>
                  </a:lnTo>
                  <a:lnTo>
                    <a:pt x="54" y="11"/>
                  </a:lnTo>
                  <a:lnTo>
                    <a:pt x="55" y="11"/>
                  </a:lnTo>
                  <a:lnTo>
                    <a:pt x="57" y="11"/>
                  </a:lnTo>
                  <a:lnTo>
                    <a:pt x="59" y="12"/>
                  </a:lnTo>
                  <a:lnTo>
                    <a:pt x="59" y="14"/>
                  </a:lnTo>
                  <a:lnTo>
                    <a:pt x="60" y="15"/>
                  </a:lnTo>
                  <a:lnTo>
                    <a:pt x="60" y="17"/>
                  </a:lnTo>
                  <a:lnTo>
                    <a:pt x="59" y="18"/>
                  </a:lnTo>
                  <a:lnTo>
                    <a:pt x="58" y="20"/>
                  </a:lnTo>
                  <a:lnTo>
                    <a:pt x="59" y="24"/>
                  </a:lnTo>
                  <a:lnTo>
                    <a:pt x="59" y="25"/>
                  </a:lnTo>
                  <a:lnTo>
                    <a:pt x="60" y="26"/>
                  </a:lnTo>
                  <a:lnTo>
                    <a:pt x="62" y="26"/>
                  </a:lnTo>
                  <a:lnTo>
                    <a:pt x="63" y="26"/>
                  </a:lnTo>
                  <a:lnTo>
                    <a:pt x="64" y="26"/>
                  </a:lnTo>
                  <a:lnTo>
                    <a:pt x="66" y="24"/>
                  </a:lnTo>
                  <a:lnTo>
                    <a:pt x="67" y="23"/>
                  </a:lnTo>
                  <a:lnTo>
                    <a:pt x="69" y="23"/>
                  </a:lnTo>
                  <a:lnTo>
                    <a:pt x="71" y="22"/>
                  </a:lnTo>
                  <a:lnTo>
                    <a:pt x="72" y="21"/>
                  </a:lnTo>
                  <a:lnTo>
                    <a:pt x="73" y="22"/>
                  </a:lnTo>
                  <a:lnTo>
                    <a:pt x="74" y="22"/>
                  </a:lnTo>
                  <a:lnTo>
                    <a:pt x="74" y="23"/>
                  </a:lnTo>
                  <a:lnTo>
                    <a:pt x="73" y="24"/>
                  </a:lnTo>
                  <a:lnTo>
                    <a:pt x="72" y="24"/>
                  </a:lnTo>
                  <a:lnTo>
                    <a:pt x="73" y="25"/>
                  </a:lnTo>
                  <a:lnTo>
                    <a:pt x="73" y="26"/>
                  </a:lnTo>
                  <a:lnTo>
                    <a:pt x="74" y="27"/>
                  </a:lnTo>
                  <a:lnTo>
                    <a:pt x="76" y="29"/>
                  </a:lnTo>
                  <a:lnTo>
                    <a:pt x="79" y="30"/>
                  </a:lnTo>
                  <a:lnTo>
                    <a:pt x="79" y="31"/>
                  </a:lnTo>
                  <a:lnTo>
                    <a:pt x="80" y="31"/>
                  </a:lnTo>
                  <a:lnTo>
                    <a:pt x="80" y="33"/>
                  </a:lnTo>
                  <a:lnTo>
                    <a:pt x="82" y="33"/>
                  </a:lnTo>
                  <a:lnTo>
                    <a:pt x="83" y="33"/>
                  </a:lnTo>
                  <a:lnTo>
                    <a:pt x="85" y="33"/>
                  </a:lnTo>
                  <a:lnTo>
                    <a:pt x="87" y="33"/>
                  </a:lnTo>
                  <a:lnTo>
                    <a:pt x="88" y="33"/>
                  </a:lnTo>
                  <a:lnTo>
                    <a:pt x="91" y="33"/>
                  </a:lnTo>
                  <a:lnTo>
                    <a:pt x="97" y="34"/>
                  </a:lnTo>
                  <a:lnTo>
                    <a:pt x="101" y="33"/>
                  </a:lnTo>
                  <a:lnTo>
                    <a:pt x="102" y="34"/>
                  </a:lnTo>
                  <a:lnTo>
                    <a:pt x="98" y="44"/>
                  </a:lnTo>
                  <a:lnTo>
                    <a:pt x="96" y="50"/>
                  </a:lnTo>
                  <a:lnTo>
                    <a:pt x="98" y="53"/>
                  </a:lnTo>
                  <a:lnTo>
                    <a:pt x="98" y="57"/>
                  </a:lnTo>
                  <a:lnTo>
                    <a:pt x="97" y="57"/>
                  </a:lnTo>
                  <a:lnTo>
                    <a:pt x="96" y="57"/>
                  </a:lnTo>
                  <a:lnTo>
                    <a:pt x="94" y="56"/>
                  </a:lnTo>
                  <a:lnTo>
                    <a:pt x="92" y="55"/>
                  </a:lnTo>
                  <a:lnTo>
                    <a:pt x="91" y="55"/>
                  </a:lnTo>
                  <a:lnTo>
                    <a:pt x="89" y="55"/>
                  </a:lnTo>
                  <a:lnTo>
                    <a:pt x="87" y="54"/>
                  </a:lnTo>
                  <a:lnTo>
                    <a:pt x="85" y="54"/>
                  </a:lnTo>
                  <a:lnTo>
                    <a:pt x="84" y="54"/>
                  </a:lnTo>
                  <a:lnTo>
                    <a:pt x="85" y="54"/>
                  </a:lnTo>
                  <a:lnTo>
                    <a:pt x="86" y="53"/>
                  </a:lnTo>
                  <a:lnTo>
                    <a:pt x="87" y="53"/>
                  </a:lnTo>
                  <a:lnTo>
                    <a:pt x="87" y="52"/>
                  </a:lnTo>
                  <a:lnTo>
                    <a:pt x="87" y="51"/>
                  </a:lnTo>
                  <a:lnTo>
                    <a:pt x="86" y="51"/>
                  </a:lnTo>
                  <a:lnTo>
                    <a:pt x="85" y="51"/>
                  </a:lnTo>
                  <a:lnTo>
                    <a:pt x="84" y="52"/>
                  </a:lnTo>
                  <a:lnTo>
                    <a:pt x="83" y="52"/>
                  </a:lnTo>
                  <a:lnTo>
                    <a:pt x="83" y="53"/>
                  </a:lnTo>
                  <a:lnTo>
                    <a:pt x="82" y="53"/>
                  </a:lnTo>
                  <a:lnTo>
                    <a:pt x="82" y="52"/>
                  </a:lnTo>
                  <a:lnTo>
                    <a:pt x="83" y="52"/>
                  </a:lnTo>
                  <a:lnTo>
                    <a:pt x="83" y="51"/>
                  </a:lnTo>
                  <a:lnTo>
                    <a:pt x="82" y="51"/>
                  </a:lnTo>
                  <a:lnTo>
                    <a:pt x="82" y="50"/>
                  </a:lnTo>
                  <a:lnTo>
                    <a:pt x="82" y="49"/>
                  </a:lnTo>
                  <a:lnTo>
                    <a:pt x="81" y="49"/>
                  </a:lnTo>
                  <a:lnTo>
                    <a:pt x="80" y="49"/>
                  </a:lnTo>
                  <a:lnTo>
                    <a:pt x="80" y="50"/>
                  </a:lnTo>
                  <a:lnTo>
                    <a:pt x="79" y="50"/>
                  </a:lnTo>
                  <a:lnTo>
                    <a:pt x="79" y="52"/>
                  </a:lnTo>
                  <a:lnTo>
                    <a:pt x="78" y="52"/>
                  </a:lnTo>
                  <a:lnTo>
                    <a:pt x="77" y="52"/>
                  </a:lnTo>
                  <a:lnTo>
                    <a:pt x="77" y="53"/>
                  </a:lnTo>
                  <a:lnTo>
                    <a:pt x="78" y="53"/>
                  </a:lnTo>
                  <a:lnTo>
                    <a:pt x="78" y="54"/>
                  </a:lnTo>
                  <a:lnTo>
                    <a:pt x="78" y="55"/>
                  </a:lnTo>
                  <a:lnTo>
                    <a:pt x="77" y="55"/>
                  </a:lnTo>
                  <a:lnTo>
                    <a:pt x="76" y="55"/>
                  </a:lnTo>
                  <a:lnTo>
                    <a:pt x="75" y="55"/>
                  </a:lnTo>
                  <a:lnTo>
                    <a:pt x="74" y="55"/>
                  </a:lnTo>
                  <a:lnTo>
                    <a:pt x="74" y="56"/>
                  </a:lnTo>
                  <a:lnTo>
                    <a:pt x="73" y="56"/>
                  </a:lnTo>
                  <a:lnTo>
                    <a:pt x="73" y="57"/>
                  </a:lnTo>
                  <a:lnTo>
                    <a:pt x="72" y="57"/>
                  </a:lnTo>
                  <a:lnTo>
                    <a:pt x="71" y="58"/>
                  </a:lnTo>
                  <a:lnTo>
                    <a:pt x="70" y="58"/>
                  </a:lnTo>
                  <a:lnTo>
                    <a:pt x="70" y="59"/>
                  </a:lnTo>
                  <a:lnTo>
                    <a:pt x="69" y="60"/>
                  </a:lnTo>
                  <a:lnTo>
                    <a:pt x="68" y="60"/>
                  </a:lnTo>
                  <a:lnTo>
                    <a:pt x="66" y="60"/>
                  </a:lnTo>
                  <a:lnTo>
                    <a:pt x="66" y="61"/>
                  </a:lnTo>
                  <a:lnTo>
                    <a:pt x="65" y="61"/>
                  </a:lnTo>
                  <a:lnTo>
                    <a:pt x="64" y="61"/>
                  </a:lnTo>
                  <a:lnTo>
                    <a:pt x="63" y="62"/>
                  </a:lnTo>
                  <a:lnTo>
                    <a:pt x="62" y="62"/>
                  </a:lnTo>
                  <a:lnTo>
                    <a:pt x="60" y="63"/>
                  </a:lnTo>
                  <a:lnTo>
                    <a:pt x="58" y="64"/>
                  </a:lnTo>
                  <a:lnTo>
                    <a:pt x="57" y="64"/>
                  </a:lnTo>
                  <a:lnTo>
                    <a:pt x="56" y="65"/>
                  </a:lnTo>
                  <a:lnTo>
                    <a:pt x="55" y="65"/>
                  </a:lnTo>
                  <a:lnTo>
                    <a:pt x="55" y="66"/>
                  </a:lnTo>
                  <a:lnTo>
                    <a:pt x="54" y="66"/>
                  </a:lnTo>
                  <a:lnTo>
                    <a:pt x="53" y="67"/>
                  </a:lnTo>
                  <a:lnTo>
                    <a:pt x="52" y="67"/>
                  </a:lnTo>
                  <a:lnTo>
                    <a:pt x="51" y="67"/>
                  </a:lnTo>
                  <a:lnTo>
                    <a:pt x="50" y="67"/>
                  </a:lnTo>
                  <a:lnTo>
                    <a:pt x="49" y="67"/>
                  </a:lnTo>
                  <a:lnTo>
                    <a:pt x="48" y="67"/>
                  </a:lnTo>
                  <a:lnTo>
                    <a:pt x="47" y="67"/>
                  </a:lnTo>
                  <a:lnTo>
                    <a:pt x="47" y="68"/>
                  </a:lnTo>
                  <a:lnTo>
                    <a:pt x="46" y="68"/>
                  </a:lnTo>
                  <a:lnTo>
                    <a:pt x="45" y="68"/>
                  </a:lnTo>
                  <a:lnTo>
                    <a:pt x="44" y="68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39" y="66"/>
                  </a:lnTo>
                  <a:lnTo>
                    <a:pt x="37" y="65"/>
                  </a:lnTo>
                  <a:lnTo>
                    <a:pt x="36" y="65"/>
                  </a:lnTo>
                  <a:lnTo>
                    <a:pt x="35" y="65"/>
                  </a:lnTo>
                  <a:lnTo>
                    <a:pt x="34" y="64"/>
                  </a:lnTo>
                  <a:lnTo>
                    <a:pt x="33" y="63"/>
                  </a:lnTo>
                  <a:lnTo>
                    <a:pt x="31" y="62"/>
                  </a:lnTo>
                  <a:lnTo>
                    <a:pt x="29" y="62"/>
                  </a:lnTo>
                  <a:lnTo>
                    <a:pt x="28" y="62"/>
                  </a:lnTo>
                  <a:lnTo>
                    <a:pt x="27" y="62"/>
                  </a:lnTo>
                  <a:lnTo>
                    <a:pt x="26" y="62"/>
                  </a:lnTo>
                  <a:lnTo>
                    <a:pt x="25" y="62"/>
                  </a:lnTo>
                  <a:lnTo>
                    <a:pt x="24" y="62"/>
                  </a:lnTo>
                  <a:lnTo>
                    <a:pt x="23" y="62"/>
                  </a:lnTo>
                  <a:lnTo>
                    <a:pt x="21" y="61"/>
                  </a:lnTo>
                  <a:lnTo>
                    <a:pt x="20" y="62"/>
                  </a:lnTo>
                  <a:lnTo>
                    <a:pt x="19" y="61"/>
                  </a:lnTo>
                  <a:lnTo>
                    <a:pt x="18" y="61"/>
                  </a:lnTo>
                  <a:lnTo>
                    <a:pt x="17" y="61"/>
                  </a:lnTo>
                  <a:lnTo>
                    <a:pt x="16" y="60"/>
                  </a:lnTo>
                  <a:lnTo>
                    <a:pt x="16" y="59"/>
                  </a:lnTo>
                  <a:lnTo>
                    <a:pt x="15" y="59"/>
                  </a:lnTo>
                  <a:lnTo>
                    <a:pt x="14" y="58"/>
                  </a:lnTo>
                  <a:lnTo>
                    <a:pt x="13" y="58"/>
                  </a:lnTo>
                  <a:lnTo>
                    <a:pt x="13" y="57"/>
                  </a:lnTo>
                  <a:lnTo>
                    <a:pt x="12" y="57"/>
                  </a:lnTo>
                  <a:lnTo>
                    <a:pt x="11" y="57"/>
                  </a:lnTo>
                  <a:lnTo>
                    <a:pt x="9" y="56"/>
                  </a:lnTo>
                  <a:lnTo>
                    <a:pt x="9" y="55"/>
                  </a:lnTo>
                  <a:lnTo>
                    <a:pt x="8" y="55"/>
                  </a:lnTo>
                  <a:lnTo>
                    <a:pt x="7" y="55"/>
                  </a:lnTo>
                  <a:lnTo>
                    <a:pt x="6" y="55"/>
                  </a:lnTo>
                  <a:lnTo>
                    <a:pt x="5" y="55"/>
                  </a:lnTo>
                  <a:lnTo>
                    <a:pt x="4" y="54"/>
                  </a:lnTo>
                  <a:lnTo>
                    <a:pt x="3" y="54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6" name="Freeform 22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3788435" y="5361218"/>
              <a:ext cx="635847" cy="588580"/>
            </a:xfrm>
            <a:custGeom>
              <a:avLst/>
              <a:gdLst>
                <a:gd name="T0" fmla="*/ 2147483647 w 83"/>
                <a:gd name="T1" fmla="*/ 2147483647 h 76"/>
                <a:gd name="T2" fmla="*/ 2147483647 w 83"/>
                <a:gd name="T3" fmla="*/ 2147483647 h 76"/>
                <a:gd name="T4" fmla="*/ 2147483647 w 83"/>
                <a:gd name="T5" fmla="*/ 2147483647 h 76"/>
                <a:gd name="T6" fmla="*/ 2147483647 w 83"/>
                <a:gd name="T7" fmla="*/ 2147483647 h 76"/>
                <a:gd name="T8" fmla="*/ 2147483647 w 83"/>
                <a:gd name="T9" fmla="*/ 2147483647 h 76"/>
                <a:gd name="T10" fmla="*/ 2147483647 w 83"/>
                <a:gd name="T11" fmla="*/ 2147483647 h 76"/>
                <a:gd name="T12" fmla="*/ 2147483647 w 83"/>
                <a:gd name="T13" fmla="*/ 0 h 76"/>
                <a:gd name="T14" fmla="*/ 2147483647 w 83"/>
                <a:gd name="T15" fmla="*/ 2147483647 h 76"/>
                <a:gd name="T16" fmla="*/ 2147483647 w 83"/>
                <a:gd name="T17" fmla="*/ 2147483647 h 76"/>
                <a:gd name="T18" fmla="*/ 2147483647 w 83"/>
                <a:gd name="T19" fmla="*/ 2147483647 h 76"/>
                <a:gd name="T20" fmla="*/ 2147483647 w 83"/>
                <a:gd name="T21" fmla="*/ 2147483647 h 76"/>
                <a:gd name="T22" fmla="*/ 2147483647 w 83"/>
                <a:gd name="T23" fmla="*/ 2147483647 h 76"/>
                <a:gd name="T24" fmla="*/ 2147483647 w 83"/>
                <a:gd name="T25" fmla="*/ 2147483647 h 76"/>
                <a:gd name="T26" fmla="*/ 2147483647 w 83"/>
                <a:gd name="T27" fmla="*/ 2147483647 h 76"/>
                <a:gd name="T28" fmla="*/ 2147483647 w 83"/>
                <a:gd name="T29" fmla="*/ 2147483647 h 76"/>
                <a:gd name="T30" fmla="*/ 2147483647 w 83"/>
                <a:gd name="T31" fmla="*/ 2147483647 h 76"/>
                <a:gd name="T32" fmla="*/ 2147483647 w 83"/>
                <a:gd name="T33" fmla="*/ 0 h 76"/>
                <a:gd name="T34" fmla="*/ 2147483647 w 83"/>
                <a:gd name="T35" fmla="*/ 2147483647 h 76"/>
                <a:gd name="T36" fmla="*/ 2147483647 w 83"/>
                <a:gd name="T37" fmla="*/ 2147483647 h 76"/>
                <a:gd name="T38" fmla="*/ 2147483647 w 83"/>
                <a:gd name="T39" fmla="*/ 2147483647 h 76"/>
                <a:gd name="T40" fmla="*/ 2147483647 w 83"/>
                <a:gd name="T41" fmla="*/ 2147483647 h 76"/>
                <a:gd name="T42" fmla="*/ 2147483647 w 83"/>
                <a:gd name="T43" fmla="*/ 2147483647 h 76"/>
                <a:gd name="T44" fmla="*/ 2147483647 w 83"/>
                <a:gd name="T45" fmla="*/ 2147483647 h 76"/>
                <a:gd name="T46" fmla="*/ 2147483647 w 83"/>
                <a:gd name="T47" fmla="*/ 2147483647 h 76"/>
                <a:gd name="T48" fmla="*/ 2147483647 w 83"/>
                <a:gd name="T49" fmla="*/ 2147483647 h 76"/>
                <a:gd name="T50" fmla="*/ 2147483647 w 83"/>
                <a:gd name="T51" fmla="*/ 2147483647 h 76"/>
                <a:gd name="T52" fmla="*/ 2147483647 w 83"/>
                <a:gd name="T53" fmla="*/ 2147483647 h 76"/>
                <a:gd name="T54" fmla="*/ 2147483647 w 83"/>
                <a:gd name="T55" fmla="*/ 2147483647 h 76"/>
                <a:gd name="T56" fmla="*/ 2147483647 w 83"/>
                <a:gd name="T57" fmla="*/ 2147483647 h 76"/>
                <a:gd name="T58" fmla="*/ 2147483647 w 83"/>
                <a:gd name="T59" fmla="*/ 2147483647 h 76"/>
                <a:gd name="T60" fmla="*/ 2147483647 w 83"/>
                <a:gd name="T61" fmla="*/ 2147483647 h 76"/>
                <a:gd name="T62" fmla="*/ 2147483647 w 83"/>
                <a:gd name="T63" fmla="*/ 2147483647 h 76"/>
                <a:gd name="T64" fmla="*/ 2147483647 w 83"/>
                <a:gd name="T65" fmla="*/ 2147483647 h 76"/>
                <a:gd name="T66" fmla="*/ 2147483647 w 83"/>
                <a:gd name="T67" fmla="*/ 2147483647 h 76"/>
                <a:gd name="T68" fmla="*/ 2147483647 w 83"/>
                <a:gd name="T69" fmla="*/ 2147483647 h 76"/>
                <a:gd name="T70" fmla="*/ 2147483647 w 83"/>
                <a:gd name="T71" fmla="*/ 2147483647 h 76"/>
                <a:gd name="T72" fmla="*/ 2147483647 w 83"/>
                <a:gd name="T73" fmla="*/ 2147483647 h 76"/>
                <a:gd name="T74" fmla="*/ 2147483647 w 83"/>
                <a:gd name="T75" fmla="*/ 2147483647 h 76"/>
                <a:gd name="T76" fmla="*/ 2147483647 w 83"/>
                <a:gd name="T77" fmla="*/ 2147483647 h 76"/>
                <a:gd name="T78" fmla="*/ 2147483647 w 83"/>
                <a:gd name="T79" fmla="*/ 2147483647 h 76"/>
                <a:gd name="T80" fmla="*/ 2147483647 w 83"/>
                <a:gd name="T81" fmla="*/ 2147483647 h 76"/>
                <a:gd name="T82" fmla="*/ 2147483647 w 83"/>
                <a:gd name="T83" fmla="*/ 2147483647 h 76"/>
                <a:gd name="T84" fmla="*/ 2147483647 w 83"/>
                <a:gd name="T85" fmla="*/ 2147483647 h 76"/>
                <a:gd name="T86" fmla="*/ 2147483647 w 83"/>
                <a:gd name="T87" fmla="*/ 2147483647 h 76"/>
                <a:gd name="T88" fmla="*/ 2147483647 w 83"/>
                <a:gd name="T89" fmla="*/ 2147483647 h 76"/>
                <a:gd name="T90" fmla="*/ 2147483647 w 83"/>
                <a:gd name="T91" fmla="*/ 2147483647 h 76"/>
                <a:gd name="T92" fmla="*/ 2147483647 w 83"/>
                <a:gd name="T93" fmla="*/ 2147483647 h 76"/>
                <a:gd name="T94" fmla="*/ 2147483647 w 83"/>
                <a:gd name="T95" fmla="*/ 2147483647 h 76"/>
                <a:gd name="T96" fmla="*/ 2147483647 w 83"/>
                <a:gd name="T97" fmla="*/ 2147483647 h 76"/>
                <a:gd name="T98" fmla="*/ 2147483647 w 83"/>
                <a:gd name="T99" fmla="*/ 2147483647 h 76"/>
                <a:gd name="T100" fmla="*/ 2147483647 w 83"/>
                <a:gd name="T101" fmla="*/ 2147483647 h 76"/>
                <a:gd name="T102" fmla="*/ 2147483647 w 83"/>
                <a:gd name="T103" fmla="*/ 2147483647 h 76"/>
                <a:gd name="T104" fmla="*/ 2147483647 w 83"/>
                <a:gd name="T105" fmla="*/ 2147483647 h 76"/>
                <a:gd name="T106" fmla="*/ 2147483647 w 83"/>
                <a:gd name="T107" fmla="*/ 2147483647 h 76"/>
                <a:gd name="T108" fmla="*/ 2147483647 w 83"/>
                <a:gd name="T109" fmla="*/ 2147483647 h 76"/>
                <a:gd name="T110" fmla="*/ 2147483647 w 83"/>
                <a:gd name="T111" fmla="*/ 2147483647 h 76"/>
                <a:gd name="T112" fmla="*/ 2147483647 w 83"/>
                <a:gd name="T113" fmla="*/ 2147483647 h 7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3" h="76">
                  <a:moveTo>
                    <a:pt x="0" y="36"/>
                  </a:moveTo>
                  <a:lnTo>
                    <a:pt x="2" y="30"/>
                  </a:lnTo>
                  <a:lnTo>
                    <a:pt x="6" y="20"/>
                  </a:lnTo>
                  <a:lnTo>
                    <a:pt x="7" y="19"/>
                  </a:lnTo>
                  <a:lnTo>
                    <a:pt x="9" y="18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5"/>
                  </a:lnTo>
                  <a:lnTo>
                    <a:pt x="13" y="10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4" y="8"/>
                  </a:lnTo>
                  <a:lnTo>
                    <a:pt x="15" y="7"/>
                  </a:lnTo>
                  <a:lnTo>
                    <a:pt x="16" y="2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22" y="2"/>
                  </a:lnTo>
                  <a:lnTo>
                    <a:pt x="23" y="3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3" y="7"/>
                  </a:lnTo>
                  <a:lnTo>
                    <a:pt x="23" y="8"/>
                  </a:lnTo>
                  <a:lnTo>
                    <a:pt x="24" y="10"/>
                  </a:lnTo>
                  <a:lnTo>
                    <a:pt x="24" y="11"/>
                  </a:lnTo>
                  <a:lnTo>
                    <a:pt x="26" y="11"/>
                  </a:lnTo>
                  <a:lnTo>
                    <a:pt x="27" y="11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1" y="13"/>
                  </a:lnTo>
                  <a:lnTo>
                    <a:pt x="33" y="9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3" y="2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49" y="2"/>
                  </a:lnTo>
                  <a:lnTo>
                    <a:pt x="49" y="3"/>
                  </a:lnTo>
                  <a:lnTo>
                    <a:pt x="50" y="4"/>
                  </a:lnTo>
                  <a:lnTo>
                    <a:pt x="50" y="5"/>
                  </a:lnTo>
                  <a:lnTo>
                    <a:pt x="52" y="5"/>
                  </a:lnTo>
                  <a:lnTo>
                    <a:pt x="53" y="7"/>
                  </a:lnTo>
                  <a:lnTo>
                    <a:pt x="52" y="8"/>
                  </a:lnTo>
                  <a:lnTo>
                    <a:pt x="52" y="9"/>
                  </a:lnTo>
                  <a:lnTo>
                    <a:pt x="53" y="10"/>
                  </a:lnTo>
                  <a:lnTo>
                    <a:pt x="55" y="10"/>
                  </a:lnTo>
                  <a:lnTo>
                    <a:pt x="56" y="10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58" y="11"/>
                  </a:lnTo>
                  <a:lnTo>
                    <a:pt x="58" y="12"/>
                  </a:lnTo>
                  <a:lnTo>
                    <a:pt x="59" y="12"/>
                  </a:lnTo>
                  <a:lnTo>
                    <a:pt x="59" y="13"/>
                  </a:lnTo>
                  <a:lnTo>
                    <a:pt x="58" y="13"/>
                  </a:lnTo>
                  <a:lnTo>
                    <a:pt x="58" y="14"/>
                  </a:lnTo>
                  <a:lnTo>
                    <a:pt x="61" y="15"/>
                  </a:lnTo>
                  <a:lnTo>
                    <a:pt x="67" y="20"/>
                  </a:lnTo>
                  <a:lnTo>
                    <a:pt x="70" y="22"/>
                  </a:lnTo>
                  <a:lnTo>
                    <a:pt x="74" y="24"/>
                  </a:lnTo>
                  <a:lnTo>
                    <a:pt x="77" y="26"/>
                  </a:lnTo>
                  <a:lnTo>
                    <a:pt x="79" y="30"/>
                  </a:lnTo>
                  <a:lnTo>
                    <a:pt x="81" y="30"/>
                  </a:lnTo>
                  <a:lnTo>
                    <a:pt x="83" y="31"/>
                  </a:lnTo>
                  <a:lnTo>
                    <a:pt x="83" y="35"/>
                  </a:lnTo>
                  <a:lnTo>
                    <a:pt x="80" y="39"/>
                  </a:lnTo>
                  <a:lnTo>
                    <a:pt x="55" y="41"/>
                  </a:lnTo>
                  <a:lnTo>
                    <a:pt x="53" y="44"/>
                  </a:lnTo>
                  <a:lnTo>
                    <a:pt x="51" y="47"/>
                  </a:lnTo>
                  <a:lnTo>
                    <a:pt x="46" y="55"/>
                  </a:lnTo>
                  <a:lnTo>
                    <a:pt x="45" y="56"/>
                  </a:lnTo>
                  <a:lnTo>
                    <a:pt x="45" y="57"/>
                  </a:lnTo>
                  <a:lnTo>
                    <a:pt x="46" y="57"/>
                  </a:lnTo>
                  <a:lnTo>
                    <a:pt x="46" y="60"/>
                  </a:lnTo>
                  <a:lnTo>
                    <a:pt x="45" y="61"/>
                  </a:lnTo>
                  <a:lnTo>
                    <a:pt x="46" y="62"/>
                  </a:lnTo>
                  <a:lnTo>
                    <a:pt x="48" y="63"/>
                  </a:lnTo>
                  <a:lnTo>
                    <a:pt x="48" y="66"/>
                  </a:lnTo>
                  <a:lnTo>
                    <a:pt x="47" y="67"/>
                  </a:lnTo>
                  <a:lnTo>
                    <a:pt x="46" y="67"/>
                  </a:lnTo>
                  <a:lnTo>
                    <a:pt x="46" y="70"/>
                  </a:lnTo>
                  <a:lnTo>
                    <a:pt x="46" y="71"/>
                  </a:lnTo>
                  <a:lnTo>
                    <a:pt x="47" y="73"/>
                  </a:lnTo>
                  <a:lnTo>
                    <a:pt x="45" y="76"/>
                  </a:lnTo>
                  <a:lnTo>
                    <a:pt x="44" y="75"/>
                  </a:lnTo>
                  <a:lnTo>
                    <a:pt x="38" y="70"/>
                  </a:lnTo>
                  <a:lnTo>
                    <a:pt x="35" y="67"/>
                  </a:lnTo>
                  <a:lnTo>
                    <a:pt x="34" y="66"/>
                  </a:lnTo>
                  <a:lnTo>
                    <a:pt x="33" y="65"/>
                  </a:lnTo>
                  <a:lnTo>
                    <a:pt x="33" y="64"/>
                  </a:lnTo>
                  <a:lnTo>
                    <a:pt x="32" y="64"/>
                  </a:lnTo>
                  <a:lnTo>
                    <a:pt x="29" y="62"/>
                  </a:lnTo>
                  <a:lnTo>
                    <a:pt x="30" y="62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8" y="60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8"/>
                  </a:lnTo>
                  <a:lnTo>
                    <a:pt x="23" y="56"/>
                  </a:lnTo>
                  <a:lnTo>
                    <a:pt x="22" y="56"/>
                  </a:lnTo>
                  <a:lnTo>
                    <a:pt x="22" y="55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4" y="49"/>
                  </a:lnTo>
                  <a:lnTo>
                    <a:pt x="13" y="49"/>
                  </a:lnTo>
                  <a:lnTo>
                    <a:pt x="11" y="47"/>
                  </a:lnTo>
                  <a:lnTo>
                    <a:pt x="9" y="46"/>
                  </a:lnTo>
                  <a:lnTo>
                    <a:pt x="8" y="45"/>
                  </a:lnTo>
                  <a:lnTo>
                    <a:pt x="7" y="45"/>
                  </a:lnTo>
                  <a:lnTo>
                    <a:pt x="6" y="44"/>
                  </a:lnTo>
                  <a:lnTo>
                    <a:pt x="5" y="44"/>
                  </a:lnTo>
                  <a:lnTo>
                    <a:pt x="4" y="44"/>
                  </a:lnTo>
                  <a:lnTo>
                    <a:pt x="3" y="44"/>
                  </a:lnTo>
                  <a:lnTo>
                    <a:pt x="2" y="43"/>
                  </a:lnTo>
                  <a:lnTo>
                    <a:pt x="2" y="39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70AD47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3060658" y="4594515"/>
              <a:ext cx="812046" cy="921592"/>
            </a:xfrm>
            <a:custGeom>
              <a:avLst/>
              <a:gdLst>
                <a:gd name="T0" fmla="*/ 2147483647 w 106"/>
                <a:gd name="T1" fmla="*/ 2147483647 h 119"/>
                <a:gd name="T2" fmla="*/ 2147483647 w 106"/>
                <a:gd name="T3" fmla="*/ 2147483647 h 119"/>
                <a:gd name="T4" fmla="*/ 2147483647 w 106"/>
                <a:gd name="T5" fmla="*/ 2147483647 h 119"/>
                <a:gd name="T6" fmla="*/ 2147483647 w 106"/>
                <a:gd name="T7" fmla="*/ 2147483647 h 119"/>
                <a:gd name="T8" fmla="*/ 2147483647 w 106"/>
                <a:gd name="T9" fmla="*/ 2147483647 h 119"/>
                <a:gd name="T10" fmla="*/ 2147483647 w 106"/>
                <a:gd name="T11" fmla="*/ 2147483647 h 119"/>
                <a:gd name="T12" fmla="*/ 2147483647 w 106"/>
                <a:gd name="T13" fmla="*/ 2147483647 h 119"/>
                <a:gd name="T14" fmla="*/ 2147483647 w 106"/>
                <a:gd name="T15" fmla="*/ 2147483647 h 119"/>
                <a:gd name="T16" fmla="*/ 2147483647 w 106"/>
                <a:gd name="T17" fmla="*/ 2147483647 h 119"/>
                <a:gd name="T18" fmla="*/ 2147483647 w 106"/>
                <a:gd name="T19" fmla="*/ 2147483647 h 119"/>
                <a:gd name="T20" fmla="*/ 2147483647 w 106"/>
                <a:gd name="T21" fmla="*/ 2147483647 h 119"/>
                <a:gd name="T22" fmla="*/ 2147483647 w 106"/>
                <a:gd name="T23" fmla="*/ 2147483647 h 119"/>
                <a:gd name="T24" fmla="*/ 2147483647 w 106"/>
                <a:gd name="T25" fmla="*/ 2147483647 h 119"/>
                <a:gd name="T26" fmla="*/ 2147483647 w 106"/>
                <a:gd name="T27" fmla="*/ 2147483647 h 119"/>
                <a:gd name="T28" fmla="*/ 2147483647 w 106"/>
                <a:gd name="T29" fmla="*/ 2147483647 h 119"/>
                <a:gd name="T30" fmla="*/ 2147483647 w 106"/>
                <a:gd name="T31" fmla="*/ 2147483647 h 119"/>
                <a:gd name="T32" fmla="*/ 2147483647 w 106"/>
                <a:gd name="T33" fmla="*/ 2147483647 h 119"/>
                <a:gd name="T34" fmla="*/ 2147483647 w 106"/>
                <a:gd name="T35" fmla="*/ 2147483647 h 119"/>
                <a:gd name="T36" fmla="*/ 2147483647 w 106"/>
                <a:gd name="T37" fmla="*/ 2147483647 h 119"/>
                <a:gd name="T38" fmla="*/ 2147483647 w 106"/>
                <a:gd name="T39" fmla="*/ 2147483647 h 119"/>
                <a:gd name="T40" fmla="*/ 2147483647 w 106"/>
                <a:gd name="T41" fmla="*/ 2147483647 h 119"/>
                <a:gd name="T42" fmla="*/ 2147483647 w 106"/>
                <a:gd name="T43" fmla="*/ 2147483647 h 119"/>
                <a:gd name="T44" fmla="*/ 2147483647 w 106"/>
                <a:gd name="T45" fmla="*/ 2147483647 h 119"/>
                <a:gd name="T46" fmla="*/ 2147483647 w 106"/>
                <a:gd name="T47" fmla="*/ 2147483647 h 119"/>
                <a:gd name="T48" fmla="*/ 2147483647 w 106"/>
                <a:gd name="T49" fmla="*/ 2147483647 h 119"/>
                <a:gd name="T50" fmla="*/ 2147483647 w 106"/>
                <a:gd name="T51" fmla="*/ 2147483647 h 119"/>
                <a:gd name="T52" fmla="*/ 2147483647 w 106"/>
                <a:gd name="T53" fmla="*/ 2147483647 h 119"/>
                <a:gd name="T54" fmla="*/ 2147483647 w 106"/>
                <a:gd name="T55" fmla="*/ 2147483647 h 119"/>
                <a:gd name="T56" fmla="*/ 2147483647 w 106"/>
                <a:gd name="T57" fmla="*/ 2147483647 h 119"/>
                <a:gd name="T58" fmla="*/ 2147483647 w 106"/>
                <a:gd name="T59" fmla="*/ 2147483647 h 119"/>
                <a:gd name="T60" fmla="*/ 2147483647 w 106"/>
                <a:gd name="T61" fmla="*/ 2147483647 h 119"/>
                <a:gd name="T62" fmla="*/ 2147483647 w 106"/>
                <a:gd name="T63" fmla="*/ 2147483647 h 119"/>
                <a:gd name="T64" fmla="*/ 2147483647 w 106"/>
                <a:gd name="T65" fmla="*/ 2147483647 h 119"/>
                <a:gd name="T66" fmla="*/ 2147483647 w 106"/>
                <a:gd name="T67" fmla="*/ 2147483647 h 119"/>
                <a:gd name="T68" fmla="*/ 2147483647 w 106"/>
                <a:gd name="T69" fmla="*/ 2147483647 h 119"/>
                <a:gd name="T70" fmla="*/ 2147483647 w 106"/>
                <a:gd name="T71" fmla="*/ 2147483647 h 119"/>
                <a:gd name="T72" fmla="*/ 2147483647 w 106"/>
                <a:gd name="T73" fmla="*/ 2147483647 h 119"/>
                <a:gd name="T74" fmla="*/ 2147483647 w 106"/>
                <a:gd name="T75" fmla="*/ 2147483647 h 119"/>
                <a:gd name="T76" fmla="*/ 2147483647 w 106"/>
                <a:gd name="T77" fmla="*/ 2147483647 h 119"/>
                <a:gd name="T78" fmla="*/ 2147483647 w 106"/>
                <a:gd name="T79" fmla="*/ 2147483647 h 119"/>
                <a:gd name="T80" fmla="*/ 2147483647 w 106"/>
                <a:gd name="T81" fmla="*/ 2147483647 h 119"/>
                <a:gd name="T82" fmla="*/ 2147483647 w 106"/>
                <a:gd name="T83" fmla="*/ 2147483647 h 119"/>
                <a:gd name="T84" fmla="*/ 2147483647 w 106"/>
                <a:gd name="T85" fmla="*/ 2147483647 h 119"/>
                <a:gd name="T86" fmla="*/ 2147483647 w 106"/>
                <a:gd name="T87" fmla="*/ 2147483647 h 119"/>
                <a:gd name="T88" fmla="*/ 2147483647 w 106"/>
                <a:gd name="T89" fmla="*/ 2147483647 h 119"/>
                <a:gd name="T90" fmla="*/ 2147483647 w 106"/>
                <a:gd name="T91" fmla="*/ 2147483647 h 119"/>
                <a:gd name="T92" fmla="*/ 2147483647 w 106"/>
                <a:gd name="T93" fmla="*/ 2147483647 h 119"/>
                <a:gd name="T94" fmla="*/ 2147483647 w 106"/>
                <a:gd name="T95" fmla="*/ 2147483647 h 119"/>
                <a:gd name="T96" fmla="*/ 2147483647 w 106"/>
                <a:gd name="T97" fmla="*/ 2147483647 h 119"/>
                <a:gd name="T98" fmla="*/ 2147483647 w 106"/>
                <a:gd name="T99" fmla="*/ 2147483647 h 119"/>
                <a:gd name="T100" fmla="*/ 2147483647 w 106"/>
                <a:gd name="T101" fmla="*/ 2147483647 h 119"/>
                <a:gd name="T102" fmla="*/ 2147483647 w 106"/>
                <a:gd name="T103" fmla="*/ 2147483647 h 119"/>
                <a:gd name="T104" fmla="*/ 2147483647 w 106"/>
                <a:gd name="T105" fmla="*/ 2147483647 h 119"/>
                <a:gd name="T106" fmla="*/ 2147483647 w 106"/>
                <a:gd name="T107" fmla="*/ 2147483647 h 119"/>
                <a:gd name="T108" fmla="*/ 2147483647 w 106"/>
                <a:gd name="T109" fmla="*/ 2147483647 h 119"/>
                <a:gd name="T110" fmla="*/ 2147483647 w 106"/>
                <a:gd name="T111" fmla="*/ 2147483647 h 119"/>
                <a:gd name="T112" fmla="*/ 2147483647 w 106"/>
                <a:gd name="T113" fmla="*/ 0 h 119"/>
                <a:gd name="T114" fmla="*/ 2147483647 w 106"/>
                <a:gd name="T115" fmla="*/ 2147483647 h 119"/>
                <a:gd name="T116" fmla="*/ 2147483647 w 106"/>
                <a:gd name="T117" fmla="*/ 2147483647 h 11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06" h="119">
                  <a:moveTo>
                    <a:pt x="0" y="11"/>
                  </a:moveTo>
                  <a:lnTo>
                    <a:pt x="4" y="11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3" y="23"/>
                  </a:lnTo>
                  <a:lnTo>
                    <a:pt x="4" y="23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8"/>
                  </a:lnTo>
                  <a:lnTo>
                    <a:pt x="8" y="29"/>
                  </a:lnTo>
                  <a:lnTo>
                    <a:pt x="8" y="30"/>
                  </a:lnTo>
                  <a:lnTo>
                    <a:pt x="9" y="30"/>
                  </a:lnTo>
                  <a:lnTo>
                    <a:pt x="10" y="30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0" y="33"/>
                  </a:lnTo>
                  <a:lnTo>
                    <a:pt x="9" y="34"/>
                  </a:lnTo>
                  <a:lnTo>
                    <a:pt x="9" y="35"/>
                  </a:lnTo>
                  <a:lnTo>
                    <a:pt x="9" y="37"/>
                  </a:lnTo>
                  <a:lnTo>
                    <a:pt x="8" y="37"/>
                  </a:lnTo>
                  <a:lnTo>
                    <a:pt x="7" y="37"/>
                  </a:lnTo>
                  <a:lnTo>
                    <a:pt x="7" y="36"/>
                  </a:lnTo>
                  <a:lnTo>
                    <a:pt x="6" y="36"/>
                  </a:lnTo>
                  <a:lnTo>
                    <a:pt x="5" y="36"/>
                  </a:lnTo>
                  <a:lnTo>
                    <a:pt x="5" y="38"/>
                  </a:lnTo>
                  <a:lnTo>
                    <a:pt x="4" y="39"/>
                  </a:lnTo>
                  <a:lnTo>
                    <a:pt x="3" y="39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3" y="40"/>
                  </a:lnTo>
                  <a:lnTo>
                    <a:pt x="4" y="40"/>
                  </a:lnTo>
                  <a:lnTo>
                    <a:pt x="5" y="39"/>
                  </a:lnTo>
                  <a:lnTo>
                    <a:pt x="5" y="40"/>
                  </a:lnTo>
                  <a:lnTo>
                    <a:pt x="4" y="41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8"/>
                  </a:lnTo>
                  <a:lnTo>
                    <a:pt x="4" y="48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7" y="46"/>
                  </a:lnTo>
                  <a:lnTo>
                    <a:pt x="9" y="44"/>
                  </a:lnTo>
                  <a:lnTo>
                    <a:pt x="11" y="42"/>
                  </a:lnTo>
                  <a:lnTo>
                    <a:pt x="12" y="41"/>
                  </a:lnTo>
                  <a:lnTo>
                    <a:pt x="13" y="41"/>
                  </a:lnTo>
                  <a:lnTo>
                    <a:pt x="14" y="42"/>
                  </a:lnTo>
                  <a:lnTo>
                    <a:pt x="15" y="43"/>
                  </a:lnTo>
                  <a:lnTo>
                    <a:pt x="16" y="41"/>
                  </a:lnTo>
                  <a:lnTo>
                    <a:pt x="15" y="40"/>
                  </a:lnTo>
                  <a:lnTo>
                    <a:pt x="17" y="40"/>
                  </a:lnTo>
                  <a:lnTo>
                    <a:pt x="17" y="39"/>
                  </a:lnTo>
                  <a:lnTo>
                    <a:pt x="17" y="38"/>
                  </a:lnTo>
                  <a:lnTo>
                    <a:pt x="18" y="38"/>
                  </a:lnTo>
                  <a:lnTo>
                    <a:pt x="19" y="38"/>
                  </a:lnTo>
                  <a:lnTo>
                    <a:pt x="20" y="38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2"/>
                  </a:lnTo>
                  <a:lnTo>
                    <a:pt x="21" y="42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3" y="43"/>
                  </a:lnTo>
                  <a:lnTo>
                    <a:pt x="24" y="44"/>
                  </a:lnTo>
                  <a:lnTo>
                    <a:pt x="24" y="45"/>
                  </a:lnTo>
                  <a:lnTo>
                    <a:pt x="23" y="46"/>
                  </a:lnTo>
                  <a:lnTo>
                    <a:pt x="22" y="46"/>
                  </a:lnTo>
                  <a:lnTo>
                    <a:pt x="21" y="47"/>
                  </a:lnTo>
                  <a:lnTo>
                    <a:pt x="21" y="46"/>
                  </a:lnTo>
                  <a:lnTo>
                    <a:pt x="20" y="46"/>
                  </a:lnTo>
                  <a:lnTo>
                    <a:pt x="19" y="47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4"/>
                  </a:lnTo>
                  <a:lnTo>
                    <a:pt x="21" y="54"/>
                  </a:lnTo>
                  <a:lnTo>
                    <a:pt x="22" y="54"/>
                  </a:lnTo>
                  <a:lnTo>
                    <a:pt x="22" y="55"/>
                  </a:lnTo>
                  <a:lnTo>
                    <a:pt x="22" y="56"/>
                  </a:lnTo>
                  <a:lnTo>
                    <a:pt x="23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5" y="53"/>
                  </a:lnTo>
                  <a:lnTo>
                    <a:pt x="26" y="52"/>
                  </a:lnTo>
                  <a:lnTo>
                    <a:pt x="27" y="52"/>
                  </a:lnTo>
                  <a:lnTo>
                    <a:pt x="27" y="53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2" y="56"/>
                  </a:lnTo>
                  <a:lnTo>
                    <a:pt x="31" y="56"/>
                  </a:lnTo>
                  <a:lnTo>
                    <a:pt x="31" y="57"/>
                  </a:lnTo>
                  <a:lnTo>
                    <a:pt x="30" y="57"/>
                  </a:lnTo>
                  <a:lnTo>
                    <a:pt x="30" y="58"/>
                  </a:lnTo>
                  <a:lnTo>
                    <a:pt x="29" y="58"/>
                  </a:lnTo>
                  <a:lnTo>
                    <a:pt x="28" y="59"/>
                  </a:lnTo>
                  <a:lnTo>
                    <a:pt x="28" y="61"/>
                  </a:lnTo>
                  <a:lnTo>
                    <a:pt x="27" y="63"/>
                  </a:lnTo>
                  <a:lnTo>
                    <a:pt x="27" y="64"/>
                  </a:lnTo>
                  <a:lnTo>
                    <a:pt x="26" y="65"/>
                  </a:lnTo>
                  <a:lnTo>
                    <a:pt x="26" y="66"/>
                  </a:lnTo>
                  <a:lnTo>
                    <a:pt x="25" y="66"/>
                  </a:lnTo>
                  <a:lnTo>
                    <a:pt x="25" y="67"/>
                  </a:lnTo>
                  <a:lnTo>
                    <a:pt x="25" y="68"/>
                  </a:lnTo>
                  <a:lnTo>
                    <a:pt x="26" y="69"/>
                  </a:lnTo>
                  <a:lnTo>
                    <a:pt x="25" y="70"/>
                  </a:lnTo>
                  <a:lnTo>
                    <a:pt x="25" y="71"/>
                  </a:lnTo>
                  <a:lnTo>
                    <a:pt x="26" y="71"/>
                  </a:lnTo>
                  <a:lnTo>
                    <a:pt x="27" y="71"/>
                  </a:lnTo>
                  <a:lnTo>
                    <a:pt x="27" y="72"/>
                  </a:lnTo>
                  <a:lnTo>
                    <a:pt x="28" y="72"/>
                  </a:lnTo>
                  <a:lnTo>
                    <a:pt x="29" y="72"/>
                  </a:lnTo>
                  <a:lnTo>
                    <a:pt x="30" y="73"/>
                  </a:lnTo>
                  <a:lnTo>
                    <a:pt x="31" y="73"/>
                  </a:lnTo>
                  <a:lnTo>
                    <a:pt x="32" y="73"/>
                  </a:lnTo>
                  <a:lnTo>
                    <a:pt x="33" y="73"/>
                  </a:lnTo>
                  <a:lnTo>
                    <a:pt x="33" y="74"/>
                  </a:lnTo>
                  <a:lnTo>
                    <a:pt x="32" y="75"/>
                  </a:lnTo>
                  <a:lnTo>
                    <a:pt x="32" y="76"/>
                  </a:lnTo>
                  <a:lnTo>
                    <a:pt x="30" y="76"/>
                  </a:lnTo>
                  <a:lnTo>
                    <a:pt x="29" y="76"/>
                  </a:lnTo>
                  <a:lnTo>
                    <a:pt x="28" y="76"/>
                  </a:lnTo>
                  <a:lnTo>
                    <a:pt x="27" y="76"/>
                  </a:lnTo>
                  <a:lnTo>
                    <a:pt x="27" y="77"/>
                  </a:lnTo>
                  <a:lnTo>
                    <a:pt x="27" y="81"/>
                  </a:lnTo>
                  <a:lnTo>
                    <a:pt x="26" y="82"/>
                  </a:lnTo>
                  <a:lnTo>
                    <a:pt x="25" y="83"/>
                  </a:lnTo>
                  <a:lnTo>
                    <a:pt x="25" y="84"/>
                  </a:lnTo>
                  <a:lnTo>
                    <a:pt x="24" y="84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6" y="86"/>
                  </a:lnTo>
                  <a:lnTo>
                    <a:pt x="26" y="87"/>
                  </a:lnTo>
                  <a:lnTo>
                    <a:pt x="27" y="87"/>
                  </a:lnTo>
                  <a:lnTo>
                    <a:pt x="28" y="87"/>
                  </a:lnTo>
                  <a:lnTo>
                    <a:pt x="29" y="88"/>
                  </a:lnTo>
                  <a:lnTo>
                    <a:pt x="29" y="89"/>
                  </a:lnTo>
                  <a:lnTo>
                    <a:pt x="29" y="90"/>
                  </a:lnTo>
                  <a:lnTo>
                    <a:pt x="30" y="91"/>
                  </a:lnTo>
                  <a:lnTo>
                    <a:pt x="31" y="91"/>
                  </a:lnTo>
                  <a:lnTo>
                    <a:pt x="32" y="91"/>
                  </a:lnTo>
                  <a:lnTo>
                    <a:pt x="33" y="91"/>
                  </a:lnTo>
                  <a:lnTo>
                    <a:pt x="34" y="90"/>
                  </a:lnTo>
                  <a:lnTo>
                    <a:pt x="35" y="90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7" y="92"/>
                  </a:lnTo>
                  <a:lnTo>
                    <a:pt x="37" y="91"/>
                  </a:lnTo>
                  <a:lnTo>
                    <a:pt x="38" y="91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88"/>
                  </a:lnTo>
                  <a:lnTo>
                    <a:pt x="40" y="87"/>
                  </a:lnTo>
                  <a:lnTo>
                    <a:pt x="40" y="86"/>
                  </a:lnTo>
                  <a:lnTo>
                    <a:pt x="40" y="85"/>
                  </a:lnTo>
                  <a:lnTo>
                    <a:pt x="41" y="85"/>
                  </a:lnTo>
                  <a:lnTo>
                    <a:pt x="42" y="86"/>
                  </a:lnTo>
                  <a:lnTo>
                    <a:pt x="44" y="87"/>
                  </a:lnTo>
                  <a:lnTo>
                    <a:pt x="45" y="88"/>
                  </a:lnTo>
                  <a:lnTo>
                    <a:pt x="46" y="88"/>
                  </a:lnTo>
                  <a:lnTo>
                    <a:pt x="47" y="88"/>
                  </a:lnTo>
                  <a:lnTo>
                    <a:pt x="47" y="89"/>
                  </a:lnTo>
                  <a:lnTo>
                    <a:pt x="48" y="90"/>
                  </a:lnTo>
                  <a:lnTo>
                    <a:pt x="48" y="91"/>
                  </a:lnTo>
                  <a:lnTo>
                    <a:pt x="48" y="92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0" y="94"/>
                  </a:lnTo>
                  <a:lnTo>
                    <a:pt x="50" y="95"/>
                  </a:lnTo>
                  <a:lnTo>
                    <a:pt x="51" y="96"/>
                  </a:lnTo>
                  <a:lnTo>
                    <a:pt x="52" y="96"/>
                  </a:lnTo>
                  <a:lnTo>
                    <a:pt x="53" y="96"/>
                  </a:lnTo>
                  <a:lnTo>
                    <a:pt x="54" y="96"/>
                  </a:lnTo>
                  <a:lnTo>
                    <a:pt x="56" y="96"/>
                  </a:lnTo>
                  <a:lnTo>
                    <a:pt x="58" y="97"/>
                  </a:lnTo>
                  <a:lnTo>
                    <a:pt x="58" y="99"/>
                  </a:lnTo>
                  <a:lnTo>
                    <a:pt x="59" y="100"/>
                  </a:lnTo>
                  <a:lnTo>
                    <a:pt x="59" y="102"/>
                  </a:lnTo>
                  <a:lnTo>
                    <a:pt x="58" y="103"/>
                  </a:lnTo>
                  <a:lnTo>
                    <a:pt x="57" y="105"/>
                  </a:lnTo>
                  <a:lnTo>
                    <a:pt x="58" y="109"/>
                  </a:lnTo>
                  <a:lnTo>
                    <a:pt x="58" y="110"/>
                  </a:lnTo>
                  <a:lnTo>
                    <a:pt x="59" y="111"/>
                  </a:lnTo>
                  <a:lnTo>
                    <a:pt x="61" y="111"/>
                  </a:lnTo>
                  <a:lnTo>
                    <a:pt x="62" y="111"/>
                  </a:lnTo>
                  <a:lnTo>
                    <a:pt x="63" y="111"/>
                  </a:lnTo>
                  <a:lnTo>
                    <a:pt x="65" y="109"/>
                  </a:lnTo>
                  <a:lnTo>
                    <a:pt x="66" y="108"/>
                  </a:lnTo>
                  <a:lnTo>
                    <a:pt x="68" y="108"/>
                  </a:lnTo>
                  <a:lnTo>
                    <a:pt x="70" y="107"/>
                  </a:lnTo>
                  <a:lnTo>
                    <a:pt x="71" y="106"/>
                  </a:lnTo>
                  <a:lnTo>
                    <a:pt x="72" y="107"/>
                  </a:lnTo>
                  <a:lnTo>
                    <a:pt x="73" y="107"/>
                  </a:lnTo>
                  <a:lnTo>
                    <a:pt x="73" y="108"/>
                  </a:lnTo>
                  <a:lnTo>
                    <a:pt x="72" y="109"/>
                  </a:lnTo>
                  <a:lnTo>
                    <a:pt x="71" y="109"/>
                  </a:lnTo>
                  <a:lnTo>
                    <a:pt x="72" y="110"/>
                  </a:lnTo>
                  <a:lnTo>
                    <a:pt x="72" y="111"/>
                  </a:lnTo>
                  <a:lnTo>
                    <a:pt x="73" y="112"/>
                  </a:lnTo>
                  <a:lnTo>
                    <a:pt x="75" y="114"/>
                  </a:lnTo>
                  <a:lnTo>
                    <a:pt x="78" y="115"/>
                  </a:lnTo>
                  <a:lnTo>
                    <a:pt x="78" y="116"/>
                  </a:lnTo>
                  <a:lnTo>
                    <a:pt x="79" y="116"/>
                  </a:lnTo>
                  <a:lnTo>
                    <a:pt x="79" y="118"/>
                  </a:lnTo>
                  <a:lnTo>
                    <a:pt x="81" y="118"/>
                  </a:lnTo>
                  <a:lnTo>
                    <a:pt x="82" y="118"/>
                  </a:lnTo>
                  <a:lnTo>
                    <a:pt x="84" y="118"/>
                  </a:lnTo>
                  <a:lnTo>
                    <a:pt x="86" y="118"/>
                  </a:lnTo>
                  <a:lnTo>
                    <a:pt x="87" y="118"/>
                  </a:lnTo>
                  <a:lnTo>
                    <a:pt x="90" y="118"/>
                  </a:lnTo>
                  <a:lnTo>
                    <a:pt x="96" y="119"/>
                  </a:lnTo>
                  <a:lnTo>
                    <a:pt x="100" y="118"/>
                  </a:lnTo>
                  <a:lnTo>
                    <a:pt x="101" y="119"/>
                  </a:lnTo>
                  <a:lnTo>
                    <a:pt x="102" y="118"/>
                  </a:lnTo>
                  <a:lnTo>
                    <a:pt x="104" y="117"/>
                  </a:lnTo>
                  <a:lnTo>
                    <a:pt x="105" y="116"/>
                  </a:lnTo>
                  <a:lnTo>
                    <a:pt x="104" y="116"/>
                  </a:lnTo>
                  <a:lnTo>
                    <a:pt x="105" y="116"/>
                  </a:lnTo>
                  <a:lnTo>
                    <a:pt x="106" y="115"/>
                  </a:lnTo>
                  <a:lnTo>
                    <a:pt x="106" y="114"/>
                  </a:lnTo>
                  <a:lnTo>
                    <a:pt x="105" y="114"/>
                  </a:lnTo>
                  <a:lnTo>
                    <a:pt x="105" y="113"/>
                  </a:lnTo>
                  <a:lnTo>
                    <a:pt x="104" y="110"/>
                  </a:lnTo>
                  <a:lnTo>
                    <a:pt x="104" y="109"/>
                  </a:lnTo>
                  <a:lnTo>
                    <a:pt x="103" y="109"/>
                  </a:lnTo>
                  <a:lnTo>
                    <a:pt x="103" y="108"/>
                  </a:lnTo>
                  <a:lnTo>
                    <a:pt x="103" y="107"/>
                  </a:lnTo>
                  <a:lnTo>
                    <a:pt x="102" y="106"/>
                  </a:lnTo>
                  <a:lnTo>
                    <a:pt x="101" y="106"/>
                  </a:lnTo>
                  <a:lnTo>
                    <a:pt x="100" y="105"/>
                  </a:lnTo>
                  <a:lnTo>
                    <a:pt x="99" y="104"/>
                  </a:lnTo>
                  <a:lnTo>
                    <a:pt x="98" y="104"/>
                  </a:lnTo>
                  <a:lnTo>
                    <a:pt x="97" y="102"/>
                  </a:lnTo>
                  <a:lnTo>
                    <a:pt x="96" y="102"/>
                  </a:lnTo>
                  <a:lnTo>
                    <a:pt x="96" y="99"/>
                  </a:lnTo>
                  <a:lnTo>
                    <a:pt x="96" y="98"/>
                  </a:lnTo>
                  <a:lnTo>
                    <a:pt x="95" y="98"/>
                  </a:lnTo>
                  <a:lnTo>
                    <a:pt x="95" y="97"/>
                  </a:lnTo>
                  <a:lnTo>
                    <a:pt x="95" y="96"/>
                  </a:lnTo>
                  <a:lnTo>
                    <a:pt x="95" y="93"/>
                  </a:lnTo>
                  <a:lnTo>
                    <a:pt x="95" y="94"/>
                  </a:lnTo>
                  <a:lnTo>
                    <a:pt x="94" y="94"/>
                  </a:lnTo>
                  <a:lnTo>
                    <a:pt x="93" y="94"/>
                  </a:lnTo>
                  <a:lnTo>
                    <a:pt x="92" y="94"/>
                  </a:lnTo>
                  <a:lnTo>
                    <a:pt x="90" y="95"/>
                  </a:lnTo>
                  <a:lnTo>
                    <a:pt x="88" y="95"/>
                  </a:lnTo>
                  <a:lnTo>
                    <a:pt x="88" y="96"/>
                  </a:lnTo>
                  <a:lnTo>
                    <a:pt x="88" y="95"/>
                  </a:lnTo>
                  <a:lnTo>
                    <a:pt x="86" y="95"/>
                  </a:lnTo>
                  <a:lnTo>
                    <a:pt x="85" y="94"/>
                  </a:lnTo>
                  <a:lnTo>
                    <a:pt x="84" y="93"/>
                  </a:lnTo>
                  <a:lnTo>
                    <a:pt x="82" y="92"/>
                  </a:lnTo>
                  <a:lnTo>
                    <a:pt x="82" y="91"/>
                  </a:lnTo>
                  <a:lnTo>
                    <a:pt x="81" y="91"/>
                  </a:lnTo>
                  <a:lnTo>
                    <a:pt x="81" y="90"/>
                  </a:lnTo>
                  <a:lnTo>
                    <a:pt x="79" y="88"/>
                  </a:lnTo>
                  <a:lnTo>
                    <a:pt x="79" y="87"/>
                  </a:lnTo>
                  <a:lnTo>
                    <a:pt x="78" y="87"/>
                  </a:lnTo>
                  <a:lnTo>
                    <a:pt x="77" y="87"/>
                  </a:lnTo>
                  <a:lnTo>
                    <a:pt x="76" y="87"/>
                  </a:lnTo>
                  <a:lnTo>
                    <a:pt x="75" y="86"/>
                  </a:lnTo>
                  <a:lnTo>
                    <a:pt x="74" y="85"/>
                  </a:lnTo>
                  <a:lnTo>
                    <a:pt x="74" y="84"/>
                  </a:lnTo>
                  <a:lnTo>
                    <a:pt x="73" y="84"/>
                  </a:lnTo>
                  <a:lnTo>
                    <a:pt x="72" y="83"/>
                  </a:lnTo>
                  <a:lnTo>
                    <a:pt x="71" y="83"/>
                  </a:lnTo>
                  <a:lnTo>
                    <a:pt x="70" y="83"/>
                  </a:lnTo>
                  <a:lnTo>
                    <a:pt x="69" y="83"/>
                  </a:lnTo>
                  <a:lnTo>
                    <a:pt x="68" y="83"/>
                  </a:lnTo>
                  <a:lnTo>
                    <a:pt x="67" y="83"/>
                  </a:lnTo>
                  <a:lnTo>
                    <a:pt x="64" y="83"/>
                  </a:lnTo>
                  <a:lnTo>
                    <a:pt x="62" y="82"/>
                  </a:lnTo>
                  <a:lnTo>
                    <a:pt x="59" y="81"/>
                  </a:lnTo>
                  <a:lnTo>
                    <a:pt x="57" y="80"/>
                  </a:lnTo>
                  <a:lnTo>
                    <a:pt x="56" y="79"/>
                  </a:lnTo>
                  <a:lnTo>
                    <a:pt x="55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3" y="76"/>
                  </a:lnTo>
                  <a:lnTo>
                    <a:pt x="54" y="76"/>
                  </a:lnTo>
                  <a:lnTo>
                    <a:pt x="54" y="75"/>
                  </a:lnTo>
                  <a:lnTo>
                    <a:pt x="53" y="74"/>
                  </a:lnTo>
                  <a:lnTo>
                    <a:pt x="52" y="73"/>
                  </a:lnTo>
                  <a:lnTo>
                    <a:pt x="51" y="72"/>
                  </a:lnTo>
                  <a:lnTo>
                    <a:pt x="50" y="72"/>
                  </a:lnTo>
                  <a:lnTo>
                    <a:pt x="49" y="70"/>
                  </a:lnTo>
                  <a:lnTo>
                    <a:pt x="47" y="69"/>
                  </a:lnTo>
                  <a:lnTo>
                    <a:pt x="46" y="67"/>
                  </a:lnTo>
                  <a:lnTo>
                    <a:pt x="47" y="66"/>
                  </a:lnTo>
                  <a:lnTo>
                    <a:pt x="47" y="64"/>
                  </a:lnTo>
                  <a:lnTo>
                    <a:pt x="46" y="62"/>
                  </a:lnTo>
                  <a:lnTo>
                    <a:pt x="46" y="61"/>
                  </a:lnTo>
                  <a:lnTo>
                    <a:pt x="45" y="60"/>
                  </a:lnTo>
                  <a:lnTo>
                    <a:pt x="45" y="59"/>
                  </a:lnTo>
                  <a:lnTo>
                    <a:pt x="44" y="57"/>
                  </a:lnTo>
                  <a:lnTo>
                    <a:pt x="43" y="56"/>
                  </a:lnTo>
                  <a:lnTo>
                    <a:pt x="42" y="55"/>
                  </a:lnTo>
                  <a:lnTo>
                    <a:pt x="37" y="46"/>
                  </a:lnTo>
                  <a:lnTo>
                    <a:pt x="36" y="46"/>
                  </a:lnTo>
                  <a:lnTo>
                    <a:pt x="36" y="45"/>
                  </a:lnTo>
                  <a:lnTo>
                    <a:pt x="32" y="41"/>
                  </a:lnTo>
                  <a:lnTo>
                    <a:pt x="32" y="40"/>
                  </a:lnTo>
                  <a:lnTo>
                    <a:pt x="31" y="40"/>
                  </a:lnTo>
                  <a:lnTo>
                    <a:pt x="31" y="39"/>
                  </a:lnTo>
                  <a:lnTo>
                    <a:pt x="30" y="38"/>
                  </a:lnTo>
                  <a:lnTo>
                    <a:pt x="28" y="31"/>
                  </a:lnTo>
                  <a:lnTo>
                    <a:pt x="27" y="26"/>
                  </a:lnTo>
                  <a:lnTo>
                    <a:pt x="28" y="25"/>
                  </a:lnTo>
                  <a:lnTo>
                    <a:pt x="28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9"/>
                  </a:lnTo>
                  <a:lnTo>
                    <a:pt x="27" y="18"/>
                  </a:lnTo>
                  <a:lnTo>
                    <a:pt x="25" y="17"/>
                  </a:lnTo>
                  <a:lnTo>
                    <a:pt x="24" y="16"/>
                  </a:lnTo>
                  <a:lnTo>
                    <a:pt x="22" y="13"/>
                  </a:lnTo>
                  <a:lnTo>
                    <a:pt x="18" y="5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2" y="7"/>
                  </a:lnTo>
                  <a:lnTo>
                    <a:pt x="3" y="9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8" name="Freeform 24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4370657" y="4664216"/>
              <a:ext cx="451988" cy="425946"/>
            </a:xfrm>
            <a:custGeom>
              <a:avLst/>
              <a:gdLst>
                <a:gd name="T0" fmla="*/ 0 w 59"/>
                <a:gd name="T1" fmla="*/ 2147483647 h 55"/>
                <a:gd name="T2" fmla="*/ 2147483647 w 59"/>
                <a:gd name="T3" fmla="*/ 2147483647 h 55"/>
                <a:gd name="T4" fmla="*/ 2147483647 w 59"/>
                <a:gd name="T5" fmla="*/ 2147483647 h 55"/>
                <a:gd name="T6" fmla="*/ 2147483647 w 59"/>
                <a:gd name="T7" fmla="*/ 2147483647 h 55"/>
                <a:gd name="T8" fmla="*/ 2147483647 w 59"/>
                <a:gd name="T9" fmla="*/ 2147483647 h 55"/>
                <a:gd name="T10" fmla="*/ 2147483647 w 59"/>
                <a:gd name="T11" fmla="*/ 2147483647 h 55"/>
                <a:gd name="T12" fmla="*/ 2147483647 w 59"/>
                <a:gd name="T13" fmla="*/ 2147483647 h 55"/>
                <a:gd name="T14" fmla="*/ 2147483647 w 59"/>
                <a:gd name="T15" fmla="*/ 2147483647 h 55"/>
                <a:gd name="T16" fmla="*/ 2147483647 w 59"/>
                <a:gd name="T17" fmla="*/ 2147483647 h 55"/>
                <a:gd name="T18" fmla="*/ 2147483647 w 59"/>
                <a:gd name="T19" fmla="*/ 2147483647 h 55"/>
                <a:gd name="T20" fmla="*/ 2147483647 w 59"/>
                <a:gd name="T21" fmla="*/ 2147483647 h 55"/>
                <a:gd name="T22" fmla="*/ 2147483647 w 59"/>
                <a:gd name="T23" fmla="*/ 2147483647 h 55"/>
                <a:gd name="T24" fmla="*/ 2147483647 w 59"/>
                <a:gd name="T25" fmla="*/ 2147483647 h 55"/>
                <a:gd name="T26" fmla="*/ 2147483647 w 59"/>
                <a:gd name="T27" fmla="*/ 2147483647 h 55"/>
                <a:gd name="T28" fmla="*/ 2147483647 w 59"/>
                <a:gd name="T29" fmla="*/ 2147483647 h 55"/>
                <a:gd name="T30" fmla="*/ 2147483647 w 59"/>
                <a:gd name="T31" fmla="*/ 2147483647 h 55"/>
                <a:gd name="T32" fmla="*/ 2147483647 w 59"/>
                <a:gd name="T33" fmla="*/ 2147483647 h 55"/>
                <a:gd name="T34" fmla="*/ 2147483647 w 59"/>
                <a:gd name="T35" fmla="*/ 2147483647 h 55"/>
                <a:gd name="T36" fmla="*/ 2147483647 w 59"/>
                <a:gd name="T37" fmla="*/ 2147483647 h 55"/>
                <a:gd name="T38" fmla="*/ 2147483647 w 59"/>
                <a:gd name="T39" fmla="*/ 2147483647 h 55"/>
                <a:gd name="T40" fmla="*/ 2147483647 w 59"/>
                <a:gd name="T41" fmla="*/ 2147483647 h 55"/>
                <a:gd name="T42" fmla="*/ 2147483647 w 59"/>
                <a:gd name="T43" fmla="*/ 2147483647 h 55"/>
                <a:gd name="T44" fmla="*/ 2147483647 w 59"/>
                <a:gd name="T45" fmla="*/ 2147483647 h 55"/>
                <a:gd name="T46" fmla="*/ 2147483647 w 59"/>
                <a:gd name="T47" fmla="*/ 2147483647 h 55"/>
                <a:gd name="T48" fmla="*/ 2147483647 w 59"/>
                <a:gd name="T49" fmla="*/ 0 h 55"/>
                <a:gd name="T50" fmla="*/ 2147483647 w 59"/>
                <a:gd name="T51" fmla="*/ 0 h 55"/>
                <a:gd name="T52" fmla="*/ 2147483647 w 59"/>
                <a:gd name="T53" fmla="*/ 2147483647 h 55"/>
                <a:gd name="T54" fmla="*/ 2147483647 w 59"/>
                <a:gd name="T55" fmla="*/ 2147483647 h 55"/>
                <a:gd name="T56" fmla="*/ 2147483647 w 59"/>
                <a:gd name="T57" fmla="*/ 2147483647 h 55"/>
                <a:gd name="T58" fmla="*/ 2147483647 w 59"/>
                <a:gd name="T59" fmla="*/ 2147483647 h 55"/>
                <a:gd name="T60" fmla="*/ 2147483647 w 59"/>
                <a:gd name="T61" fmla="*/ 2147483647 h 55"/>
                <a:gd name="T62" fmla="*/ 2147483647 w 59"/>
                <a:gd name="T63" fmla="*/ 2147483647 h 55"/>
                <a:gd name="T64" fmla="*/ 2147483647 w 59"/>
                <a:gd name="T65" fmla="*/ 2147483647 h 55"/>
                <a:gd name="T66" fmla="*/ 2147483647 w 59"/>
                <a:gd name="T67" fmla="*/ 2147483647 h 55"/>
                <a:gd name="T68" fmla="*/ 2147483647 w 59"/>
                <a:gd name="T69" fmla="*/ 2147483647 h 55"/>
                <a:gd name="T70" fmla="*/ 0 w 59"/>
                <a:gd name="T71" fmla="*/ 2147483647 h 5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9" h="55">
                  <a:moveTo>
                    <a:pt x="0" y="18"/>
                  </a:moveTo>
                  <a:lnTo>
                    <a:pt x="0" y="17"/>
                  </a:lnTo>
                  <a:lnTo>
                    <a:pt x="1" y="17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9" y="11"/>
                  </a:lnTo>
                  <a:lnTo>
                    <a:pt x="11" y="10"/>
                  </a:lnTo>
                  <a:lnTo>
                    <a:pt x="12" y="10"/>
                  </a:lnTo>
                  <a:lnTo>
                    <a:pt x="14" y="10"/>
                  </a:lnTo>
                  <a:lnTo>
                    <a:pt x="15" y="9"/>
                  </a:lnTo>
                  <a:lnTo>
                    <a:pt x="17" y="9"/>
                  </a:lnTo>
                  <a:lnTo>
                    <a:pt x="19" y="9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3" y="8"/>
                  </a:lnTo>
                  <a:lnTo>
                    <a:pt x="26" y="7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0" y="6"/>
                  </a:lnTo>
                  <a:lnTo>
                    <a:pt x="31" y="6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3"/>
                  </a:lnTo>
                  <a:lnTo>
                    <a:pt x="36" y="3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8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5" y="1"/>
                  </a:lnTo>
                  <a:lnTo>
                    <a:pt x="58" y="2"/>
                  </a:lnTo>
                  <a:lnTo>
                    <a:pt x="59" y="2"/>
                  </a:lnTo>
                  <a:lnTo>
                    <a:pt x="59" y="10"/>
                  </a:lnTo>
                  <a:lnTo>
                    <a:pt x="58" y="17"/>
                  </a:lnTo>
                  <a:lnTo>
                    <a:pt x="52" y="25"/>
                  </a:lnTo>
                  <a:lnTo>
                    <a:pt x="28" y="55"/>
                  </a:lnTo>
                  <a:lnTo>
                    <a:pt x="11" y="32"/>
                  </a:lnTo>
                  <a:lnTo>
                    <a:pt x="8" y="28"/>
                  </a:lnTo>
                  <a:lnTo>
                    <a:pt x="7" y="29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1" y="28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9" name="Freeform 25"/>
            <p:cNvSpPr>
              <a:spLocks/>
            </p:cNvSpPr>
            <p:nvPr/>
          </p:nvSpPr>
          <p:spPr bwMode="auto">
            <a:xfrm>
              <a:off x="1712355" y="3812324"/>
              <a:ext cx="727777" cy="813170"/>
            </a:xfrm>
            <a:custGeom>
              <a:avLst/>
              <a:gdLst>
                <a:gd name="T0" fmla="*/ 2147483647 w 95"/>
                <a:gd name="T1" fmla="*/ 2147483647 h 105"/>
                <a:gd name="T2" fmla="*/ 2147483647 w 95"/>
                <a:gd name="T3" fmla="*/ 2147483647 h 105"/>
                <a:gd name="T4" fmla="*/ 2147483647 w 95"/>
                <a:gd name="T5" fmla="*/ 2147483647 h 105"/>
                <a:gd name="T6" fmla="*/ 2147483647 w 95"/>
                <a:gd name="T7" fmla="*/ 2147483647 h 105"/>
                <a:gd name="T8" fmla="*/ 2147483647 w 95"/>
                <a:gd name="T9" fmla="*/ 2147483647 h 105"/>
                <a:gd name="T10" fmla="*/ 2147483647 w 95"/>
                <a:gd name="T11" fmla="*/ 2147483647 h 105"/>
                <a:gd name="T12" fmla="*/ 2147483647 w 95"/>
                <a:gd name="T13" fmla="*/ 2147483647 h 105"/>
                <a:gd name="T14" fmla="*/ 2147483647 w 95"/>
                <a:gd name="T15" fmla="*/ 2147483647 h 105"/>
                <a:gd name="T16" fmla="*/ 2147483647 w 95"/>
                <a:gd name="T17" fmla="*/ 2147483647 h 105"/>
                <a:gd name="T18" fmla="*/ 2147483647 w 95"/>
                <a:gd name="T19" fmla="*/ 2147483647 h 105"/>
                <a:gd name="T20" fmla="*/ 2147483647 w 95"/>
                <a:gd name="T21" fmla="*/ 2147483647 h 105"/>
                <a:gd name="T22" fmla="*/ 2147483647 w 95"/>
                <a:gd name="T23" fmla="*/ 2147483647 h 105"/>
                <a:gd name="T24" fmla="*/ 2147483647 w 95"/>
                <a:gd name="T25" fmla="*/ 2147483647 h 105"/>
                <a:gd name="T26" fmla="*/ 2147483647 w 95"/>
                <a:gd name="T27" fmla="*/ 2147483647 h 105"/>
                <a:gd name="T28" fmla="*/ 2147483647 w 95"/>
                <a:gd name="T29" fmla="*/ 2147483647 h 105"/>
                <a:gd name="T30" fmla="*/ 2147483647 w 95"/>
                <a:gd name="T31" fmla="*/ 2147483647 h 105"/>
                <a:gd name="T32" fmla="*/ 2147483647 w 95"/>
                <a:gd name="T33" fmla="*/ 2147483647 h 105"/>
                <a:gd name="T34" fmla="*/ 2147483647 w 95"/>
                <a:gd name="T35" fmla="*/ 2147483647 h 105"/>
                <a:gd name="T36" fmla="*/ 2147483647 w 95"/>
                <a:gd name="T37" fmla="*/ 2147483647 h 105"/>
                <a:gd name="T38" fmla="*/ 2147483647 w 95"/>
                <a:gd name="T39" fmla="*/ 2147483647 h 105"/>
                <a:gd name="T40" fmla="*/ 2147483647 w 95"/>
                <a:gd name="T41" fmla="*/ 2147483647 h 105"/>
                <a:gd name="T42" fmla="*/ 2147483647 w 95"/>
                <a:gd name="T43" fmla="*/ 2147483647 h 105"/>
                <a:gd name="T44" fmla="*/ 2147483647 w 95"/>
                <a:gd name="T45" fmla="*/ 2147483647 h 105"/>
                <a:gd name="T46" fmla="*/ 2147483647 w 95"/>
                <a:gd name="T47" fmla="*/ 2147483647 h 105"/>
                <a:gd name="T48" fmla="*/ 2147483647 w 95"/>
                <a:gd name="T49" fmla="*/ 2147483647 h 105"/>
                <a:gd name="T50" fmla="*/ 2147483647 w 95"/>
                <a:gd name="T51" fmla="*/ 2147483647 h 105"/>
                <a:gd name="T52" fmla="*/ 2147483647 w 95"/>
                <a:gd name="T53" fmla="*/ 2147483647 h 105"/>
                <a:gd name="T54" fmla="*/ 2147483647 w 95"/>
                <a:gd name="T55" fmla="*/ 2147483647 h 105"/>
                <a:gd name="T56" fmla="*/ 2147483647 w 95"/>
                <a:gd name="T57" fmla="*/ 2147483647 h 105"/>
                <a:gd name="T58" fmla="*/ 2147483647 w 95"/>
                <a:gd name="T59" fmla="*/ 2147483647 h 105"/>
                <a:gd name="T60" fmla="*/ 2147483647 w 95"/>
                <a:gd name="T61" fmla="*/ 2147483647 h 105"/>
                <a:gd name="T62" fmla="*/ 2147483647 w 95"/>
                <a:gd name="T63" fmla="*/ 2147483647 h 105"/>
                <a:gd name="T64" fmla="*/ 2147483647 w 95"/>
                <a:gd name="T65" fmla="*/ 2147483647 h 105"/>
                <a:gd name="T66" fmla="*/ 2147483647 w 95"/>
                <a:gd name="T67" fmla="*/ 2147483647 h 105"/>
                <a:gd name="T68" fmla="*/ 2147483647 w 95"/>
                <a:gd name="T69" fmla="*/ 2147483647 h 105"/>
                <a:gd name="T70" fmla="*/ 2147483647 w 95"/>
                <a:gd name="T71" fmla="*/ 2147483647 h 105"/>
                <a:gd name="T72" fmla="*/ 2147483647 w 95"/>
                <a:gd name="T73" fmla="*/ 2147483647 h 105"/>
                <a:gd name="T74" fmla="*/ 2147483647 w 95"/>
                <a:gd name="T75" fmla="*/ 2147483647 h 105"/>
                <a:gd name="T76" fmla="*/ 2147483647 w 95"/>
                <a:gd name="T77" fmla="*/ 2147483647 h 105"/>
                <a:gd name="T78" fmla="*/ 2147483647 w 95"/>
                <a:gd name="T79" fmla="*/ 2147483647 h 105"/>
                <a:gd name="T80" fmla="*/ 2147483647 w 95"/>
                <a:gd name="T81" fmla="*/ 2147483647 h 105"/>
                <a:gd name="T82" fmla="*/ 2147483647 w 95"/>
                <a:gd name="T83" fmla="*/ 2147483647 h 105"/>
                <a:gd name="T84" fmla="*/ 2147483647 w 95"/>
                <a:gd name="T85" fmla="*/ 2147483647 h 105"/>
                <a:gd name="T86" fmla="*/ 2147483647 w 95"/>
                <a:gd name="T87" fmla="*/ 2147483647 h 105"/>
                <a:gd name="T88" fmla="*/ 2147483647 w 95"/>
                <a:gd name="T89" fmla="*/ 2147483647 h 105"/>
                <a:gd name="T90" fmla="*/ 2147483647 w 95"/>
                <a:gd name="T91" fmla="*/ 2147483647 h 105"/>
                <a:gd name="T92" fmla="*/ 2147483647 w 95"/>
                <a:gd name="T93" fmla="*/ 0 h 105"/>
                <a:gd name="T94" fmla="*/ 2147483647 w 95"/>
                <a:gd name="T95" fmla="*/ 2147483647 h 105"/>
                <a:gd name="T96" fmla="*/ 2147483647 w 95"/>
                <a:gd name="T97" fmla="*/ 2147483647 h 105"/>
                <a:gd name="T98" fmla="*/ 2147483647 w 95"/>
                <a:gd name="T99" fmla="*/ 2147483647 h 105"/>
                <a:gd name="T100" fmla="*/ 2147483647 w 95"/>
                <a:gd name="T101" fmla="*/ 2147483647 h 105"/>
                <a:gd name="T102" fmla="*/ 2147483647 w 95"/>
                <a:gd name="T103" fmla="*/ 2147483647 h 105"/>
                <a:gd name="T104" fmla="*/ 2147483647 w 95"/>
                <a:gd name="T105" fmla="*/ 2147483647 h 105"/>
                <a:gd name="T106" fmla="*/ 2147483647 w 95"/>
                <a:gd name="T107" fmla="*/ 2147483647 h 105"/>
                <a:gd name="T108" fmla="*/ 0 w 95"/>
                <a:gd name="T109" fmla="*/ 2147483647 h 10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5" h="105">
                  <a:moveTo>
                    <a:pt x="0" y="34"/>
                  </a:move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2"/>
                  </a:lnTo>
                  <a:lnTo>
                    <a:pt x="3" y="44"/>
                  </a:lnTo>
                  <a:lnTo>
                    <a:pt x="4" y="44"/>
                  </a:lnTo>
                  <a:lnTo>
                    <a:pt x="5" y="45"/>
                  </a:lnTo>
                  <a:lnTo>
                    <a:pt x="6" y="46"/>
                  </a:lnTo>
                  <a:lnTo>
                    <a:pt x="7" y="48"/>
                  </a:lnTo>
                  <a:lnTo>
                    <a:pt x="8" y="49"/>
                  </a:lnTo>
                  <a:lnTo>
                    <a:pt x="8" y="51"/>
                  </a:lnTo>
                  <a:lnTo>
                    <a:pt x="9" y="52"/>
                  </a:lnTo>
                  <a:lnTo>
                    <a:pt x="9" y="53"/>
                  </a:lnTo>
                  <a:lnTo>
                    <a:pt x="10" y="55"/>
                  </a:lnTo>
                  <a:lnTo>
                    <a:pt x="11" y="56"/>
                  </a:lnTo>
                  <a:lnTo>
                    <a:pt x="12" y="56"/>
                  </a:lnTo>
                  <a:lnTo>
                    <a:pt x="13" y="56"/>
                  </a:lnTo>
                  <a:lnTo>
                    <a:pt x="14" y="55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7" y="55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0" y="58"/>
                  </a:lnTo>
                  <a:lnTo>
                    <a:pt x="22" y="62"/>
                  </a:lnTo>
                  <a:lnTo>
                    <a:pt x="22" y="63"/>
                  </a:lnTo>
                  <a:lnTo>
                    <a:pt x="22" y="65"/>
                  </a:lnTo>
                  <a:lnTo>
                    <a:pt x="22" y="66"/>
                  </a:lnTo>
                  <a:lnTo>
                    <a:pt x="23" y="69"/>
                  </a:lnTo>
                  <a:lnTo>
                    <a:pt x="23" y="70"/>
                  </a:lnTo>
                  <a:lnTo>
                    <a:pt x="25" y="72"/>
                  </a:lnTo>
                  <a:lnTo>
                    <a:pt x="25" y="75"/>
                  </a:lnTo>
                  <a:lnTo>
                    <a:pt x="25" y="76"/>
                  </a:lnTo>
                  <a:lnTo>
                    <a:pt x="26" y="77"/>
                  </a:lnTo>
                  <a:lnTo>
                    <a:pt x="27" y="78"/>
                  </a:lnTo>
                  <a:lnTo>
                    <a:pt x="27" y="80"/>
                  </a:lnTo>
                  <a:lnTo>
                    <a:pt x="28" y="81"/>
                  </a:lnTo>
                  <a:lnTo>
                    <a:pt x="29" y="82"/>
                  </a:lnTo>
                  <a:lnTo>
                    <a:pt x="28" y="82"/>
                  </a:lnTo>
                  <a:lnTo>
                    <a:pt x="29" y="82"/>
                  </a:lnTo>
                  <a:lnTo>
                    <a:pt x="30" y="82"/>
                  </a:lnTo>
                  <a:lnTo>
                    <a:pt x="32" y="83"/>
                  </a:lnTo>
                  <a:lnTo>
                    <a:pt x="32" y="84"/>
                  </a:lnTo>
                  <a:lnTo>
                    <a:pt x="32" y="85"/>
                  </a:lnTo>
                  <a:lnTo>
                    <a:pt x="32" y="88"/>
                  </a:lnTo>
                  <a:lnTo>
                    <a:pt x="39" y="89"/>
                  </a:lnTo>
                  <a:lnTo>
                    <a:pt x="39" y="90"/>
                  </a:lnTo>
                  <a:lnTo>
                    <a:pt x="41" y="94"/>
                  </a:lnTo>
                  <a:lnTo>
                    <a:pt x="40" y="95"/>
                  </a:lnTo>
                  <a:lnTo>
                    <a:pt x="39" y="96"/>
                  </a:lnTo>
                  <a:lnTo>
                    <a:pt x="40" y="97"/>
                  </a:lnTo>
                  <a:lnTo>
                    <a:pt x="41" y="97"/>
                  </a:lnTo>
                  <a:lnTo>
                    <a:pt x="42" y="97"/>
                  </a:lnTo>
                  <a:lnTo>
                    <a:pt x="43" y="96"/>
                  </a:lnTo>
                  <a:lnTo>
                    <a:pt x="44" y="95"/>
                  </a:lnTo>
                  <a:lnTo>
                    <a:pt x="46" y="95"/>
                  </a:lnTo>
                  <a:lnTo>
                    <a:pt x="47" y="95"/>
                  </a:lnTo>
                  <a:lnTo>
                    <a:pt x="48" y="96"/>
                  </a:lnTo>
                  <a:lnTo>
                    <a:pt x="49" y="99"/>
                  </a:lnTo>
                  <a:lnTo>
                    <a:pt x="49" y="100"/>
                  </a:lnTo>
                  <a:lnTo>
                    <a:pt x="50" y="100"/>
                  </a:lnTo>
                  <a:lnTo>
                    <a:pt x="52" y="101"/>
                  </a:lnTo>
                  <a:lnTo>
                    <a:pt x="53" y="100"/>
                  </a:lnTo>
                  <a:lnTo>
                    <a:pt x="54" y="100"/>
                  </a:lnTo>
                  <a:lnTo>
                    <a:pt x="55" y="105"/>
                  </a:lnTo>
                  <a:lnTo>
                    <a:pt x="58" y="101"/>
                  </a:lnTo>
                  <a:lnTo>
                    <a:pt x="57" y="99"/>
                  </a:lnTo>
                  <a:lnTo>
                    <a:pt x="57" y="97"/>
                  </a:lnTo>
                  <a:lnTo>
                    <a:pt x="58" y="85"/>
                  </a:lnTo>
                  <a:lnTo>
                    <a:pt x="59" y="84"/>
                  </a:lnTo>
                  <a:lnTo>
                    <a:pt x="59" y="83"/>
                  </a:lnTo>
                  <a:lnTo>
                    <a:pt x="59" y="80"/>
                  </a:lnTo>
                  <a:lnTo>
                    <a:pt x="60" y="77"/>
                  </a:lnTo>
                  <a:lnTo>
                    <a:pt x="62" y="76"/>
                  </a:lnTo>
                  <a:lnTo>
                    <a:pt x="62" y="75"/>
                  </a:lnTo>
                  <a:lnTo>
                    <a:pt x="63" y="74"/>
                  </a:lnTo>
                  <a:lnTo>
                    <a:pt x="65" y="74"/>
                  </a:lnTo>
                  <a:lnTo>
                    <a:pt x="65" y="72"/>
                  </a:lnTo>
                  <a:lnTo>
                    <a:pt x="65" y="71"/>
                  </a:lnTo>
                  <a:lnTo>
                    <a:pt x="65" y="69"/>
                  </a:lnTo>
                  <a:lnTo>
                    <a:pt x="66" y="66"/>
                  </a:lnTo>
                  <a:lnTo>
                    <a:pt x="66" y="65"/>
                  </a:lnTo>
                  <a:lnTo>
                    <a:pt x="69" y="64"/>
                  </a:lnTo>
                  <a:lnTo>
                    <a:pt x="71" y="62"/>
                  </a:lnTo>
                  <a:lnTo>
                    <a:pt x="71" y="61"/>
                  </a:lnTo>
                  <a:lnTo>
                    <a:pt x="73" y="59"/>
                  </a:lnTo>
                  <a:lnTo>
                    <a:pt x="74" y="59"/>
                  </a:lnTo>
                  <a:lnTo>
                    <a:pt x="74" y="57"/>
                  </a:lnTo>
                  <a:lnTo>
                    <a:pt x="77" y="56"/>
                  </a:lnTo>
                  <a:lnTo>
                    <a:pt x="79" y="57"/>
                  </a:lnTo>
                  <a:lnTo>
                    <a:pt x="81" y="57"/>
                  </a:lnTo>
                  <a:lnTo>
                    <a:pt x="83" y="57"/>
                  </a:lnTo>
                  <a:lnTo>
                    <a:pt x="86" y="58"/>
                  </a:lnTo>
                  <a:lnTo>
                    <a:pt x="88" y="58"/>
                  </a:lnTo>
                  <a:lnTo>
                    <a:pt x="89" y="58"/>
                  </a:lnTo>
                  <a:lnTo>
                    <a:pt x="90" y="57"/>
                  </a:lnTo>
                  <a:lnTo>
                    <a:pt x="92" y="57"/>
                  </a:lnTo>
                  <a:lnTo>
                    <a:pt x="93" y="57"/>
                  </a:lnTo>
                  <a:lnTo>
                    <a:pt x="94" y="57"/>
                  </a:lnTo>
                  <a:lnTo>
                    <a:pt x="95" y="57"/>
                  </a:lnTo>
                  <a:lnTo>
                    <a:pt x="95" y="54"/>
                  </a:lnTo>
                  <a:lnTo>
                    <a:pt x="95" y="50"/>
                  </a:lnTo>
                  <a:lnTo>
                    <a:pt x="94" y="47"/>
                  </a:lnTo>
                  <a:lnTo>
                    <a:pt x="92" y="45"/>
                  </a:lnTo>
                  <a:lnTo>
                    <a:pt x="91" y="42"/>
                  </a:lnTo>
                  <a:lnTo>
                    <a:pt x="90" y="41"/>
                  </a:lnTo>
                  <a:lnTo>
                    <a:pt x="89" y="43"/>
                  </a:lnTo>
                  <a:lnTo>
                    <a:pt x="89" y="44"/>
                  </a:lnTo>
                  <a:lnTo>
                    <a:pt x="89" y="45"/>
                  </a:lnTo>
                  <a:lnTo>
                    <a:pt x="88" y="48"/>
                  </a:lnTo>
                  <a:lnTo>
                    <a:pt x="87" y="49"/>
                  </a:lnTo>
                  <a:lnTo>
                    <a:pt x="86" y="48"/>
                  </a:lnTo>
                  <a:lnTo>
                    <a:pt x="85" y="48"/>
                  </a:lnTo>
                  <a:lnTo>
                    <a:pt x="84" y="47"/>
                  </a:lnTo>
                  <a:lnTo>
                    <a:pt x="82" y="48"/>
                  </a:lnTo>
                  <a:lnTo>
                    <a:pt x="80" y="48"/>
                  </a:lnTo>
                  <a:lnTo>
                    <a:pt x="79" y="48"/>
                  </a:lnTo>
                  <a:lnTo>
                    <a:pt x="79" y="47"/>
                  </a:lnTo>
                  <a:lnTo>
                    <a:pt x="78" y="46"/>
                  </a:lnTo>
                  <a:lnTo>
                    <a:pt x="77" y="43"/>
                  </a:lnTo>
                  <a:lnTo>
                    <a:pt x="76" y="43"/>
                  </a:lnTo>
                  <a:lnTo>
                    <a:pt x="76" y="41"/>
                  </a:lnTo>
                  <a:lnTo>
                    <a:pt x="75" y="41"/>
                  </a:lnTo>
                  <a:lnTo>
                    <a:pt x="74" y="39"/>
                  </a:lnTo>
                  <a:lnTo>
                    <a:pt x="73" y="39"/>
                  </a:lnTo>
                  <a:lnTo>
                    <a:pt x="73" y="38"/>
                  </a:lnTo>
                  <a:lnTo>
                    <a:pt x="73" y="37"/>
                  </a:lnTo>
                  <a:lnTo>
                    <a:pt x="73" y="36"/>
                  </a:lnTo>
                  <a:lnTo>
                    <a:pt x="74" y="36"/>
                  </a:lnTo>
                  <a:lnTo>
                    <a:pt x="75" y="36"/>
                  </a:lnTo>
                  <a:lnTo>
                    <a:pt x="75" y="35"/>
                  </a:lnTo>
                  <a:lnTo>
                    <a:pt x="74" y="33"/>
                  </a:lnTo>
                  <a:lnTo>
                    <a:pt x="74" y="32"/>
                  </a:lnTo>
                  <a:lnTo>
                    <a:pt x="74" y="31"/>
                  </a:lnTo>
                  <a:lnTo>
                    <a:pt x="75" y="28"/>
                  </a:lnTo>
                  <a:lnTo>
                    <a:pt x="76" y="27"/>
                  </a:lnTo>
                  <a:lnTo>
                    <a:pt x="77" y="25"/>
                  </a:lnTo>
                  <a:lnTo>
                    <a:pt x="76" y="24"/>
                  </a:lnTo>
                  <a:lnTo>
                    <a:pt x="76" y="22"/>
                  </a:lnTo>
                  <a:lnTo>
                    <a:pt x="76" y="19"/>
                  </a:lnTo>
                  <a:lnTo>
                    <a:pt x="78" y="15"/>
                  </a:lnTo>
                  <a:lnTo>
                    <a:pt x="78" y="14"/>
                  </a:lnTo>
                  <a:lnTo>
                    <a:pt x="75" y="9"/>
                  </a:lnTo>
                  <a:lnTo>
                    <a:pt x="74" y="7"/>
                  </a:lnTo>
                  <a:lnTo>
                    <a:pt x="72" y="6"/>
                  </a:lnTo>
                  <a:lnTo>
                    <a:pt x="66" y="5"/>
                  </a:lnTo>
                  <a:lnTo>
                    <a:pt x="65" y="4"/>
                  </a:lnTo>
                  <a:lnTo>
                    <a:pt x="61" y="4"/>
                  </a:lnTo>
                  <a:lnTo>
                    <a:pt x="58" y="6"/>
                  </a:lnTo>
                  <a:lnTo>
                    <a:pt x="57" y="9"/>
                  </a:lnTo>
                  <a:lnTo>
                    <a:pt x="54" y="12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47" y="9"/>
                  </a:lnTo>
                  <a:lnTo>
                    <a:pt x="46" y="9"/>
                  </a:lnTo>
                  <a:lnTo>
                    <a:pt x="44" y="10"/>
                  </a:lnTo>
                  <a:lnTo>
                    <a:pt x="42" y="9"/>
                  </a:lnTo>
                  <a:lnTo>
                    <a:pt x="40" y="9"/>
                  </a:lnTo>
                  <a:lnTo>
                    <a:pt x="39" y="10"/>
                  </a:lnTo>
                  <a:lnTo>
                    <a:pt x="38" y="10"/>
                  </a:lnTo>
                  <a:lnTo>
                    <a:pt x="36" y="9"/>
                  </a:lnTo>
                  <a:lnTo>
                    <a:pt x="35" y="9"/>
                  </a:lnTo>
                  <a:lnTo>
                    <a:pt x="32" y="5"/>
                  </a:lnTo>
                  <a:lnTo>
                    <a:pt x="31" y="5"/>
                  </a:lnTo>
                  <a:lnTo>
                    <a:pt x="30" y="5"/>
                  </a:lnTo>
                  <a:lnTo>
                    <a:pt x="27" y="3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2" y="2"/>
                  </a:lnTo>
                  <a:lnTo>
                    <a:pt x="21" y="2"/>
                  </a:lnTo>
                  <a:lnTo>
                    <a:pt x="20" y="3"/>
                  </a:lnTo>
                  <a:lnTo>
                    <a:pt x="19" y="5"/>
                  </a:lnTo>
                  <a:lnTo>
                    <a:pt x="19" y="8"/>
                  </a:lnTo>
                  <a:lnTo>
                    <a:pt x="19" y="9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4" y="10"/>
                  </a:lnTo>
                  <a:lnTo>
                    <a:pt x="14" y="11"/>
                  </a:lnTo>
                  <a:lnTo>
                    <a:pt x="15" y="14"/>
                  </a:lnTo>
                  <a:lnTo>
                    <a:pt x="15" y="15"/>
                  </a:lnTo>
                  <a:lnTo>
                    <a:pt x="14" y="16"/>
                  </a:lnTo>
                  <a:lnTo>
                    <a:pt x="13" y="17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0" y="25"/>
                  </a:lnTo>
                  <a:lnTo>
                    <a:pt x="7" y="26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4" y="25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1359958" y="3742624"/>
              <a:ext cx="597543" cy="828658"/>
            </a:xfrm>
            <a:custGeom>
              <a:avLst/>
              <a:gdLst>
                <a:gd name="T0" fmla="*/ 0 w 78"/>
                <a:gd name="T1" fmla="*/ 2147483647 h 107"/>
                <a:gd name="T2" fmla="*/ 0 w 78"/>
                <a:gd name="T3" fmla="*/ 2147483647 h 107"/>
                <a:gd name="T4" fmla="*/ 2147483647 w 78"/>
                <a:gd name="T5" fmla="*/ 2147483647 h 107"/>
                <a:gd name="T6" fmla="*/ 2147483647 w 78"/>
                <a:gd name="T7" fmla="*/ 2147483647 h 107"/>
                <a:gd name="T8" fmla="*/ 2147483647 w 78"/>
                <a:gd name="T9" fmla="*/ 2147483647 h 107"/>
                <a:gd name="T10" fmla="*/ 2147483647 w 78"/>
                <a:gd name="T11" fmla="*/ 2147483647 h 107"/>
                <a:gd name="T12" fmla="*/ 2147483647 w 78"/>
                <a:gd name="T13" fmla="*/ 2147483647 h 107"/>
                <a:gd name="T14" fmla="*/ 2147483647 w 78"/>
                <a:gd name="T15" fmla="*/ 2147483647 h 107"/>
                <a:gd name="T16" fmla="*/ 2147483647 w 78"/>
                <a:gd name="T17" fmla="*/ 2147483647 h 107"/>
                <a:gd name="T18" fmla="*/ 2147483647 w 78"/>
                <a:gd name="T19" fmla="*/ 2147483647 h 107"/>
                <a:gd name="T20" fmla="*/ 2147483647 w 78"/>
                <a:gd name="T21" fmla="*/ 2147483647 h 107"/>
                <a:gd name="T22" fmla="*/ 2147483647 w 78"/>
                <a:gd name="T23" fmla="*/ 2147483647 h 107"/>
                <a:gd name="T24" fmla="*/ 2147483647 w 78"/>
                <a:gd name="T25" fmla="*/ 2147483647 h 107"/>
                <a:gd name="T26" fmla="*/ 2147483647 w 78"/>
                <a:gd name="T27" fmla="*/ 2147483647 h 107"/>
                <a:gd name="T28" fmla="*/ 2147483647 w 78"/>
                <a:gd name="T29" fmla="*/ 2147483647 h 107"/>
                <a:gd name="T30" fmla="*/ 2147483647 w 78"/>
                <a:gd name="T31" fmla="*/ 2147483647 h 107"/>
                <a:gd name="T32" fmla="*/ 2147483647 w 78"/>
                <a:gd name="T33" fmla="*/ 2147483647 h 107"/>
                <a:gd name="T34" fmla="*/ 2147483647 w 78"/>
                <a:gd name="T35" fmla="*/ 2147483647 h 107"/>
                <a:gd name="T36" fmla="*/ 2147483647 w 78"/>
                <a:gd name="T37" fmla="*/ 2147483647 h 107"/>
                <a:gd name="T38" fmla="*/ 2147483647 w 78"/>
                <a:gd name="T39" fmla="*/ 2147483647 h 107"/>
                <a:gd name="T40" fmla="*/ 2147483647 w 78"/>
                <a:gd name="T41" fmla="*/ 2147483647 h 107"/>
                <a:gd name="T42" fmla="*/ 2147483647 w 78"/>
                <a:gd name="T43" fmla="*/ 2147483647 h 107"/>
                <a:gd name="T44" fmla="*/ 2147483647 w 78"/>
                <a:gd name="T45" fmla="*/ 2147483647 h 107"/>
                <a:gd name="T46" fmla="*/ 2147483647 w 78"/>
                <a:gd name="T47" fmla="*/ 2147483647 h 107"/>
                <a:gd name="T48" fmla="*/ 2147483647 w 78"/>
                <a:gd name="T49" fmla="*/ 2147483647 h 107"/>
                <a:gd name="T50" fmla="*/ 2147483647 w 78"/>
                <a:gd name="T51" fmla="*/ 2147483647 h 107"/>
                <a:gd name="T52" fmla="*/ 2147483647 w 78"/>
                <a:gd name="T53" fmla="*/ 2147483647 h 107"/>
                <a:gd name="T54" fmla="*/ 2147483647 w 78"/>
                <a:gd name="T55" fmla="*/ 2147483647 h 107"/>
                <a:gd name="T56" fmla="*/ 2147483647 w 78"/>
                <a:gd name="T57" fmla="*/ 2147483647 h 107"/>
                <a:gd name="T58" fmla="*/ 2147483647 w 78"/>
                <a:gd name="T59" fmla="*/ 2147483647 h 107"/>
                <a:gd name="T60" fmla="*/ 2147483647 w 78"/>
                <a:gd name="T61" fmla="*/ 2147483647 h 107"/>
                <a:gd name="T62" fmla="*/ 2147483647 w 78"/>
                <a:gd name="T63" fmla="*/ 2147483647 h 107"/>
                <a:gd name="T64" fmla="*/ 2147483647 w 78"/>
                <a:gd name="T65" fmla="*/ 2147483647 h 107"/>
                <a:gd name="T66" fmla="*/ 2147483647 w 78"/>
                <a:gd name="T67" fmla="*/ 2147483647 h 107"/>
                <a:gd name="T68" fmla="*/ 2147483647 w 78"/>
                <a:gd name="T69" fmla="*/ 2147483647 h 107"/>
                <a:gd name="T70" fmla="*/ 2147483647 w 78"/>
                <a:gd name="T71" fmla="*/ 2147483647 h 107"/>
                <a:gd name="T72" fmla="*/ 2147483647 w 78"/>
                <a:gd name="T73" fmla="*/ 2147483647 h 107"/>
                <a:gd name="T74" fmla="*/ 2147483647 w 78"/>
                <a:gd name="T75" fmla="*/ 2147483647 h 107"/>
                <a:gd name="T76" fmla="*/ 2147483647 w 78"/>
                <a:gd name="T77" fmla="*/ 2147483647 h 107"/>
                <a:gd name="T78" fmla="*/ 2147483647 w 78"/>
                <a:gd name="T79" fmla="*/ 2147483647 h 107"/>
                <a:gd name="T80" fmla="*/ 2147483647 w 78"/>
                <a:gd name="T81" fmla="*/ 2147483647 h 107"/>
                <a:gd name="T82" fmla="*/ 2147483647 w 78"/>
                <a:gd name="T83" fmla="*/ 2147483647 h 107"/>
                <a:gd name="T84" fmla="*/ 2147483647 w 78"/>
                <a:gd name="T85" fmla="*/ 2147483647 h 107"/>
                <a:gd name="T86" fmla="*/ 2147483647 w 78"/>
                <a:gd name="T87" fmla="*/ 2147483647 h 107"/>
                <a:gd name="T88" fmla="*/ 2147483647 w 78"/>
                <a:gd name="T89" fmla="*/ 2147483647 h 107"/>
                <a:gd name="T90" fmla="*/ 2147483647 w 78"/>
                <a:gd name="T91" fmla="*/ 2147483647 h 107"/>
                <a:gd name="T92" fmla="*/ 2147483647 w 78"/>
                <a:gd name="T93" fmla="*/ 2147483647 h 107"/>
                <a:gd name="T94" fmla="*/ 2147483647 w 78"/>
                <a:gd name="T95" fmla="*/ 2147483647 h 107"/>
                <a:gd name="T96" fmla="*/ 2147483647 w 78"/>
                <a:gd name="T97" fmla="*/ 2147483647 h 107"/>
                <a:gd name="T98" fmla="*/ 2147483647 w 78"/>
                <a:gd name="T99" fmla="*/ 2147483647 h 107"/>
                <a:gd name="T100" fmla="*/ 2147483647 w 78"/>
                <a:gd name="T101" fmla="*/ 2147483647 h 107"/>
                <a:gd name="T102" fmla="*/ 2147483647 w 78"/>
                <a:gd name="T103" fmla="*/ 2147483647 h 107"/>
                <a:gd name="T104" fmla="*/ 2147483647 w 78"/>
                <a:gd name="T105" fmla="*/ 2147483647 h 107"/>
                <a:gd name="T106" fmla="*/ 2147483647 w 78"/>
                <a:gd name="T107" fmla="*/ 2147483647 h 107"/>
                <a:gd name="T108" fmla="*/ 2147483647 w 78"/>
                <a:gd name="T109" fmla="*/ 0 h 107"/>
                <a:gd name="T110" fmla="*/ 2147483647 w 78"/>
                <a:gd name="T111" fmla="*/ 2147483647 h 107"/>
                <a:gd name="T112" fmla="*/ 2147483647 w 78"/>
                <a:gd name="T113" fmla="*/ 2147483647 h 107"/>
                <a:gd name="T114" fmla="*/ 2147483647 w 78"/>
                <a:gd name="T115" fmla="*/ 2147483647 h 107"/>
                <a:gd name="T116" fmla="*/ 0 w 78"/>
                <a:gd name="T117" fmla="*/ 2147483647 h 10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78" h="107">
                  <a:moveTo>
                    <a:pt x="0" y="24"/>
                  </a:moveTo>
                  <a:lnTo>
                    <a:pt x="0" y="25"/>
                  </a:lnTo>
                  <a:lnTo>
                    <a:pt x="1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3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2" y="31"/>
                  </a:lnTo>
                  <a:lnTo>
                    <a:pt x="3" y="31"/>
                  </a:lnTo>
                  <a:lnTo>
                    <a:pt x="4" y="32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7" y="35"/>
                  </a:lnTo>
                  <a:lnTo>
                    <a:pt x="7" y="36"/>
                  </a:lnTo>
                  <a:lnTo>
                    <a:pt x="8" y="36"/>
                  </a:lnTo>
                  <a:lnTo>
                    <a:pt x="8" y="35"/>
                  </a:lnTo>
                  <a:lnTo>
                    <a:pt x="9" y="35"/>
                  </a:lnTo>
                  <a:lnTo>
                    <a:pt x="10" y="35"/>
                  </a:lnTo>
                  <a:lnTo>
                    <a:pt x="10" y="36"/>
                  </a:lnTo>
                  <a:lnTo>
                    <a:pt x="10" y="35"/>
                  </a:lnTo>
                  <a:lnTo>
                    <a:pt x="11" y="35"/>
                  </a:lnTo>
                  <a:lnTo>
                    <a:pt x="10" y="34"/>
                  </a:lnTo>
                  <a:lnTo>
                    <a:pt x="11" y="34"/>
                  </a:lnTo>
                  <a:lnTo>
                    <a:pt x="12" y="34"/>
                  </a:lnTo>
                  <a:lnTo>
                    <a:pt x="12" y="35"/>
                  </a:lnTo>
                  <a:lnTo>
                    <a:pt x="13" y="35"/>
                  </a:lnTo>
                  <a:lnTo>
                    <a:pt x="13" y="36"/>
                  </a:lnTo>
                  <a:lnTo>
                    <a:pt x="12" y="37"/>
                  </a:lnTo>
                  <a:lnTo>
                    <a:pt x="12" y="38"/>
                  </a:lnTo>
                  <a:lnTo>
                    <a:pt x="13" y="38"/>
                  </a:lnTo>
                  <a:lnTo>
                    <a:pt x="15" y="39"/>
                  </a:lnTo>
                  <a:lnTo>
                    <a:pt x="17" y="40"/>
                  </a:lnTo>
                  <a:lnTo>
                    <a:pt x="18" y="40"/>
                  </a:lnTo>
                  <a:lnTo>
                    <a:pt x="19" y="41"/>
                  </a:lnTo>
                  <a:lnTo>
                    <a:pt x="20" y="43"/>
                  </a:lnTo>
                  <a:lnTo>
                    <a:pt x="22" y="43"/>
                  </a:lnTo>
                  <a:lnTo>
                    <a:pt x="23" y="43"/>
                  </a:lnTo>
                  <a:lnTo>
                    <a:pt x="24" y="43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7" y="46"/>
                  </a:lnTo>
                  <a:lnTo>
                    <a:pt x="27" y="47"/>
                  </a:lnTo>
                  <a:lnTo>
                    <a:pt x="27" y="48"/>
                  </a:lnTo>
                  <a:lnTo>
                    <a:pt x="28" y="48"/>
                  </a:lnTo>
                  <a:lnTo>
                    <a:pt x="28" y="49"/>
                  </a:lnTo>
                  <a:lnTo>
                    <a:pt x="27" y="50"/>
                  </a:lnTo>
                  <a:lnTo>
                    <a:pt x="28" y="50"/>
                  </a:lnTo>
                  <a:lnTo>
                    <a:pt x="28" y="51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6" y="52"/>
                  </a:lnTo>
                  <a:lnTo>
                    <a:pt x="27" y="53"/>
                  </a:lnTo>
                  <a:lnTo>
                    <a:pt x="27" y="54"/>
                  </a:lnTo>
                  <a:lnTo>
                    <a:pt x="27" y="55"/>
                  </a:lnTo>
                  <a:lnTo>
                    <a:pt x="28" y="56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2" y="59"/>
                  </a:lnTo>
                  <a:lnTo>
                    <a:pt x="37" y="63"/>
                  </a:lnTo>
                  <a:lnTo>
                    <a:pt x="39" y="65"/>
                  </a:lnTo>
                  <a:lnTo>
                    <a:pt x="40" y="66"/>
                  </a:lnTo>
                  <a:lnTo>
                    <a:pt x="41" y="66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7" y="73"/>
                  </a:lnTo>
                  <a:lnTo>
                    <a:pt x="49" y="75"/>
                  </a:lnTo>
                  <a:lnTo>
                    <a:pt x="49" y="76"/>
                  </a:lnTo>
                  <a:lnTo>
                    <a:pt x="50" y="77"/>
                  </a:lnTo>
                  <a:lnTo>
                    <a:pt x="51" y="78"/>
                  </a:lnTo>
                  <a:lnTo>
                    <a:pt x="51" y="79"/>
                  </a:lnTo>
                  <a:lnTo>
                    <a:pt x="52" y="80"/>
                  </a:lnTo>
                  <a:lnTo>
                    <a:pt x="53" y="81"/>
                  </a:lnTo>
                  <a:lnTo>
                    <a:pt x="54" y="82"/>
                  </a:lnTo>
                  <a:lnTo>
                    <a:pt x="54" y="83"/>
                  </a:lnTo>
                  <a:lnTo>
                    <a:pt x="55" y="83"/>
                  </a:lnTo>
                  <a:lnTo>
                    <a:pt x="55" y="84"/>
                  </a:lnTo>
                  <a:lnTo>
                    <a:pt x="56" y="85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8"/>
                  </a:lnTo>
                  <a:lnTo>
                    <a:pt x="58" y="89"/>
                  </a:lnTo>
                  <a:lnTo>
                    <a:pt x="58" y="90"/>
                  </a:lnTo>
                  <a:lnTo>
                    <a:pt x="59" y="90"/>
                  </a:lnTo>
                  <a:lnTo>
                    <a:pt x="60" y="91"/>
                  </a:lnTo>
                  <a:lnTo>
                    <a:pt x="61" y="92"/>
                  </a:lnTo>
                  <a:lnTo>
                    <a:pt x="61" y="93"/>
                  </a:lnTo>
                  <a:lnTo>
                    <a:pt x="62" y="93"/>
                  </a:lnTo>
                  <a:lnTo>
                    <a:pt x="62" y="94"/>
                  </a:lnTo>
                  <a:lnTo>
                    <a:pt x="63" y="94"/>
                  </a:lnTo>
                  <a:lnTo>
                    <a:pt x="64" y="95"/>
                  </a:lnTo>
                  <a:lnTo>
                    <a:pt x="65" y="96"/>
                  </a:lnTo>
                  <a:lnTo>
                    <a:pt x="65" y="97"/>
                  </a:lnTo>
                  <a:lnTo>
                    <a:pt x="66" y="98"/>
                  </a:lnTo>
                  <a:lnTo>
                    <a:pt x="66" y="99"/>
                  </a:lnTo>
                  <a:lnTo>
                    <a:pt x="66" y="98"/>
                  </a:lnTo>
                  <a:lnTo>
                    <a:pt x="66" y="99"/>
                  </a:lnTo>
                  <a:lnTo>
                    <a:pt x="68" y="100"/>
                  </a:lnTo>
                  <a:lnTo>
                    <a:pt x="69" y="101"/>
                  </a:lnTo>
                  <a:lnTo>
                    <a:pt x="70" y="102"/>
                  </a:lnTo>
                  <a:lnTo>
                    <a:pt x="71" y="104"/>
                  </a:lnTo>
                  <a:lnTo>
                    <a:pt x="71" y="105"/>
                  </a:lnTo>
                  <a:lnTo>
                    <a:pt x="72" y="105"/>
                  </a:lnTo>
                  <a:lnTo>
                    <a:pt x="73" y="106"/>
                  </a:lnTo>
                  <a:lnTo>
                    <a:pt x="74" y="106"/>
                  </a:lnTo>
                  <a:lnTo>
                    <a:pt x="74" y="107"/>
                  </a:lnTo>
                  <a:lnTo>
                    <a:pt x="76" y="107"/>
                  </a:lnTo>
                  <a:lnTo>
                    <a:pt x="76" y="106"/>
                  </a:lnTo>
                  <a:lnTo>
                    <a:pt x="76" y="105"/>
                  </a:lnTo>
                  <a:lnTo>
                    <a:pt x="75" y="104"/>
                  </a:lnTo>
                  <a:lnTo>
                    <a:pt x="76" y="99"/>
                  </a:lnTo>
                  <a:lnTo>
                    <a:pt x="75" y="99"/>
                  </a:lnTo>
                  <a:lnTo>
                    <a:pt x="75" y="98"/>
                  </a:lnTo>
                  <a:lnTo>
                    <a:pt x="75" y="97"/>
                  </a:lnTo>
                  <a:lnTo>
                    <a:pt x="76" y="97"/>
                  </a:lnTo>
                  <a:lnTo>
                    <a:pt x="77" y="96"/>
                  </a:lnTo>
                  <a:lnTo>
                    <a:pt x="78" y="97"/>
                  </a:lnTo>
                  <a:lnTo>
                    <a:pt x="78" y="94"/>
                  </a:lnTo>
                  <a:lnTo>
                    <a:pt x="78" y="93"/>
                  </a:lnTo>
                  <a:lnTo>
                    <a:pt x="78" y="92"/>
                  </a:lnTo>
                  <a:lnTo>
                    <a:pt x="76" y="91"/>
                  </a:lnTo>
                  <a:lnTo>
                    <a:pt x="75" y="91"/>
                  </a:lnTo>
                  <a:lnTo>
                    <a:pt x="74" y="91"/>
                  </a:lnTo>
                  <a:lnTo>
                    <a:pt x="75" y="91"/>
                  </a:lnTo>
                  <a:lnTo>
                    <a:pt x="74" y="90"/>
                  </a:lnTo>
                  <a:lnTo>
                    <a:pt x="73" y="89"/>
                  </a:lnTo>
                  <a:lnTo>
                    <a:pt x="73" y="87"/>
                  </a:lnTo>
                  <a:lnTo>
                    <a:pt x="72" y="86"/>
                  </a:lnTo>
                  <a:lnTo>
                    <a:pt x="71" y="85"/>
                  </a:lnTo>
                  <a:lnTo>
                    <a:pt x="71" y="84"/>
                  </a:lnTo>
                  <a:lnTo>
                    <a:pt x="71" y="81"/>
                  </a:lnTo>
                  <a:lnTo>
                    <a:pt x="69" y="79"/>
                  </a:lnTo>
                  <a:lnTo>
                    <a:pt x="69" y="78"/>
                  </a:lnTo>
                  <a:lnTo>
                    <a:pt x="68" y="75"/>
                  </a:lnTo>
                  <a:lnTo>
                    <a:pt x="68" y="74"/>
                  </a:lnTo>
                  <a:lnTo>
                    <a:pt x="68" y="72"/>
                  </a:lnTo>
                  <a:lnTo>
                    <a:pt x="68" y="71"/>
                  </a:lnTo>
                  <a:lnTo>
                    <a:pt x="66" y="67"/>
                  </a:lnTo>
                  <a:lnTo>
                    <a:pt x="65" y="67"/>
                  </a:lnTo>
                  <a:lnTo>
                    <a:pt x="64" y="65"/>
                  </a:lnTo>
                  <a:lnTo>
                    <a:pt x="63" y="64"/>
                  </a:lnTo>
                  <a:lnTo>
                    <a:pt x="62" y="64"/>
                  </a:lnTo>
                  <a:lnTo>
                    <a:pt x="61" y="64"/>
                  </a:lnTo>
                  <a:lnTo>
                    <a:pt x="60" y="64"/>
                  </a:lnTo>
                  <a:lnTo>
                    <a:pt x="59" y="65"/>
                  </a:lnTo>
                  <a:lnTo>
                    <a:pt x="58" y="65"/>
                  </a:lnTo>
                  <a:lnTo>
                    <a:pt x="57" y="65"/>
                  </a:lnTo>
                  <a:lnTo>
                    <a:pt x="56" y="64"/>
                  </a:lnTo>
                  <a:lnTo>
                    <a:pt x="55" y="62"/>
                  </a:lnTo>
                  <a:lnTo>
                    <a:pt x="55" y="61"/>
                  </a:lnTo>
                  <a:lnTo>
                    <a:pt x="54" y="60"/>
                  </a:lnTo>
                  <a:lnTo>
                    <a:pt x="54" y="58"/>
                  </a:lnTo>
                  <a:lnTo>
                    <a:pt x="53" y="57"/>
                  </a:lnTo>
                  <a:lnTo>
                    <a:pt x="52" y="55"/>
                  </a:lnTo>
                  <a:lnTo>
                    <a:pt x="51" y="54"/>
                  </a:lnTo>
                  <a:lnTo>
                    <a:pt x="50" y="53"/>
                  </a:lnTo>
                  <a:lnTo>
                    <a:pt x="49" y="53"/>
                  </a:lnTo>
                  <a:lnTo>
                    <a:pt x="48" y="51"/>
                  </a:lnTo>
                  <a:lnTo>
                    <a:pt x="47" y="49"/>
                  </a:lnTo>
                  <a:lnTo>
                    <a:pt x="46" y="47"/>
                  </a:lnTo>
                  <a:lnTo>
                    <a:pt x="46" y="45"/>
                  </a:lnTo>
                  <a:lnTo>
                    <a:pt x="46" y="43"/>
                  </a:lnTo>
                  <a:lnTo>
                    <a:pt x="46" y="41"/>
                  </a:lnTo>
                  <a:lnTo>
                    <a:pt x="46" y="40"/>
                  </a:lnTo>
                  <a:lnTo>
                    <a:pt x="47" y="39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7" y="34"/>
                  </a:lnTo>
                  <a:lnTo>
                    <a:pt x="46" y="32"/>
                  </a:lnTo>
                  <a:lnTo>
                    <a:pt x="46" y="31"/>
                  </a:lnTo>
                  <a:lnTo>
                    <a:pt x="44" y="28"/>
                  </a:lnTo>
                  <a:lnTo>
                    <a:pt x="42" y="28"/>
                  </a:lnTo>
                  <a:lnTo>
                    <a:pt x="42" y="27"/>
                  </a:lnTo>
                  <a:lnTo>
                    <a:pt x="42" y="24"/>
                  </a:lnTo>
                  <a:lnTo>
                    <a:pt x="41" y="23"/>
                  </a:ln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lnTo>
                    <a:pt x="35" y="22"/>
                  </a:lnTo>
                  <a:lnTo>
                    <a:pt x="34" y="22"/>
                  </a:lnTo>
                  <a:lnTo>
                    <a:pt x="34" y="21"/>
                  </a:lnTo>
                  <a:lnTo>
                    <a:pt x="33" y="21"/>
                  </a:lnTo>
                  <a:lnTo>
                    <a:pt x="33" y="20"/>
                  </a:lnTo>
                  <a:lnTo>
                    <a:pt x="32" y="17"/>
                  </a:lnTo>
                  <a:lnTo>
                    <a:pt x="32" y="15"/>
                  </a:lnTo>
                  <a:lnTo>
                    <a:pt x="31" y="11"/>
                  </a:lnTo>
                  <a:lnTo>
                    <a:pt x="30" y="9"/>
                  </a:lnTo>
                  <a:lnTo>
                    <a:pt x="30" y="7"/>
                  </a:lnTo>
                  <a:lnTo>
                    <a:pt x="29" y="5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1" y="5"/>
                  </a:lnTo>
                  <a:lnTo>
                    <a:pt x="20" y="5"/>
                  </a:lnTo>
                  <a:lnTo>
                    <a:pt x="18" y="8"/>
                  </a:lnTo>
                  <a:lnTo>
                    <a:pt x="15" y="11"/>
                  </a:lnTo>
                  <a:lnTo>
                    <a:pt x="9" y="15"/>
                  </a:lnTo>
                  <a:lnTo>
                    <a:pt x="6" y="17"/>
                  </a:lnTo>
                  <a:lnTo>
                    <a:pt x="5" y="15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1" name="Freeform 27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527483" y="3506417"/>
              <a:ext cx="796724" cy="968059"/>
            </a:xfrm>
            <a:custGeom>
              <a:avLst/>
              <a:gdLst>
                <a:gd name="T0" fmla="*/ 2147483647 w 104"/>
                <a:gd name="T1" fmla="*/ 2147483647 h 125"/>
                <a:gd name="T2" fmla="*/ 2147483647 w 104"/>
                <a:gd name="T3" fmla="*/ 2147483647 h 125"/>
                <a:gd name="T4" fmla="*/ 2147483647 w 104"/>
                <a:gd name="T5" fmla="*/ 2147483647 h 125"/>
                <a:gd name="T6" fmla="*/ 2147483647 w 104"/>
                <a:gd name="T7" fmla="*/ 0 h 125"/>
                <a:gd name="T8" fmla="*/ 2147483647 w 104"/>
                <a:gd name="T9" fmla="*/ 2147483647 h 125"/>
                <a:gd name="T10" fmla="*/ 2147483647 w 104"/>
                <a:gd name="T11" fmla="*/ 2147483647 h 125"/>
                <a:gd name="T12" fmla="*/ 2147483647 w 104"/>
                <a:gd name="T13" fmla="*/ 2147483647 h 125"/>
                <a:gd name="T14" fmla="*/ 2147483647 w 104"/>
                <a:gd name="T15" fmla="*/ 2147483647 h 125"/>
                <a:gd name="T16" fmla="*/ 2147483647 w 104"/>
                <a:gd name="T17" fmla="*/ 2147483647 h 125"/>
                <a:gd name="T18" fmla="*/ 2147483647 w 104"/>
                <a:gd name="T19" fmla="*/ 2147483647 h 125"/>
                <a:gd name="T20" fmla="*/ 2147483647 w 104"/>
                <a:gd name="T21" fmla="*/ 2147483647 h 125"/>
                <a:gd name="T22" fmla="*/ 2147483647 w 104"/>
                <a:gd name="T23" fmla="*/ 2147483647 h 125"/>
                <a:gd name="T24" fmla="*/ 2147483647 w 104"/>
                <a:gd name="T25" fmla="*/ 2147483647 h 125"/>
                <a:gd name="T26" fmla="*/ 2147483647 w 104"/>
                <a:gd name="T27" fmla="*/ 2147483647 h 125"/>
                <a:gd name="T28" fmla="*/ 2147483647 w 104"/>
                <a:gd name="T29" fmla="*/ 2147483647 h 125"/>
                <a:gd name="T30" fmla="*/ 2147483647 w 104"/>
                <a:gd name="T31" fmla="*/ 2147483647 h 125"/>
                <a:gd name="T32" fmla="*/ 2147483647 w 104"/>
                <a:gd name="T33" fmla="*/ 2147483647 h 125"/>
                <a:gd name="T34" fmla="*/ 2147483647 w 104"/>
                <a:gd name="T35" fmla="*/ 2147483647 h 125"/>
                <a:gd name="T36" fmla="*/ 2147483647 w 104"/>
                <a:gd name="T37" fmla="*/ 2147483647 h 125"/>
                <a:gd name="T38" fmla="*/ 2147483647 w 104"/>
                <a:gd name="T39" fmla="*/ 2147483647 h 125"/>
                <a:gd name="T40" fmla="*/ 2147483647 w 104"/>
                <a:gd name="T41" fmla="*/ 2147483647 h 125"/>
                <a:gd name="T42" fmla="*/ 2147483647 w 104"/>
                <a:gd name="T43" fmla="*/ 2147483647 h 125"/>
                <a:gd name="T44" fmla="*/ 2147483647 w 104"/>
                <a:gd name="T45" fmla="*/ 2147483647 h 125"/>
                <a:gd name="T46" fmla="*/ 2147483647 w 104"/>
                <a:gd name="T47" fmla="*/ 2147483647 h 125"/>
                <a:gd name="T48" fmla="*/ 2147483647 w 104"/>
                <a:gd name="T49" fmla="*/ 2147483647 h 125"/>
                <a:gd name="T50" fmla="*/ 2147483647 w 104"/>
                <a:gd name="T51" fmla="*/ 2147483647 h 125"/>
                <a:gd name="T52" fmla="*/ 2147483647 w 104"/>
                <a:gd name="T53" fmla="*/ 2147483647 h 125"/>
                <a:gd name="T54" fmla="*/ 2147483647 w 104"/>
                <a:gd name="T55" fmla="*/ 2147483647 h 125"/>
                <a:gd name="T56" fmla="*/ 2147483647 w 104"/>
                <a:gd name="T57" fmla="*/ 2147483647 h 125"/>
                <a:gd name="T58" fmla="*/ 2147483647 w 104"/>
                <a:gd name="T59" fmla="*/ 2147483647 h 125"/>
                <a:gd name="T60" fmla="*/ 2147483647 w 104"/>
                <a:gd name="T61" fmla="*/ 2147483647 h 125"/>
                <a:gd name="T62" fmla="*/ 2147483647 w 104"/>
                <a:gd name="T63" fmla="*/ 2147483647 h 125"/>
                <a:gd name="T64" fmla="*/ 2147483647 w 104"/>
                <a:gd name="T65" fmla="*/ 2147483647 h 125"/>
                <a:gd name="T66" fmla="*/ 2147483647 w 104"/>
                <a:gd name="T67" fmla="*/ 2147483647 h 125"/>
                <a:gd name="T68" fmla="*/ 2147483647 w 104"/>
                <a:gd name="T69" fmla="*/ 2147483647 h 125"/>
                <a:gd name="T70" fmla="*/ 2147483647 w 104"/>
                <a:gd name="T71" fmla="*/ 2147483647 h 125"/>
                <a:gd name="T72" fmla="*/ 2147483647 w 104"/>
                <a:gd name="T73" fmla="*/ 2147483647 h 125"/>
                <a:gd name="T74" fmla="*/ 2147483647 w 104"/>
                <a:gd name="T75" fmla="*/ 2147483647 h 125"/>
                <a:gd name="T76" fmla="*/ 2147483647 w 104"/>
                <a:gd name="T77" fmla="*/ 2147483647 h 125"/>
                <a:gd name="T78" fmla="*/ 2147483647 w 104"/>
                <a:gd name="T79" fmla="*/ 2147483647 h 125"/>
                <a:gd name="T80" fmla="*/ 2147483647 w 104"/>
                <a:gd name="T81" fmla="*/ 2147483647 h 125"/>
                <a:gd name="T82" fmla="*/ 2147483647 w 104"/>
                <a:gd name="T83" fmla="*/ 2147483647 h 125"/>
                <a:gd name="T84" fmla="*/ 2147483647 w 104"/>
                <a:gd name="T85" fmla="*/ 2147483647 h 125"/>
                <a:gd name="T86" fmla="*/ 2147483647 w 104"/>
                <a:gd name="T87" fmla="*/ 2147483647 h 125"/>
                <a:gd name="T88" fmla="*/ 2147483647 w 104"/>
                <a:gd name="T89" fmla="*/ 2147483647 h 125"/>
                <a:gd name="T90" fmla="*/ 2147483647 w 104"/>
                <a:gd name="T91" fmla="*/ 2147483647 h 125"/>
                <a:gd name="T92" fmla="*/ 2147483647 w 104"/>
                <a:gd name="T93" fmla="*/ 2147483647 h 125"/>
                <a:gd name="T94" fmla="*/ 2147483647 w 104"/>
                <a:gd name="T95" fmla="*/ 2147483647 h 125"/>
                <a:gd name="T96" fmla="*/ 2147483647 w 104"/>
                <a:gd name="T97" fmla="*/ 2147483647 h 125"/>
                <a:gd name="T98" fmla="*/ 2147483647 w 104"/>
                <a:gd name="T99" fmla="*/ 2147483647 h 125"/>
                <a:gd name="T100" fmla="*/ 2147483647 w 104"/>
                <a:gd name="T101" fmla="*/ 2147483647 h 125"/>
                <a:gd name="T102" fmla="*/ 2147483647 w 104"/>
                <a:gd name="T103" fmla="*/ 2147483647 h 125"/>
                <a:gd name="T104" fmla="*/ 2147483647 w 104"/>
                <a:gd name="T105" fmla="*/ 2147483647 h 125"/>
                <a:gd name="T106" fmla="*/ 2147483647 w 104"/>
                <a:gd name="T107" fmla="*/ 2147483647 h 125"/>
                <a:gd name="T108" fmla="*/ 2147483647 w 104"/>
                <a:gd name="T109" fmla="*/ 2147483647 h 12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4" h="125">
                  <a:moveTo>
                    <a:pt x="0" y="3"/>
                  </a:moveTo>
                  <a:lnTo>
                    <a:pt x="1" y="3"/>
                  </a:lnTo>
                  <a:lnTo>
                    <a:pt x="2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1" y="3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5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1"/>
                  </a:lnTo>
                  <a:lnTo>
                    <a:pt x="24" y="2"/>
                  </a:lnTo>
                  <a:lnTo>
                    <a:pt x="39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8"/>
                  </a:lnTo>
                  <a:lnTo>
                    <a:pt x="50" y="12"/>
                  </a:lnTo>
                  <a:lnTo>
                    <a:pt x="52" y="16"/>
                  </a:lnTo>
                  <a:lnTo>
                    <a:pt x="52" y="17"/>
                  </a:lnTo>
                  <a:lnTo>
                    <a:pt x="54" y="21"/>
                  </a:lnTo>
                  <a:lnTo>
                    <a:pt x="54" y="22"/>
                  </a:lnTo>
                  <a:lnTo>
                    <a:pt x="59" y="26"/>
                  </a:lnTo>
                  <a:lnTo>
                    <a:pt x="58" y="27"/>
                  </a:lnTo>
                  <a:lnTo>
                    <a:pt x="59" y="30"/>
                  </a:lnTo>
                  <a:lnTo>
                    <a:pt x="60" y="30"/>
                  </a:lnTo>
                  <a:lnTo>
                    <a:pt x="61" y="30"/>
                  </a:lnTo>
                  <a:lnTo>
                    <a:pt x="66" y="34"/>
                  </a:lnTo>
                  <a:lnTo>
                    <a:pt x="66" y="36"/>
                  </a:lnTo>
                  <a:lnTo>
                    <a:pt x="67" y="40"/>
                  </a:lnTo>
                  <a:lnTo>
                    <a:pt x="68" y="40"/>
                  </a:lnTo>
                  <a:lnTo>
                    <a:pt x="68" y="43"/>
                  </a:lnTo>
                  <a:lnTo>
                    <a:pt x="69" y="44"/>
                  </a:lnTo>
                  <a:lnTo>
                    <a:pt x="69" y="48"/>
                  </a:lnTo>
                  <a:lnTo>
                    <a:pt x="70" y="50"/>
                  </a:lnTo>
                  <a:lnTo>
                    <a:pt x="69" y="53"/>
                  </a:lnTo>
                  <a:lnTo>
                    <a:pt x="70" y="55"/>
                  </a:lnTo>
                  <a:lnTo>
                    <a:pt x="72" y="62"/>
                  </a:lnTo>
                  <a:lnTo>
                    <a:pt x="75" y="64"/>
                  </a:lnTo>
                  <a:lnTo>
                    <a:pt x="75" y="65"/>
                  </a:lnTo>
                  <a:lnTo>
                    <a:pt x="75" y="66"/>
                  </a:lnTo>
                  <a:lnTo>
                    <a:pt x="75" y="70"/>
                  </a:lnTo>
                  <a:lnTo>
                    <a:pt x="76" y="72"/>
                  </a:lnTo>
                  <a:lnTo>
                    <a:pt x="79" y="74"/>
                  </a:lnTo>
                  <a:lnTo>
                    <a:pt x="80" y="79"/>
                  </a:lnTo>
                  <a:lnTo>
                    <a:pt x="80" y="81"/>
                  </a:lnTo>
                  <a:lnTo>
                    <a:pt x="79" y="83"/>
                  </a:lnTo>
                  <a:lnTo>
                    <a:pt x="79" y="87"/>
                  </a:lnTo>
                  <a:lnTo>
                    <a:pt x="80" y="89"/>
                  </a:lnTo>
                  <a:lnTo>
                    <a:pt x="80" y="90"/>
                  </a:lnTo>
                  <a:lnTo>
                    <a:pt x="81" y="93"/>
                  </a:lnTo>
                  <a:lnTo>
                    <a:pt x="84" y="94"/>
                  </a:lnTo>
                  <a:lnTo>
                    <a:pt x="86" y="94"/>
                  </a:lnTo>
                  <a:lnTo>
                    <a:pt x="87" y="92"/>
                  </a:lnTo>
                  <a:lnTo>
                    <a:pt x="88" y="90"/>
                  </a:lnTo>
                  <a:lnTo>
                    <a:pt x="90" y="91"/>
                  </a:lnTo>
                  <a:lnTo>
                    <a:pt x="91" y="92"/>
                  </a:lnTo>
                  <a:lnTo>
                    <a:pt x="92" y="94"/>
                  </a:lnTo>
                  <a:lnTo>
                    <a:pt x="94" y="95"/>
                  </a:lnTo>
                  <a:lnTo>
                    <a:pt x="95" y="98"/>
                  </a:lnTo>
                  <a:lnTo>
                    <a:pt x="97" y="98"/>
                  </a:lnTo>
                  <a:lnTo>
                    <a:pt x="98" y="103"/>
                  </a:lnTo>
                  <a:lnTo>
                    <a:pt x="99" y="104"/>
                  </a:lnTo>
                  <a:lnTo>
                    <a:pt x="99" y="105"/>
                  </a:lnTo>
                  <a:lnTo>
                    <a:pt x="98" y="106"/>
                  </a:lnTo>
                  <a:lnTo>
                    <a:pt x="99" y="107"/>
                  </a:lnTo>
                  <a:lnTo>
                    <a:pt x="101" y="109"/>
                  </a:lnTo>
                  <a:lnTo>
                    <a:pt x="102" y="109"/>
                  </a:lnTo>
                  <a:lnTo>
                    <a:pt x="103" y="110"/>
                  </a:lnTo>
                  <a:lnTo>
                    <a:pt x="104" y="110"/>
                  </a:lnTo>
                  <a:lnTo>
                    <a:pt x="104" y="112"/>
                  </a:lnTo>
                  <a:lnTo>
                    <a:pt x="104" y="114"/>
                  </a:lnTo>
                  <a:lnTo>
                    <a:pt x="104" y="116"/>
                  </a:lnTo>
                  <a:lnTo>
                    <a:pt x="103" y="118"/>
                  </a:lnTo>
                  <a:lnTo>
                    <a:pt x="102" y="120"/>
                  </a:lnTo>
                  <a:lnTo>
                    <a:pt x="101" y="121"/>
                  </a:lnTo>
                  <a:lnTo>
                    <a:pt x="98" y="121"/>
                  </a:lnTo>
                  <a:lnTo>
                    <a:pt x="95" y="124"/>
                  </a:lnTo>
                  <a:lnTo>
                    <a:pt x="94" y="124"/>
                  </a:lnTo>
                  <a:lnTo>
                    <a:pt x="93" y="125"/>
                  </a:lnTo>
                  <a:lnTo>
                    <a:pt x="91" y="124"/>
                  </a:lnTo>
                  <a:lnTo>
                    <a:pt x="89" y="121"/>
                  </a:lnTo>
                  <a:lnTo>
                    <a:pt x="89" y="120"/>
                  </a:lnTo>
                  <a:lnTo>
                    <a:pt x="89" y="118"/>
                  </a:lnTo>
                  <a:lnTo>
                    <a:pt x="89" y="117"/>
                  </a:lnTo>
                  <a:lnTo>
                    <a:pt x="89" y="116"/>
                  </a:lnTo>
                  <a:lnTo>
                    <a:pt x="88" y="115"/>
                  </a:lnTo>
                  <a:lnTo>
                    <a:pt x="88" y="114"/>
                  </a:lnTo>
                  <a:lnTo>
                    <a:pt x="86" y="110"/>
                  </a:lnTo>
                  <a:lnTo>
                    <a:pt x="85" y="107"/>
                  </a:lnTo>
                  <a:lnTo>
                    <a:pt x="82" y="106"/>
                  </a:lnTo>
                  <a:lnTo>
                    <a:pt x="80" y="106"/>
                  </a:lnTo>
                  <a:lnTo>
                    <a:pt x="77" y="101"/>
                  </a:lnTo>
                  <a:lnTo>
                    <a:pt x="77" y="100"/>
                  </a:lnTo>
                  <a:lnTo>
                    <a:pt x="75" y="98"/>
                  </a:lnTo>
                  <a:lnTo>
                    <a:pt x="69" y="93"/>
                  </a:lnTo>
                  <a:lnTo>
                    <a:pt x="69" y="92"/>
                  </a:lnTo>
                  <a:lnTo>
                    <a:pt x="68" y="92"/>
                  </a:lnTo>
                  <a:lnTo>
                    <a:pt x="60" y="89"/>
                  </a:lnTo>
                  <a:lnTo>
                    <a:pt x="58" y="85"/>
                  </a:lnTo>
                  <a:lnTo>
                    <a:pt x="56" y="85"/>
                  </a:lnTo>
                  <a:lnTo>
                    <a:pt x="56" y="82"/>
                  </a:lnTo>
                  <a:lnTo>
                    <a:pt x="53" y="79"/>
                  </a:lnTo>
                  <a:lnTo>
                    <a:pt x="51" y="80"/>
                  </a:lnTo>
                  <a:lnTo>
                    <a:pt x="51" y="78"/>
                  </a:lnTo>
                  <a:lnTo>
                    <a:pt x="50" y="75"/>
                  </a:lnTo>
                  <a:lnTo>
                    <a:pt x="51" y="72"/>
                  </a:lnTo>
                  <a:lnTo>
                    <a:pt x="53" y="67"/>
                  </a:lnTo>
                  <a:lnTo>
                    <a:pt x="53" y="64"/>
                  </a:lnTo>
                  <a:lnTo>
                    <a:pt x="54" y="63"/>
                  </a:lnTo>
                  <a:lnTo>
                    <a:pt x="54" y="62"/>
                  </a:lnTo>
                  <a:lnTo>
                    <a:pt x="53" y="60"/>
                  </a:lnTo>
                  <a:lnTo>
                    <a:pt x="53" y="52"/>
                  </a:lnTo>
                  <a:lnTo>
                    <a:pt x="52" y="49"/>
                  </a:lnTo>
                  <a:lnTo>
                    <a:pt x="51" y="48"/>
                  </a:lnTo>
                  <a:lnTo>
                    <a:pt x="48" y="44"/>
                  </a:lnTo>
                  <a:lnTo>
                    <a:pt x="47" y="43"/>
                  </a:lnTo>
                  <a:lnTo>
                    <a:pt x="46" y="44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3" y="42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40" y="39"/>
                  </a:lnTo>
                  <a:lnTo>
                    <a:pt x="41" y="38"/>
                  </a:lnTo>
                  <a:lnTo>
                    <a:pt x="40" y="38"/>
                  </a:lnTo>
                  <a:lnTo>
                    <a:pt x="38" y="37"/>
                  </a:lnTo>
                  <a:lnTo>
                    <a:pt x="37" y="36"/>
                  </a:lnTo>
                  <a:lnTo>
                    <a:pt x="37" y="35"/>
                  </a:lnTo>
                  <a:lnTo>
                    <a:pt x="36" y="30"/>
                  </a:lnTo>
                  <a:lnTo>
                    <a:pt x="34" y="29"/>
                  </a:lnTo>
                  <a:lnTo>
                    <a:pt x="31" y="29"/>
                  </a:lnTo>
                  <a:lnTo>
                    <a:pt x="27" y="29"/>
                  </a:lnTo>
                  <a:lnTo>
                    <a:pt x="25" y="30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22" y="25"/>
                  </a:lnTo>
                  <a:lnTo>
                    <a:pt x="20" y="24"/>
                  </a:lnTo>
                  <a:lnTo>
                    <a:pt x="17" y="23"/>
                  </a:lnTo>
                  <a:lnTo>
                    <a:pt x="15" y="19"/>
                  </a:lnTo>
                  <a:lnTo>
                    <a:pt x="12" y="18"/>
                  </a:lnTo>
                  <a:lnTo>
                    <a:pt x="12" y="19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9" y="16"/>
                  </a:lnTo>
                  <a:lnTo>
                    <a:pt x="9" y="11"/>
                  </a:lnTo>
                  <a:lnTo>
                    <a:pt x="6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4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2" name="Freeform 28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1903876" y="4540304"/>
              <a:ext cx="712456" cy="658280"/>
            </a:xfrm>
            <a:custGeom>
              <a:avLst/>
              <a:gdLst>
                <a:gd name="T0" fmla="*/ 2147483647 w 93"/>
                <a:gd name="T1" fmla="*/ 2147483647 h 85"/>
                <a:gd name="T2" fmla="*/ 2147483647 w 93"/>
                <a:gd name="T3" fmla="*/ 2147483647 h 85"/>
                <a:gd name="T4" fmla="*/ 2147483647 w 93"/>
                <a:gd name="T5" fmla="*/ 2147483647 h 85"/>
                <a:gd name="T6" fmla="*/ 2147483647 w 93"/>
                <a:gd name="T7" fmla="*/ 2147483647 h 85"/>
                <a:gd name="T8" fmla="*/ 2147483647 w 93"/>
                <a:gd name="T9" fmla="*/ 2147483647 h 85"/>
                <a:gd name="T10" fmla="*/ 2147483647 w 93"/>
                <a:gd name="T11" fmla="*/ 2147483647 h 85"/>
                <a:gd name="T12" fmla="*/ 2147483647 w 93"/>
                <a:gd name="T13" fmla="*/ 2147483647 h 85"/>
                <a:gd name="T14" fmla="*/ 2147483647 w 93"/>
                <a:gd name="T15" fmla="*/ 2147483647 h 85"/>
                <a:gd name="T16" fmla="*/ 2147483647 w 93"/>
                <a:gd name="T17" fmla="*/ 2147483647 h 85"/>
                <a:gd name="T18" fmla="*/ 2147483647 w 93"/>
                <a:gd name="T19" fmla="*/ 2147483647 h 85"/>
                <a:gd name="T20" fmla="*/ 2147483647 w 93"/>
                <a:gd name="T21" fmla="*/ 2147483647 h 85"/>
                <a:gd name="T22" fmla="*/ 2147483647 w 93"/>
                <a:gd name="T23" fmla="*/ 2147483647 h 85"/>
                <a:gd name="T24" fmla="*/ 2147483647 w 93"/>
                <a:gd name="T25" fmla="*/ 2147483647 h 85"/>
                <a:gd name="T26" fmla="*/ 2147483647 w 93"/>
                <a:gd name="T27" fmla="*/ 2147483647 h 85"/>
                <a:gd name="T28" fmla="*/ 2147483647 w 93"/>
                <a:gd name="T29" fmla="*/ 2147483647 h 85"/>
                <a:gd name="T30" fmla="*/ 2147483647 w 93"/>
                <a:gd name="T31" fmla="*/ 2147483647 h 85"/>
                <a:gd name="T32" fmla="*/ 2147483647 w 93"/>
                <a:gd name="T33" fmla="*/ 2147483647 h 85"/>
                <a:gd name="T34" fmla="*/ 2147483647 w 93"/>
                <a:gd name="T35" fmla="*/ 2147483647 h 85"/>
                <a:gd name="T36" fmla="*/ 2147483647 w 93"/>
                <a:gd name="T37" fmla="*/ 2147483647 h 85"/>
                <a:gd name="T38" fmla="*/ 2147483647 w 93"/>
                <a:gd name="T39" fmla="*/ 2147483647 h 85"/>
                <a:gd name="T40" fmla="*/ 2147483647 w 93"/>
                <a:gd name="T41" fmla="*/ 2147483647 h 85"/>
                <a:gd name="T42" fmla="*/ 2147483647 w 93"/>
                <a:gd name="T43" fmla="*/ 2147483647 h 85"/>
                <a:gd name="T44" fmla="*/ 2147483647 w 93"/>
                <a:gd name="T45" fmla="*/ 2147483647 h 85"/>
                <a:gd name="T46" fmla="*/ 2147483647 w 93"/>
                <a:gd name="T47" fmla="*/ 2147483647 h 85"/>
                <a:gd name="T48" fmla="*/ 2147483647 w 93"/>
                <a:gd name="T49" fmla="*/ 2147483647 h 85"/>
                <a:gd name="T50" fmla="*/ 2147483647 w 93"/>
                <a:gd name="T51" fmla="*/ 2147483647 h 85"/>
                <a:gd name="T52" fmla="*/ 2147483647 w 93"/>
                <a:gd name="T53" fmla="*/ 2147483647 h 85"/>
                <a:gd name="T54" fmla="*/ 2147483647 w 93"/>
                <a:gd name="T55" fmla="*/ 2147483647 h 85"/>
                <a:gd name="T56" fmla="*/ 2147483647 w 93"/>
                <a:gd name="T57" fmla="*/ 2147483647 h 85"/>
                <a:gd name="T58" fmla="*/ 2147483647 w 93"/>
                <a:gd name="T59" fmla="*/ 2147483647 h 85"/>
                <a:gd name="T60" fmla="*/ 2147483647 w 93"/>
                <a:gd name="T61" fmla="*/ 2147483647 h 85"/>
                <a:gd name="T62" fmla="*/ 2147483647 w 93"/>
                <a:gd name="T63" fmla="*/ 2147483647 h 85"/>
                <a:gd name="T64" fmla="*/ 2147483647 w 93"/>
                <a:gd name="T65" fmla="*/ 2147483647 h 85"/>
                <a:gd name="T66" fmla="*/ 2147483647 w 93"/>
                <a:gd name="T67" fmla="*/ 2147483647 h 85"/>
                <a:gd name="T68" fmla="*/ 2147483647 w 93"/>
                <a:gd name="T69" fmla="*/ 2147483647 h 85"/>
                <a:gd name="T70" fmla="*/ 2147483647 w 93"/>
                <a:gd name="T71" fmla="*/ 2147483647 h 85"/>
                <a:gd name="T72" fmla="*/ 2147483647 w 93"/>
                <a:gd name="T73" fmla="*/ 2147483647 h 85"/>
                <a:gd name="T74" fmla="*/ 2147483647 w 93"/>
                <a:gd name="T75" fmla="*/ 2147483647 h 85"/>
                <a:gd name="T76" fmla="*/ 2147483647 w 93"/>
                <a:gd name="T77" fmla="*/ 2147483647 h 85"/>
                <a:gd name="T78" fmla="*/ 2147483647 w 93"/>
                <a:gd name="T79" fmla="*/ 2147483647 h 85"/>
                <a:gd name="T80" fmla="*/ 2147483647 w 93"/>
                <a:gd name="T81" fmla="*/ 2147483647 h 85"/>
                <a:gd name="T82" fmla="*/ 2147483647 w 93"/>
                <a:gd name="T83" fmla="*/ 2147483647 h 85"/>
                <a:gd name="T84" fmla="*/ 2147483647 w 93"/>
                <a:gd name="T85" fmla="*/ 2147483647 h 85"/>
                <a:gd name="T86" fmla="*/ 2147483647 w 93"/>
                <a:gd name="T87" fmla="*/ 2147483647 h 85"/>
                <a:gd name="T88" fmla="*/ 2147483647 w 93"/>
                <a:gd name="T89" fmla="*/ 2147483647 h 85"/>
                <a:gd name="T90" fmla="*/ 2147483647 w 93"/>
                <a:gd name="T91" fmla="*/ 2147483647 h 85"/>
                <a:gd name="T92" fmla="*/ 2147483647 w 93"/>
                <a:gd name="T93" fmla="*/ 2147483647 h 85"/>
                <a:gd name="T94" fmla="*/ 2147483647 w 93"/>
                <a:gd name="T95" fmla="*/ 2147483647 h 85"/>
                <a:gd name="T96" fmla="*/ 2147483647 w 93"/>
                <a:gd name="T97" fmla="*/ 2147483647 h 85"/>
                <a:gd name="T98" fmla="*/ 2147483647 w 93"/>
                <a:gd name="T99" fmla="*/ 2147483647 h 85"/>
                <a:gd name="T100" fmla="*/ 2147483647 w 93"/>
                <a:gd name="T101" fmla="*/ 2147483647 h 85"/>
                <a:gd name="T102" fmla="*/ 2147483647 w 93"/>
                <a:gd name="T103" fmla="*/ 2147483647 h 85"/>
                <a:gd name="T104" fmla="*/ 2147483647 w 93"/>
                <a:gd name="T105" fmla="*/ 2147483647 h 85"/>
                <a:gd name="T106" fmla="*/ 2147483647 w 93"/>
                <a:gd name="T107" fmla="*/ 2147483647 h 85"/>
                <a:gd name="T108" fmla="*/ 2147483647 w 93"/>
                <a:gd name="T109" fmla="*/ 2147483647 h 85"/>
                <a:gd name="T110" fmla="*/ 2147483647 w 93"/>
                <a:gd name="T111" fmla="*/ 2147483647 h 85"/>
                <a:gd name="T112" fmla="*/ 2147483647 w 93"/>
                <a:gd name="T113" fmla="*/ 2147483647 h 85"/>
                <a:gd name="T114" fmla="*/ 2147483647 w 93"/>
                <a:gd name="T115" fmla="*/ 2147483647 h 85"/>
                <a:gd name="T116" fmla="*/ 2147483647 w 93"/>
                <a:gd name="T117" fmla="*/ 2147483647 h 85"/>
                <a:gd name="T118" fmla="*/ 2147483647 w 93"/>
                <a:gd name="T119" fmla="*/ 2147483647 h 8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3" h="85">
                  <a:moveTo>
                    <a:pt x="0" y="51"/>
                  </a:moveTo>
                  <a:lnTo>
                    <a:pt x="0" y="52"/>
                  </a:lnTo>
                  <a:lnTo>
                    <a:pt x="1" y="53"/>
                  </a:lnTo>
                  <a:lnTo>
                    <a:pt x="2" y="54"/>
                  </a:lnTo>
                  <a:lnTo>
                    <a:pt x="2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5" y="62"/>
                  </a:lnTo>
                  <a:lnTo>
                    <a:pt x="6" y="64"/>
                  </a:lnTo>
                  <a:lnTo>
                    <a:pt x="7" y="65"/>
                  </a:lnTo>
                  <a:lnTo>
                    <a:pt x="7" y="66"/>
                  </a:lnTo>
                  <a:lnTo>
                    <a:pt x="8" y="67"/>
                  </a:lnTo>
                  <a:lnTo>
                    <a:pt x="8" y="68"/>
                  </a:lnTo>
                  <a:lnTo>
                    <a:pt x="9" y="68"/>
                  </a:lnTo>
                  <a:lnTo>
                    <a:pt x="10" y="69"/>
                  </a:lnTo>
                  <a:lnTo>
                    <a:pt x="11" y="70"/>
                  </a:lnTo>
                  <a:lnTo>
                    <a:pt x="12" y="70"/>
                  </a:lnTo>
                  <a:lnTo>
                    <a:pt x="12" y="71"/>
                  </a:lnTo>
                  <a:lnTo>
                    <a:pt x="12" y="72"/>
                  </a:lnTo>
                  <a:lnTo>
                    <a:pt x="12" y="73"/>
                  </a:lnTo>
                  <a:lnTo>
                    <a:pt x="13" y="73"/>
                  </a:lnTo>
                  <a:lnTo>
                    <a:pt x="13" y="74"/>
                  </a:lnTo>
                  <a:lnTo>
                    <a:pt x="13" y="75"/>
                  </a:lnTo>
                  <a:lnTo>
                    <a:pt x="15" y="76"/>
                  </a:lnTo>
                  <a:lnTo>
                    <a:pt x="15" y="77"/>
                  </a:lnTo>
                  <a:lnTo>
                    <a:pt x="16" y="77"/>
                  </a:lnTo>
                  <a:lnTo>
                    <a:pt x="17" y="77"/>
                  </a:lnTo>
                  <a:lnTo>
                    <a:pt x="18" y="77"/>
                  </a:lnTo>
                  <a:lnTo>
                    <a:pt x="18" y="78"/>
                  </a:lnTo>
                  <a:lnTo>
                    <a:pt x="18" y="79"/>
                  </a:lnTo>
                  <a:lnTo>
                    <a:pt x="18" y="78"/>
                  </a:lnTo>
                  <a:lnTo>
                    <a:pt x="19" y="78"/>
                  </a:lnTo>
                  <a:lnTo>
                    <a:pt x="19" y="79"/>
                  </a:lnTo>
                  <a:lnTo>
                    <a:pt x="20" y="79"/>
                  </a:lnTo>
                  <a:lnTo>
                    <a:pt x="20" y="80"/>
                  </a:lnTo>
                  <a:lnTo>
                    <a:pt x="20" y="79"/>
                  </a:lnTo>
                  <a:lnTo>
                    <a:pt x="21" y="79"/>
                  </a:lnTo>
                  <a:lnTo>
                    <a:pt x="21" y="80"/>
                  </a:lnTo>
                  <a:lnTo>
                    <a:pt x="22" y="80"/>
                  </a:lnTo>
                  <a:lnTo>
                    <a:pt x="23" y="80"/>
                  </a:lnTo>
                  <a:lnTo>
                    <a:pt x="25" y="79"/>
                  </a:lnTo>
                  <a:lnTo>
                    <a:pt x="26" y="78"/>
                  </a:lnTo>
                  <a:lnTo>
                    <a:pt x="27" y="78"/>
                  </a:lnTo>
                  <a:lnTo>
                    <a:pt x="28" y="78"/>
                  </a:lnTo>
                  <a:lnTo>
                    <a:pt x="29" y="78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1" y="78"/>
                  </a:lnTo>
                  <a:lnTo>
                    <a:pt x="32" y="78"/>
                  </a:lnTo>
                  <a:lnTo>
                    <a:pt x="33" y="77"/>
                  </a:lnTo>
                  <a:lnTo>
                    <a:pt x="34" y="77"/>
                  </a:lnTo>
                  <a:lnTo>
                    <a:pt x="35" y="76"/>
                  </a:lnTo>
                  <a:lnTo>
                    <a:pt x="36" y="75"/>
                  </a:lnTo>
                  <a:lnTo>
                    <a:pt x="37" y="74"/>
                  </a:lnTo>
                  <a:lnTo>
                    <a:pt x="38" y="74"/>
                  </a:lnTo>
                  <a:lnTo>
                    <a:pt x="40" y="74"/>
                  </a:lnTo>
                  <a:lnTo>
                    <a:pt x="42" y="74"/>
                  </a:lnTo>
                  <a:lnTo>
                    <a:pt x="42" y="75"/>
                  </a:lnTo>
                  <a:lnTo>
                    <a:pt x="43" y="75"/>
                  </a:lnTo>
                  <a:lnTo>
                    <a:pt x="43" y="74"/>
                  </a:lnTo>
                  <a:lnTo>
                    <a:pt x="44" y="74"/>
                  </a:lnTo>
                  <a:lnTo>
                    <a:pt x="45" y="73"/>
                  </a:lnTo>
                  <a:lnTo>
                    <a:pt x="46" y="73"/>
                  </a:lnTo>
                  <a:lnTo>
                    <a:pt x="46" y="72"/>
                  </a:lnTo>
                  <a:lnTo>
                    <a:pt x="47" y="72"/>
                  </a:lnTo>
                  <a:lnTo>
                    <a:pt x="47" y="73"/>
                  </a:lnTo>
                  <a:lnTo>
                    <a:pt x="47" y="74"/>
                  </a:lnTo>
                  <a:lnTo>
                    <a:pt x="50" y="77"/>
                  </a:lnTo>
                  <a:lnTo>
                    <a:pt x="49" y="77"/>
                  </a:lnTo>
                  <a:lnTo>
                    <a:pt x="49" y="78"/>
                  </a:lnTo>
                  <a:lnTo>
                    <a:pt x="49" y="79"/>
                  </a:lnTo>
                  <a:lnTo>
                    <a:pt x="49" y="80"/>
                  </a:lnTo>
                  <a:lnTo>
                    <a:pt x="49" y="81"/>
                  </a:lnTo>
                  <a:lnTo>
                    <a:pt x="49" y="82"/>
                  </a:lnTo>
                  <a:lnTo>
                    <a:pt x="50" y="83"/>
                  </a:lnTo>
                  <a:lnTo>
                    <a:pt x="50" y="84"/>
                  </a:lnTo>
                  <a:lnTo>
                    <a:pt x="51" y="84"/>
                  </a:lnTo>
                  <a:lnTo>
                    <a:pt x="52" y="84"/>
                  </a:lnTo>
                  <a:lnTo>
                    <a:pt x="53" y="83"/>
                  </a:lnTo>
                  <a:lnTo>
                    <a:pt x="54" y="83"/>
                  </a:lnTo>
                  <a:lnTo>
                    <a:pt x="55" y="84"/>
                  </a:lnTo>
                  <a:lnTo>
                    <a:pt x="56" y="85"/>
                  </a:lnTo>
                  <a:lnTo>
                    <a:pt x="57" y="84"/>
                  </a:lnTo>
                  <a:lnTo>
                    <a:pt x="57" y="83"/>
                  </a:lnTo>
                  <a:lnTo>
                    <a:pt x="58" y="83"/>
                  </a:lnTo>
                  <a:lnTo>
                    <a:pt x="60" y="83"/>
                  </a:lnTo>
                  <a:lnTo>
                    <a:pt x="60" y="82"/>
                  </a:lnTo>
                  <a:lnTo>
                    <a:pt x="61" y="82"/>
                  </a:lnTo>
                  <a:lnTo>
                    <a:pt x="62" y="81"/>
                  </a:lnTo>
                  <a:lnTo>
                    <a:pt x="62" y="80"/>
                  </a:lnTo>
                  <a:lnTo>
                    <a:pt x="64" y="79"/>
                  </a:lnTo>
                  <a:lnTo>
                    <a:pt x="65" y="78"/>
                  </a:lnTo>
                  <a:lnTo>
                    <a:pt x="66" y="78"/>
                  </a:lnTo>
                  <a:lnTo>
                    <a:pt x="67" y="78"/>
                  </a:lnTo>
                  <a:lnTo>
                    <a:pt x="68" y="79"/>
                  </a:lnTo>
                  <a:lnTo>
                    <a:pt x="68" y="78"/>
                  </a:lnTo>
                  <a:lnTo>
                    <a:pt x="68" y="77"/>
                  </a:lnTo>
                  <a:lnTo>
                    <a:pt x="69" y="76"/>
                  </a:lnTo>
                  <a:lnTo>
                    <a:pt x="70" y="75"/>
                  </a:lnTo>
                  <a:lnTo>
                    <a:pt x="70" y="74"/>
                  </a:lnTo>
                  <a:lnTo>
                    <a:pt x="70" y="73"/>
                  </a:lnTo>
                  <a:lnTo>
                    <a:pt x="71" y="73"/>
                  </a:lnTo>
                  <a:lnTo>
                    <a:pt x="70" y="72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8" y="73"/>
                  </a:lnTo>
                  <a:lnTo>
                    <a:pt x="67" y="73"/>
                  </a:lnTo>
                  <a:lnTo>
                    <a:pt x="67" y="72"/>
                  </a:lnTo>
                  <a:lnTo>
                    <a:pt x="67" y="71"/>
                  </a:lnTo>
                  <a:lnTo>
                    <a:pt x="67" y="70"/>
                  </a:lnTo>
                  <a:lnTo>
                    <a:pt x="66" y="69"/>
                  </a:lnTo>
                  <a:lnTo>
                    <a:pt x="65" y="68"/>
                  </a:lnTo>
                  <a:lnTo>
                    <a:pt x="64" y="68"/>
                  </a:lnTo>
                  <a:lnTo>
                    <a:pt x="64" y="67"/>
                  </a:lnTo>
                  <a:lnTo>
                    <a:pt x="65" y="66"/>
                  </a:lnTo>
                  <a:lnTo>
                    <a:pt x="66" y="66"/>
                  </a:lnTo>
                  <a:lnTo>
                    <a:pt x="66" y="65"/>
                  </a:lnTo>
                  <a:lnTo>
                    <a:pt x="66" y="64"/>
                  </a:lnTo>
                  <a:lnTo>
                    <a:pt x="65" y="63"/>
                  </a:lnTo>
                  <a:lnTo>
                    <a:pt x="64" y="63"/>
                  </a:lnTo>
                  <a:lnTo>
                    <a:pt x="64" y="62"/>
                  </a:lnTo>
                  <a:lnTo>
                    <a:pt x="63" y="61"/>
                  </a:lnTo>
                  <a:lnTo>
                    <a:pt x="62" y="62"/>
                  </a:lnTo>
                  <a:lnTo>
                    <a:pt x="61" y="62"/>
                  </a:lnTo>
                  <a:lnTo>
                    <a:pt x="60" y="62"/>
                  </a:lnTo>
                  <a:lnTo>
                    <a:pt x="59" y="62"/>
                  </a:lnTo>
                  <a:lnTo>
                    <a:pt x="60" y="61"/>
                  </a:lnTo>
                  <a:lnTo>
                    <a:pt x="60" y="60"/>
                  </a:lnTo>
                  <a:lnTo>
                    <a:pt x="60" y="59"/>
                  </a:lnTo>
                  <a:lnTo>
                    <a:pt x="60" y="57"/>
                  </a:lnTo>
                  <a:lnTo>
                    <a:pt x="61" y="57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3" y="58"/>
                  </a:lnTo>
                  <a:lnTo>
                    <a:pt x="63" y="57"/>
                  </a:lnTo>
                  <a:lnTo>
                    <a:pt x="62" y="57"/>
                  </a:lnTo>
                  <a:lnTo>
                    <a:pt x="63" y="57"/>
                  </a:lnTo>
                  <a:lnTo>
                    <a:pt x="64" y="57"/>
                  </a:lnTo>
                  <a:lnTo>
                    <a:pt x="64" y="58"/>
                  </a:lnTo>
                  <a:lnTo>
                    <a:pt x="65" y="58"/>
                  </a:lnTo>
                  <a:lnTo>
                    <a:pt x="66" y="58"/>
                  </a:lnTo>
                  <a:lnTo>
                    <a:pt x="67" y="57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9" y="56"/>
                  </a:lnTo>
                  <a:lnTo>
                    <a:pt x="69" y="55"/>
                  </a:lnTo>
                  <a:lnTo>
                    <a:pt x="70" y="55"/>
                  </a:lnTo>
                  <a:lnTo>
                    <a:pt x="71" y="55"/>
                  </a:lnTo>
                  <a:lnTo>
                    <a:pt x="73" y="55"/>
                  </a:lnTo>
                  <a:lnTo>
                    <a:pt x="74" y="55"/>
                  </a:lnTo>
                  <a:lnTo>
                    <a:pt x="74" y="54"/>
                  </a:lnTo>
                  <a:lnTo>
                    <a:pt x="75" y="54"/>
                  </a:lnTo>
                  <a:lnTo>
                    <a:pt x="76" y="55"/>
                  </a:lnTo>
                  <a:lnTo>
                    <a:pt x="77" y="54"/>
                  </a:lnTo>
                  <a:lnTo>
                    <a:pt x="80" y="53"/>
                  </a:lnTo>
                  <a:lnTo>
                    <a:pt x="81" y="53"/>
                  </a:lnTo>
                  <a:lnTo>
                    <a:pt x="83" y="50"/>
                  </a:lnTo>
                  <a:lnTo>
                    <a:pt x="83" y="49"/>
                  </a:lnTo>
                  <a:lnTo>
                    <a:pt x="83" y="47"/>
                  </a:lnTo>
                  <a:lnTo>
                    <a:pt x="82" y="47"/>
                  </a:lnTo>
                  <a:lnTo>
                    <a:pt x="82" y="46"/>
                  </a:lnTo>
                  <a:lnTo>
                    <a:pt x="80" y="44"/>
                  </a:lnTo>
                  <a:lnTo>
                    <a:pt x="81" y="44"/>
                  </a:lnTo>
                  <a:lnTo>
                    <a:pt x="82" y="43"/>
                  </a:lnTo>
                  <a:lnTo>
                    <a:pt x="84" y="40"/>
                  </a:lnTo>
                  <a:lnTo>
                    <a:pt x="84" y="39"/>
                  </a:lnTo>
                  <a:lnTo>
                    <a:pt x="85" y="38"/>
                  </a:lnTo>
                  <a:lnTo>
                    <a:pt x="86" y="36"/>
                  </a:lnTo>
                  <a:lnTo>
                    <a:pt x="87" y="35"/>
                  </a:lnTo>
                  <a:lnTo>
                    <a:pt x="87" y="34"/>
                  </a:lnTo>
                  <a:lnTo>
                    <a:pt x="88" y="33"/>
                  </a:lnTo>
                  <a:lnTo>
                    <a:pt x="89" y="34"/>
                  </a:lnTo>
                  <a:lnTo>
                    <a:pt x="89" y="33"/>
                  </a:lnTo>
                  <a:lnTo>
                    <a:pt x="90" y="33"/>
                  </a:lnTo>
                  <a:lnTo>
                    <a:pt x="91" y="31"/>
                  </a:lnTo>
                  <a:lnTo>
                    <a:pt x="90" y="29"/>
                  </a:lnTo>
                  <a:lnTo>
                    <a:pt x="89" y="28"/>
                  </a:lnTo>
                  <a:lnTo>
                    <a:pt x="90" y="27"/>
                  </a:lnTo>
                  <a:lnTo>
                    <a:pt x="90" y="26"/>
                  </a:lnTo>
                  <a:lnTo>
                    <a:pt x="91" y="25"/>
                  </a:lnTo>
                  <a:lnTo>
                    <a:pt x="91" y="24"/>
                  </a:lnTo>
                  <a:lnTo>
                    <a:pt x="92" y="24"/>
                  </a:lnTo>
                  <a:lnTo>
                    <a:pt x="90" y="23"/>
                  </a:lnTo>
                  <a:lnTo>
                    <a:pt x="91" y="23"/>
                  </a:lnTo>
                  <a:lnTo>
                    <a:pt x="93" y="21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0" y="19"/>
                  </a:lnTo>
                  <a:lnTo>
                    <a:pt x="88" y="18"/>
                  </a:lnTo>
                  <a:lnTo>
                    <a:pt x="87" y="17"/>
                  </a:lnTo>
                  <a:lnTo>
                    <a:pt x="86" y="17"/>
                  </a:lnTo>
                  <a:lnTo>
                    <a:pt x="85" y="18"/>
                  </a:lnTo>
                  <a:lnTo>
                    <a:pt x="84" y="18"/>
                  </a:lnTo>
                  <a:lnTo>
                    <a:pt x="84" y="19"/>
                  </a:lnTo>
                  <a:lnTo>
                    <a:pt x="82" y="20"/>
                  </a:lnTo>
                  <a:lnTo>
                    <a:pt x="80" y="21"/>
                  </a:lnTo>
                  <a:lnTo>
                    <a:pt x="80" y="22"/>
                  </a:lnTo>
                  <a:lnTo>
                    <a:pt x="76" y="26"/>
                  </a:lnTo>
                  <a:lnTo>
                    <a:pt x="73" y="25"/>
                  </a:lnTo>
                  <a:lnTo>
                    <a:pt x="72" y="25"/>
                  </a:lnTo>
                  <a:lnTo>
                    <a:pt x="69" y="24"/>
                  </a:lnTo>
                  <a:lnTo>
                    <a:pt x="67" y="23"/>
                  </a:lnTo>
                  <a:lnTo>
                    <a:pt x="66" y="23"/>
                  </a:lnTo>
                  <a:lnTo>
                    <a:pt x="65" y="24"/>
                  </a:lnTo>
                  <a:lnTo>
                    <a:pt x="64" y="25"/>
                  </a:lnTo>
                  <a:lnTo>
                    <a:pt x="64" y="26"/>
                  </a:lnTo>
                  <a:lnTo>
                    <a:pt x="65" y="27"/>
                  </a:lnTo>
                  <a:lnTo>
                    <a:pt x="66" y="28"/>
                  </a:lnTo>
                  <a:lnTo>
                    <a:pt x="67" y="29"/>
                  </a:lnTo>
                  <a:lnTo>
                    <a:pt x="67" y="31"/>
                  </a:lnTo>
                  <a:lnTo>
                    <a:pt x="67" y="33"/>
                  </a:lnTo>
                  <a:lnTo>
                    <a:pt x="66" y="33"/>
                  </a:lnTo>
                  <a:lnTo>
                    <a:pt x="66" y="32"/>
                  </a:lnTo>
                  <a:lnTo>
                    <a:pt x="66" y="31"/>
                  </a:lnTo>
                  <a:lnTo>
                    <a:pt x="65" y="31"/>
                  </a:lnTo>
                  <a:lnTo>
                    <a:pt x="65" y="33"/>
                  </a:lnTo>
                  <a:lnTo>
                    <a:pt x="63" y="33"/>
                  </a:lnTo>
                  <a:lnTo>
                    <a:pt x="63" y="34"/>
                  </a:lnTo>
                  <a:lnTo>
                    <a:pt x="62" y="34"/>
                  </a:lnTo>
                  <a:lnTo>
                    <a:pt x="60" y="34"/>
                  </a:lnTo>
                  <a:lnTo>
                    <a:pt x="58" y="34"/>
                  </a:lnTo>
                  <a:lnTo>
                    <a:pt x="58" y="35"/>
                  </a:lnTo>
                  <a:lnTo>
                    <a:pt x="58" y="37"/>
                  </a:lnTo>
                  <a:lnTo>
                    <a:pt x="58" y="38"/>
                  </a:lnTo>
                  <a:lnTo>
                    <a:pt x="57" y="38"/>
                  </a:lnTo>
                  <a:lnTo>
                    <a:pt x="55" y="37"/>
                  </a:lnTo>
                  <a:lnTo>
                    <a:pt x="54" y="38"/>
                  </a:lnTo>
                  <a:lnTo>
                    <a:pt x="51" y="38"/>
                  </a:lnTo>
                  <a:lnTo>
                    <a:pt x="51" y="37"/>
                  </a:lnTo>
                  <a:lnTo>
                    <a:pt x="46" y="36"/>
                  </a:lnTo>
                  <a:lnTo>
                    <a:pt x="45" y="36"/>
                  </a:lnTo>
                  <a:lnTo>
                    <a:pt x="45" y="35"/>
                  </a:lnTo>
                  <a:lnTo>
                    <a:pt x="42" y="35"/>
                  </a:lnTo>
                  <a:lnTo>
                    <a:pt x="41" y="34"/>
                  </a:lnTo>
                  <a:lnTo>
                    <a:pt x="42" y="31"/>
                  </a:lnTo>
                  <a:lnTo>
                    <a:pt x="42" y="30"/>
                  </a:lnTo>
                  <a:lnTo>
                    <a:pt x="42" y="29"/>
                  </a:lnTo>
                  <a:lnTo>
                    <a:pt x="43" y="29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6" y="27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4"/>
                  </a:lnTo>
                  <a:lnTo>
                    <a:pt x="46" y="24"/>
                  </a:lnTo>
                  <a:lnTo>
                    <a:pt x="45" y="22"/>
                  </a:lnTo>
                  <a:lnTo>
                    <a:pt x="46" y="21"/>
                  </a:lnTo>
                  <a:lnTo>
                    <a:pt x="47" y="22"/>
                  </a:lnTo>
                  <a:lnTo>
                    <a:pt x="48" y="22"/>
                  </a:lnTo>
                  <a:lnTo>
                    <a:pt x="50" y="20"/>
                  </a:lnTo>
                  <a:lnTo>
                    <a:pt x="52" y="19"/>
                  </a:lnTo>
                  <a:lnTo>
                    <a:pt x="53" y="19"/>
                  </a:lnTo>
                  <a:lnTo>
                    <a:pt x="54" y="18"/>
                  </a:lnTo>
                  <a:lnTo>
                    <a:pt x="54" y="17"/>
                  </a:lnTo>
                  <a:lnTo>
                    <a:pt x="54" y="16"/>
                  </a:lnTo>
                  <a:lnTo>
                    <a:pt x="54" y="14"/>
                  </a:lnTo>
                  <a:lnTo>
                    <a:pt x="56" y="12"/>
                  </a:lnTo>
                  <a:lnTo>
                    <a:pt x="56" y="10"/>
                  </a:lnTo>
                  <a:lnTo>
                    <a:pt x="56" y="9"/>
                  </a:lnTo>
                  <a:lnTo>
                    <a:pt x="55" y="8"/>
                  </a:lnTo>
                  <a:lnTo>
                    <a:pt x="54" y="8"/>
                  </a:lnTo>
                  <a:lnTo>
                    <a:pt x="53" y="8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9" y="10"/>
                  </a:lnTo>
                  <a:lnTo>
                    <a:pt x="49" y="11"/>
                  </a:lnTo>
                  <a:lnTo>
                    <a:pt x="49" y="12"/>
                  </a:lnTo>
                  <a:lnTo>
                    <a:pt x="49" y="13"/>
                  </a:lnTo>
                  <a:lnTo>
                    <a:pt x="48" y="14"/>
                  </a:lnTo>
                  <a:lnTo>
                    <a:pt x="48" y="15"/>
                  </a:lnTo>
                  <a:lnTo>
                    <a:pt x="47" y="15"/>
                  </a:lnTo>
                  <a:lnTo>
                    <a:pt x="44" y="15"/>
                  </a:lnTo>
                  <a:lnTo>
                    <a:pt x="44" y="12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2" y="10"/>
                  </a:lnTo>
                  <a:lnTo>
                    <a:pt x="41" y="12"/>
                  </a:lnTo>
                  <a:lnTo>
                    <a:pt x="40" y="13"/>
                  </a:lnTo>
                  <a:lnTo>
                    <a:pt x="41" y="8"/>
                  </a:lnTo>
                  <a:lnTo>
                    <a:pt x="40" y="7"/>
                  </a:lnTo>
                  <a:lnTo>
                    <a:pt x="41" y="7"/>
                  </a:lnTo>
                  <a:lnTo>
                    <a:pt x="41" y="5"/>
                  </a:lnTo>
                  <a:lnTo>
                    <a:pt x="42" y="4"/>
                  </a:lnTo>
                  <a:lnTo>
                    <a:pt x="43" y="1"/>
                  </a:lnTo>
                  <a:lnTo>
                    <a:pt x="37" y="0"/>
                  </a:lnTo>
                  <a:lnTo>
                    <a:pt x="37" y="5"/>
                  </a:lnTo>
                  <a:lnTo>
                    <a:pt x="39" y="6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3" y="7"/>
                  </a:lnTo>
                  <a:lnTo>
                    <a:pt x="30" y="11"/>
                  </a:lnTo>
                  <a:lnTo>
                    <a:pt x="29" y="15"/>
                  </a:lnTo>
                  <a:lnTo>
                    <a:pt x="31" y="19"/>
                  </a:lnTo>
                  <a:lnTo>
                    <a:pt x="33" y="20"/>
                  </a:lnTo>
                  <a:lnTo>
                    <a:pt x="34" y="25"/>
                  </a:lnTo>
                  <a:lnTo>
                    <a:pt x="33" y="27"/>
                  </a:lnTo>
                  <a:lnTo>
                    <a:pt x="38" y="31"/>
                  </a:lnTo>
                  <a:lnTo>
                    <a:pt x="38" y="33"/>
                  </a:lnTo>
                  <a:lnTo>
                    <a:pt x="36" y="34"/>
                  </a:lnTo>
                  <a:lnTo>
                    <a:pt x="33" y="35"/>
                  </a:lnTo>
                  <a:lnTo>
                    <a:pt x="32" y="35"/>
                  </a:lnTo>
                  <a:lnTo>
                    <a:pt x="32" y="36"/>
                  </a:lnTo>
                  <a:lnTo>
                    <a:pt x="33" y="37"/>
                  </a:lnTo>
                  <a:lnTo>
                    <a:pt x="32" y="38"/>
                  </a:lnTo>
                  <a:lnTo>
                    <a:pt x="33" y="39"/>
                  </a:lnTo>
                  <a:lnTo>
                    <a:pt x="32" y="42"/>
                  </a:lnTo>
                  <a:lnTo>
                    <a:pt x="31" y="44"/>
                  </a:lnTo>
                  <a:lnTo>
                    <a:pt x="32" y="46"/>
                  </a:lnTo>
                  <a:lnTo>
                    <a:pt x="31" y="46"/>
                  </a:lnTo>
                  <a:lnTo>
                    <a:pt x="29" y="44"/>
                  </a:lnTo>
                  <a:lnTo>
                    <a:pt x="29" y="43"/>
                  </a:lnTo>
                  <a:lnTo>
                    <a:pt x="28" y="43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1" y="38"/>
                  </a:lnTo>
                  <a:lnTo>
                    <a:pt x="20" y="38"/>
                  </a:lnTo>
                  <a:lnTo>
                    <a:pt x="19" y="38"/>
                  </a:lnTo>
                  <a:lnTo>
                    <a:pt x="18" y="39"/>
                  </a:lnTo>
                  <a:lnTo>
                    <a:pt x="16" y="40"/>
                  </a:lnTo>
                  <a:lnTo>
                    <a:pt x="15" y="40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0" y="43"/>
                  </a:lnTo>
                  <a:lnTo>
                    <a:pt x="10" y="45"/>
                  </a:lnTo>
                  <a:lnTo>
                    <a:pt x="9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7" y="48"/>
                  </a:lnTo>
                  <a:lnTo>
                    <a:pt x="6" y="49"/>
                  </a:lnTo>
                  <a:lnTo>
                    <a:pt x="5" y="49"/>
                  </a:lnTo>
                  <a:lnTo>
                    <a:pt x="4" y="49"/>
                  </a:lnTo>
                  <a:lnTo>
                    <a:pt x="3" y="49"/>
                  </a:lnTo>
                  <a:lnTo>
                    <a:pt x="2" y="49"/>
                  </a:lnTo>
                  <a:lnTo>
                    <a:pt x="1" y="49"/>
                  </a:lnTo>
                  <a:lnTo>
                    <a:pt x="1" y="50"/>
                  </a:lnTo>
                  <a:lnTo>
                    <a:pt x="0" y="5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3" name="Freeform 29"/>
            <p:cNvSpPr>
              <a:spLocks/>
            </p:cNvSpPr>
            <p:nvPr/>
          </p:nvSpPr>
          <p:spPr bwMode="auto">
            <a:xfrm>
              <a:off x="302766" y="2681631"/>
              <a:ext cx="582222" cy="851892"/>
            </a:xfrm>
            <a:custGeom>
              <a:avLst/>
              <a:gdLst>
                <a:gd name="T0" fmla="*/ 2147483647 w 76"/>
                <a:gd name="T1" fmla="*/ 0 h 110"/>
                <a:gd name="T2" fmla="*/ 2147483647 w 76"/>
                <a:gd name="T3" fmla="*/ 2147483647 h 110"/>
                <a:gd name="T4" fmla="*/ 2147483647 w 76"/>
                <a:gd name="T5" fmla="*/ 2147483647 h 110"/>
                <a:gd name="T6" fmla="*/ 2147483647 w 76"/>
                <a:gd name="T7" fmla="*/ 2147483647 h 110"/>
                <a:gd name="T8" fmla="*/ 2147483647 w 76"/>
                <a:gd name="T9" fmla="*/ 2147483647 h 110"/>
                <a:gd name="T10" fmla="*/ 2147483647 w 76"/>
                <a:gd name="T11" fmla="*/ 2147483647 h 110"/>
                <a:gd name="T12" fmla="*/ 2147483647 w 76"/>
                <a:gd name="T13" fmla="*/ 2147483647 h 110"/>
                <a:gd name="T14" fmla="*/ 2147483647 w 76"/>
                <a:gd name="T15" fmla="*/ 2147483647 h 110"/>
                <a:gd name="T16" fmla="*/ 2147483647 w 76"/>
                <a:gd name="T17" fmla="*/ 2147483647 h 110"/>
                <a:gd name="T18" fmla="*/ 2147483647 w 76"/>
                <a:gd name="T19" fmla="*/ 2147483647 h 110"/>
                <a:gd name="T20" fmla="*/ 2147483647 w 76"/>
                <a:gd name="T21" fmla="*/ 2147483647 h 110"/>
                <a:gd name="T22" fmla="*/ 2147483647 w 76"/>
                <a:gd name="T23" fmla="*/ 2147483647 h 110"/>
                <a:gd name="T24" fmla="*/ 2147483647 w 76"/>
                <a:gd name="T25" fmla="*/ 2147483647 h 110"/>
                <a:gd name="T26" fmla="*/ 2147483647 w 76"/>
                <a:gd name="T27" fmla="*/ 2147483647 h 110"/>
                <a:gd name="T28" fmla="*/ 2147483647 w 76"/>
                <a:gd name="T29" fmla="*/ 2147483647 h 110"/>
                <a:gd name="T30" fmla="*/ 2147483647 w 76"/>
                <a:gd name="T31" fmla="*/ 2147483647 h 110"/>
                <a:gd name="T32" fmla="*/ 2147483647 w 76"/>
                <a:gd name="T33" fmla="*/ 2147483647 h 110"/>
                <a:gd name="T34" fmla="*/ 2147483647 w 76"/>
                <a:gd name="T35" fmla="*/ 2147483647 h 110"/>
                <a:gd name="T36" fmla="*/ 2147483647 w 76"/>
                <a:gd name="T37" fmla="*/ 2147483647 h 110"/>
                <a:gd name="T38" fmla="*/ 2147483647 w 76"/>
                <a:gd name="T39" fmla="*/ 2147483647 h 110"/>
                <a:gd name="T40" fmla="*/ 2147483647 w 76"/>
                <a:gd name="T41" fmla="*/ 2147483647 h 110"/>
                <a:gd name="T42" fmla="*/ 2147483647 w 76"/>
                <a:gd name="T43" fmla="*/ 2147483647 h 110"/>
                <a:gd name="T44" fmla="*/ 2147483647 w 76"/>
                <a:gd name="T45" fmla="*/ 2147483647 h 110"/>
                <a:gd name="T46" fmla="*/ 2147483647 w 76"/>
                <a:gd name="T47" fmla="*/ 2147483647 h 110"/>
                <a:gd name="T48" fmla="*/ 2147483647 w 76"/>
                <a:gd name="T49" fmla="*/ 2147483647 h 110"/>
                <a:gd name="T50" fmla="*/ 2147483647 w 76"/>
                <a:gd name="T51" fmla="*/ 2147483647 h 110"/>
                <a:gd name="T52" fmla="*/ 2147483647 w 76"/>
                <a:gd name="T53" fmla="*/ 2147483647 h 110"/>
                <a:gd name="T54" fmla="*/ 2147483647 w 76"/>
                <a:gd name="T55" fmla="*/ 2147483647 h 110"/>
                <a:gd name="T56" fmla="*/ 2147483647 w 76"/>
                <a:gd name="T57" fmla="*/ 2147483647 h 110"/>
                <a:gd name="T58" fmla="*/ 2147483647 w 76"/>
                <a:gd name="T59" fmla="*/ 2147483647 h 110"/>
                <a:gd name="T60" fmla="*/ 2147483647 w 76"/>
                <a:gd name="T61" fmla="*/ 2147483647 h 110"/>
                <a:gd name="T62" fmla="*/ 2147483647 w 76"/>
                <a:gd name="T63" fmla="*/ 2147483647 h 110"/>
                <a:gd name="T64" fmla="*/ 2147483647 w 76"/>
                <a:gd name="T65" fmla="*/ 2147483647 h 110"/>
                <a:gd name="T66" fmla="*/ 2147483647 w 76"/>
                <a:gd name="T67" fmla="*/ 2147483647 h 110"/>
                <a:gd name="T68" fmla="*/ 2147483647 w 76"/>
                <a:gd name="T69" fmla="*/ 2147483647 h 110"/>
                <a:gd name="T70" fmla="*/ 2147483647 w 76"/>
                <a:gd name="T71" fmla="*/ 2147483647 h 110"/>
                <a:gd name="T72" fmla="*/ 2147483647 w 76"/>
                <a:gd name="T73" fmla="*/ 2147483647 h 110"/>
                <a:gd name="T74" fmla="*/ 2147483647 w 76"/>
                <a:gd name="T75" fmla="*/ 2147483647 h 110"/>
                <a:gd name="T76" fmla="*/ 2147483647 w 76"/>
                <a:gd name="T77" fmla="*/ 2147483647 h 110"/>
                <a:gd name="T78" fmla="*/ 2147483647 w 76"/>
                <a:gd name="T79" fmla="*/ 2147483647 h 110"/>
                <a:gd name="T80" fmla="*/ 2147483647 w 76"/>
                <a:gd name="T81" fmla="*/ 2147483647 h 110"/>
                <a:gd name="T82" fmla="*/ 2147483647 w 76"/>
                <a:gd name="T83" fmla="*/ 2147483647 h 110"/>
                <a:gd name="T84" fmla="*/ 2147483647 w 76"/>
                <a:gd name="T85" fmla="*/ 2147483647 h 110"/>
                <a:gd name="T86" fmla="*/ 2147483647 w 76"/>
                <a:gd name="T87" fmla="*/ 2147483647 h 110"/>
                <a:gd name="T88" fmla="*/ 2147483647 w 76"/>
                <a:gd name="T89" fmla="*/ 2147483647 h 11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6" h="110">
                  <a:moveTo>
                    <a:pt x="2" y="2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46" y="1"/>
                  </a:lnTo>
                  <a:lnTo>
                    <a:pt x="44" y="4"/>
                  </a:lnTo>
                  <a:lnTo>
                    <a:pt x="42" y="6"/>
                  </a:lnTo>
                  <a:lnTo>
                    <a:pt x="40" y="9"/>
                  </a:lnTo>
                  <a:lnTo>
                    <a:pt x="39" y="12"/>
                  </a:lnTo>
                  <a:lnTo>
                    <a:pt x="39" y="11"/>
                  </a:lnTo>
                  <a:lnTo>
                    <a:pt x="38" y="12"/>
                  </a:lnTo>
                  <a:lnTo>
                    <a:pt x="38" y="16"/>
                  </a:lnTo>
                  <a:lnTo>
                    <a:pt x="38" y="17"/>
                  </a:lnTo>
                  <a:lnTo>
                    <a:pt x="37" y="17"/>
                  </a:lnTo>
                  <a:lnTo>
                    <a:pt x="38" y="18"/>
                  </a:lnTo>
                  <a:lnTo>
                    <a:pt x="39" y="18"/>
                  </a:lnTo>
                  <a:lnTo>
                    <a:pt x="41" y="21"/>
                  </a:lnTo>
                  <a:lnTo>
                    <a:pt x="41" y="23"/>
                  </a:lnTo>
                  <a:lnTo>
                    <a:pt x="42" y="24"/>
                  </a:lnTo>
                  <a:lnTo>
                    <a:pt x="42" y="25"/>
                  </a:lnTo>
                  <a:lnTo>
                    <a:pt x="41" y="25"/>
                  </a:lnTo>
                  <a:lnTo>
                    <a:pt x="41" y="26"/>
                  </a:lnTo>
                  <a:lnTo>
                    <a:pt x="41" y="28"/>
                  </a:lnTo>
                  <a:lnTo>
                    <a:pt x="40" y="29"/>
                  </a:lnTo>
                  <a:lnTo>
                    <a:pt x="39" y="35"/>
                  </a:lnTo>
                  <a:lnTo>
                    <a:pt x="40" y="36"/>
                  </a:lnTo>
                  <a:lnTo>
                    <a:pt x="40" y="37"/>
                  </a:lnTo>
                  <a:lnTo>
                    <a:pt x="40" y="39"/>
                  </a:lnTo>
                  <a:lnTo>
                    <a:pt x="42" y="41"/>
                  </a:lnTo>
                  <a:lnTo>
                    <a:pt x="43" y="48"/>
                  </a:lnTo>
                  <a:lnTo>
                    <a:pt x="43" y="51"/>
                  </a:lnTo>
                  <a:lnTo>
                    <a:pt x="43" y="54"/>
                  </a:lnTo>
                  <a:lnTo>
                    <a:pt x="42" y="58"/>
                  </a:lnTo>
                  <a:lnTo>
                    <a:pt x="44" y="61"/>
                  </a:lnTo>
                  <a:lnTo>
                    <a:pt x="45" y="63"/>
                  </a:lnTo>
                  <a:lnTo>
                    <a:pt x="47" y="64"/>
                  </a:lnTo>
                  <a:lnTo>
                    <a:pt x="47" y="67"/>
                  </a:lnTo>
                  <a:lnTo>
                    <a:pt x="48" y="69"/>
                  </a:lnTo>
                  <a:lnTo>
                    <a:pt x="49" y="67"/>
                  </a:lnTo>
                  <a:lnTo>
                    <a:pt x="50" y="68"/>
                  </a:lnTo>
                  <a:lnTo>
                    <a:pt x="52" y="70"/>
                  </a:lnTo>
                  <a:lnTo>
                    <a:pt x="57" y="76"/>
                  </a:lnTo>
                  <a:lnTo>
                    <a:pt x="59" y="78"/>
                  </a:lnTo>
                  <a:lnTo>
                    <a:pt x="60" y="82"/>
                  </a:lnTo>
                  <a:lnTo>
                    <a:pt x="61" y="83"/>
                  </a:lnTo>
                  <a:lnTo>
                    <a:pt x="62" y="85"/>
                  </a:lnTo>
                  <a:lnTo>
                    <a:pt x="62" y="87"/>
                  </a:lnTo>
                  <a:lnTo>
                    <a:pt x="63" y="89"/>
                  </a:lnTo>
                  <a:lnTo>
                    <a:pt x="63" y="88"/>
                  </a:lnTo>
                  <a:lnTo>
                    <a:pt x="64" y="88"/>
                  </a:lnTo>
                  <a:lnTo>
                    <a:pt x="65" y="92"/>
                  </a:lnTo>
                  <a:lnTo>
                    <a:pt x="66" y="91"/>
                  </a:lnTo>
                  <a:lnTo>
                    <a:pt x="68" y="91"/>
                  </a:lnTo>
                  <a:lnTo>
                    <a:pt x="69" y="96"/>
                  </a:lnTo>
                  <a:lnTo>
                    <a:pt x="70" y="99"/>
                  </a:lnTo>
                  <a:lnTo>
                    <a:pt x="72" y="100"/>
                  </a:lnTo>
                  <a:lnTo>
                    <a:pt x="73" y="100"/>
                  </a:lnTo>
                  <a:lnTo>
                    <a:pt x="74" y="101"/>
                  </a:lnTo>
                  <a:lnTo>
                    <a:pt x="73" y="104"/>
                  </a:lnTo>
                  <a:lnTo>
                    <a:pt x="74" y="105"/>
                  </a:lnTo>
                  <a:lnTo>
                    <a:pt x="75" y="106"/>
                  </a:lnTo>
                  <a:lnTo>
                    <a:pt x="75" y="109"/>
                  </a:lnTo>
                  <a:lnTo>
                    <a:pt x="76" y="110"/>
                  </a:lnTo>
                  <a:lnTo>
                    <a:pt x="74" y="110"/>
                  </a:lnTo>
                  <a:lnTo>
                    <a:pt x="68" y="110"/>
                  </a:lnTo>
                  <a:lnTo>
                    <a:pt x="53" y="108"/>
                  </a:lnTo>
                  <a:lnTo>
                    <a:pt x="48" y="107"/>
                  </a:lnTo>
                  <a:lnTo>
                    <a:pt x="49" y="107"/>
                  </a:lnTo>
                  <a:lnTo>
                    <a:pt x="50" y="106"/>
                  </a:lnTo>
                  <a:lnTo>
                    <a:pt x="50" y="104"/>
                  </a:lnTo>
                  <a:lnTo>
                    <a:pt x="50" y="103"/>
                  </a:lnTo>
                  <a:lnTo>
                    <a:pt x="49" y="102"/>
                  </a:lnTo>
                  <a:lnTo>
                    <a:pt x="49" y="101"/>
                  </a:lnTo>
                  <a:lnTo>
                    <a:pt x="51" y="99"/>
                  </a:lnTo>
                  <a:lnTo>
                    <a:pt x="51" y="98"/>
                  </a:lnTo>
                  <a:lnTo>
                    <a:pt x="50" y="95"/>
                  </a:lnTo>
                  <a:lnTo>
                    <a:pt x="50" y="93"/>
                  </a:lnTo>
                  <a:lnTo>
                    <a:pt x="48" y="93"/>
                  </a:lnTo>
                  <a:lnTo>
                    <a:pt x="47" y="91"/>
                  </a:lnTo>
                  <a:lnTo>
                    <a:pt x="46" y="89"/>
                  </a:lnTo>
                  <a:lnTo>
                    <a:pt x="46" y="88"/>
                  </a:lnTo>
                  <a:lnTo>
                    <a:pt x="44" y="86"/>
                  </a:lnTo>
                  <a:lnTo>
                    <a:pt x="43" y="86"/>
                  </a:lnTo>
                  <a:lnTo>
                    <a:pt x="42" y="85"/>
                  </a:lnTo>
                  <a:lnTo>
                    <a:pt x="42" y="84"/>
                  </a:lnTo>
                  <a:lnTo>
                    <a:pt x="41" y="82"/>
                  </a:lnTo>
                  <a:lnTo>
                    <a:pt x="40" y="81"/>
                  </a:lnTo>
                  <a:lnTo>
                    <a:pt x="39" y="80"/>
                  </a:lnTo>
                  <a:lnTo>
                    <a:pt x="38" y="78"/>
                  </a:lnTo>
                  <a:lnTo>
                    <a:pt x="36" y="76"/>
                  </a:lnTo>
                  <a:lnTo>
                    <a:pt x="35" y="75"/>
                  </a:lnTo>
                  <a:lnTo>
                    <a:pt x="32" y="74"/>
                  </a:lnTo>
                  <a:lnTo>
                    <a:pt x="31" y="72"/>
                  </a:lnTo>
                  <a:lnTo>
                    <a:pt x="29" y="71"/>
                  </a:lnTo>
                  <a:lnTo>
                    <a:pt x="28" y="70"/>
                  </a:lnTo>
                  <a:lnTo>
                    <a:pt x="26" y="69"/>
                  </a:lnTo>
                  <a:lnTo>
                    <a:pt x="26" y="68"/>
                  </a:lnTo>
                  <a:lnTo>
                    <a:pt x="24" y="67"/>
                  </a:lnTo>
                  <a:lnTo>
                    <a:pt x="23" y="65"/>
                  </a:lnTo>
                  <a:lnTo>
                    <a:pt x="23" y="61"/>
                  </a:lnTo>
                  <a:lnTo>
                    <a:pt x="22" y="61"/>
                  </a:lnTo>
                  <a:lnTo>
                    <a:pt x="22" y="56"/>
                  </a:lnTo>
                  <a:lnTo>
                    <a:pt x="21" y="52"/>
                  </a:lnTo>
                  <a:lnTo>
                    <a:pt x="19" y="49"/>
                  </a:lnTo>
                  <a:lnTo>
                    <a:pt x="18" y="50"/>
                  </a:lnTo>
                  <a:lnTo>
                    <a:pt x="18" y="49"/>
                  </a:lnTo>
                  <a:lnTo>
                    <a:pt x="17" y="48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7" y="40"/>
                  </a:lnTo>
                  <a:lnTo>
                    <a:pt x="15" y="38"/>
                  </a:lnTo>
                  <a:lnTo>
                    <a:pt x="14" y="37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4" y="31"/>
                  </a:lnTo>
                  <a:lnTo>
                    <a:pt x="13" y="30"/>
                  </a:lnTo>
                  <a:lnTo>
                    <a:pt x="9" y="25"/>
                  </a:lnTo>
                  <a:lnTo>
                    <a:pt x="6" y="23"/>
                  </a:lnTo>
                  <a:lnTo>
                    <a:pt x="7" y="20"/>
                  </a:lnTo>
                  <a:lnTo>
                    <a:pt x="6" y="18"/>
                  </a:lnTo>
                  <a:lnTo>
                    <a:pt x="8" y="19"/>
                  </a:lnTo>
                  <a:lnTo>
                    <a:pt x="8" y="17"/>
                  </a:lnTo>
                  <a:lnTo>
                    <a:pt x="7" y="16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4" name="Freeform 30"/>
            <p:cNvSpPr>
              <a:spLocks/>
            </p:cNvSpPr>
            <p:nvPr/>
          </p:nvSpPr>
          <p:spPr bwMode="auto">
            <a:xfrm>
              <a:off x="2371185" y="4594515"/>
              <a:ext cx="176199" cy="147145"/>
            </a:xfrm>
            <a:custGeom>
              <a:avLst/>
              <a:gdLst>
                <a:gd name="T0" fmla="*/ 0 w 23"/>
                <a:gd name="T1" fmla="*/ 2147483647 h 19"/>
                <a:gd name="T2" fmla="*/ 0 w 23"/>
                <a:gd name="T3" fmla="*/ 2147483647 h 19"/>
                <a:gd name="T4" fmla="*/ 2147483647 w 23"/>
                <a:gd name="T5" fmla="*/ 2147483647 h 19"/>
                <a:gd name="T6" fmla="*/ 2147483647 w 23"/>
                <a:gd name="T7" fmla="*/ 2147483647 h 19"/>
                <a:gd name="T8" fmla="*/ 2147483647 w 23"/>
                <a:gd name="T9" fmla="*/ 2147483647 h 19"/>
                <a:gd name="T10" fmla="*/ 2147483647 w 23"/>
                <a:gd name="T11" fmla="*/ 2147483647 h 19"/>
                <a:gd name="T12" fmla="*/ 2147483647 w 23"/>
                <a:gd name="T13" fmla="*/ 2147483647 h 19"/>
                <a:gd name="T14" fmla="*/ 2147483647 w 23"/>
                <a:gd name="T15" fmla="*/ 2147483647 h 19"/>
                <a:gd name="T16" fmla="*/ 2147483647 w 23"/>
                <a:gd name="T17" fmla="*/ 2147483647 h 19"/>
                <a:gd name="T18" fmla="*/ 2147483647 w 23"/>
                <a:gd name="T19" fmla="*/ 2147483647 h 19"/>
                <a:gd name="T20" fmla="*/ 2147483647 w 23"/>
                <a:gd name="T21" fmla="*/ 2147483647 h 19"/>
                <a:gd name="T22" fmla="*/ 2147483647 w 23"/>
                <a:gd name="T23" fmla="*/ 2147483647 h 19"/>
                <a:gd name="T24" fmla="*/ 2147483647 w 23"/>
                <a:gd name="T25" fmla="*/ 2147483647 h 19"/>
                <a:gd name="T26" fmla="*/ 2147483647 w 23"/>
                <a:gd name="T27" fmla="*/ 2147483647 h 19"/>
                <a:gd name="T28" fmla="*/ 2147483647 w 23"/>
                <a:gd name="T29" fmla="*/ 2147483647 h 19"/>
                <a:gd name="T30" fmla="*/ 2147483647 w 23"/>
                <a:gd name="T31" fmla="*/ 2147483647 h 19"/>
                <a:gd name="T32" fmla="*/ 2147483647 w 23"/>
                <a:gd name="T33" fmla="*/ 2147483647 h 19"/>
                <a:gd name="T34" fmla="*/ 2147483647 w 23"/>
                <a:gd name="T35" fmla="*/ 0 h 19"/>
                <a:gd name="T36" fmla="*/ 2147483647 w 23"/>
                <a:gd name="T37" fmla="*/ 0 h 19"/>
                <a:gd name="T38" fmla="*/ 2147483647 w 23"/>
                <a:gd name="T39" fmla="*/ 2147483647 h 19"/>
                <a:gd name="T40" fmla="*/ 2147483647 w 23"/>
                <a:gd name="T41" fmla="*/ 2147483647 h 19"/>
                <a:gd name="T42" fmla="*/ 2147483647 w 23"/>
                <a:gd name="T43" fmla="*/ 2147483647 h 19"/>
                <a:gd name="T44" fmla="*/ 2147483647 w 23"/>
                <a:gd name="T45" fmla="*/ 2147483647 h 19"/>
                <a:gd name="T46" fmla="*/ 2147483647 w 23"/>
                <a:gd name="T47" fmla="*/ 2147483647 h 19"/>
                <a:gd name="T48" fmla="*/ 2147483647 w 23"/>
                <a:gd name="T49" fmla="*/ 2147483647 h 19"/>
                <a:gd name="T50" fmla="*/ 2147483647 w 23"/>
                <a:gd name="T51" fmla="*/ 2147483647 h 19"/>
                <a:gd name="T52" fmla="*/ 2147483647 w 23"/>
                <a:gd name="T53" fmla="*/ 2147483647 h 19"/>
                <a:gd name="T54" fmla="*/ 2147483647 w 23"/>
                <a:gd name="T55" fmla="*/ 2147483647 h 19"/>
                <a:gd name="T56" fmla="*/ 2147483647 w 23"/>
                <a:gd name="T57" fmla="*/ 2147483647 h 19"/>
                <a:gd name="T58" fmla="*/ 2147483647 w 23"/>
                <a:gd name="T59" fmla="*/ 2147483647 h 19"/>
                <a:gd name="T60" fmla="*/ 2147483647 w 23"/>
                <a:gd name="T61" fmla="*/ 2147483647 h 19"/>
                <a:gd name="T62" fmla="*/ 2147483647 w 23"/>
                <a:gd name="T63" fmla="*/ 2147483647 h 19"/>
                <a:gd name="T64" fmla="*/ 2147483647 w 23"/>
                <a:gd name="T65" fmla="*/ 2147483647 h 19"/>
                <a:gd name="T66" fmla="*/ 2147483647 w 23"/>
                <a:gd name="T67" fmla="*/ 2147483647 h 19"/>
                <a:gd name="T68" fmla="*/ 2147483647 w 23"/>
                <a:gd name="T69" fmla="*/ 2147483647 h 19"/>
                <a:gd name="T70" fmla="*/ 2147483647 w 23"/>
                <a:gd name="T71" fmla="*/ 2147483647 h 19"/>
                <a:gd name="T72" fmla="*/ 2147483647 w 23"/>
                <a:gd name="T73" fmla="*/ 2147483647 h 19"/>
                <a:gd name="T74" fmla="*/ 2147483647 w 23"/>
                <a:gd name="T75" fmla="*/ 2147483647 h 19"/>
                <a:gd name="T76" fmla="*/ 2147483647 w 23"/>
                <a:gd name="T77" fmla="*/ 2147483647 h 19"/>
                <a:gd name="T78" fmla="*/ 2147483647 w 23"/>
                <a:gd name="T79" fmla="*/ 2147483647 h 19"/>
                <a:gd name="T80" fmla="*/ 2147483647 w 23"/>
                <a:gd name="T81" fmla="*/ 2147483647 h 19"/>
                <a:gd name="T82" fmla="*/ 2147483647 w 23"/>
                <a:gd name="T83" fmla="*/ 2147483647 h 19"/>
                <a:gd name="T84" fmla="*/ 2147483647 w 23"/>
                <a:gd name="T85" fmla="*/ 2147483647 h 19"/>
                <a:gd name="T86" fmla="*/ 2147483647 w 23"/>
                <a:gd name="T87" fmla="*/ 2147483647 h 19"/>
                <a:gd name="T88" fmla="*/ 2147483647 w 23"/>
                <a:gd name="T89" fmla="*/ 2147483647 h 19"/>
                <a:gd name="T90" fmla="*/ 2147483647 w 23"/>
                <a:gd name="T91" fmla="*/ 2147483647 h 19"/>
                <a:gd name="T92" fmla="*/ 2147483647 w 23"/>
                <a:gd name="T93" fmla="*/ 2147483647 h 19"/>
                <a:gd name="T94" fmla="*/ 0 w 23"/>
                <a:gd name="T95" fmla="*/ 2147483647 h 19"/>
                <a:gd name="T96" fmla="*/ 0 w 23"/>
                <a:gd name="T97" fmla="*/ 2147483647 h 19"/>
                <a:gd name="T98" fmla="*/ 0 w 23"/>
                <a:gd name="T99" fmla="*/ 2147483647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" h="19">
                  <a:moveTo>
                    <a:pt x="0" y="13"/>
                  </a:moveTo>
                  <a:lnTo>
                    <a:pt x="0" y="11"/>
                  </a:lnTo>
                  <a:lnTo>
                    <a:pt x="1" y="10"/>
                  </a:lnTo>
                  <a:lnTo>
                    <a:pt x="2" y="9"/>
                  </a:lnTo>
                  <a:lnTo>
                    <a:pt x="4" y="7"/>
                  </a:lnTo>
                  <a:lnTo>
                    <a:pt x="6" y="7"/>
                  </a:lnTo>
                  <a:lnTo>
                    <a:pt x="6" y="6"/>
                  </a:lnTo>
                  <a:lnTo>
                    <a:pt x="7" y="4"/>
                  </a:lnTo>
                  <a:lnTo>
                    <a:pt x="8" y="5"/>
                  </a:lnTo>
                  <a:lnTo>
                    <a:pt x="9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2"/>
                  </a:lnTo>
                  <a:lnTo>
                    <a:pt x="18" y="3"/>
                  </a:lnTo>
                  <a:lnTo>
                    <a:pt x="18" y="4"/>
                  </a:lnTo>
                  <a:lnTo>
                    <a:pt x="19" y="5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20" y="8"/>
                  </a:lnTo>
                  <a:lnTo>
                    <a:pt x="20" y="9"/>
                  </a:lnTo>
                  <a:lnTo>
                    <a:pt x="21" y="9"/>
                  </a:lnTo>
                  <a:lnTo>
                    <a:pt x="22" y="10"/>
                  </a:lnTo>
                  <a:lnTo>
                    <a:pt x="23" y="11"/>
                  </a:lnTo>
                  <a:lnTo>
                    <a:pt x="23" y="12"/>
                  </a:lnTo>
                  <a:lnTo>
                    <a:pt x="21" y="13"/>
                  </a:lnTo>
                  <a:lnTo>
                    <a:pt x="19" y="14"/>
                  </a:lnTo>
                  <a:lnTo>
                    <a:pt x="19" y="15"/>
                  </a:lnTo>
                  <a:lnTo>
                    <a:pt x="15" y="19"/>
                  </a:lnTo>
                  <a:lnTo>
                    <a:pt x="12" y="18"/>
                  </a:lnTo>
                  <a:lnTo>
                    <a:pt x="11" y="18"/>
                  </a:lnTo>
                  <a:lnTo>
                    <a:pt x="8" y="17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5" name="Freeform 31">
              <a:hlinkClick r:id="rId3" action="ppaction://hlinksldjump"/>
            </p:cNvPr>
            <p:cNvSpPr>
              <a:spLocks/>
            </p:cNvSpPr>
            <p:nvPr/>
          </p:nvSpPr>
          <p:spPr bwMode="auto">
            <a:xfrm>
              <a:off x="4056564" y="4819105"/>
              <a:ext cx="543918" cy="542113"/>
            </a:xfrm>
            <a:custGeom>
              <a:avLst/>
              <a:gdLst>
                <a:gd name="T0" fmla="*/ 2147483647 w 71"/>
                <a:gd name="T1" fmla="*/ 2147483647 h 70"/>
                <a:gd name="T2" fmla="*/ 2147483647 w 71"/>
                <a:gd name="T3" fmla="*/ 2147483647 h 70"/>
                <a:gd name="T4" fmla="*/ 2147483647 w 71"/>
                <a:gd name="T5" fmla="*/ 2147483647 h 70"/>
                <a:gd name="T6" fmla="*/ 2147483647 w 71"/>
                <a:gd name="T7" fmla="*/ 2147483647 h 70"/>
                <a:gd name="T8" fmla="*/ 2147483647 w 71"/>
                <a:gd name="T9" fmla="*/ 2147483647 h 70"/>
                <a:gd name="T10" fmla="*/ 2147483647 w 71"/>
                <a:gd name="T11" fmla="*/ 2147483647 h 70"/>
                <a:gd name="T12" fmla="*/ 2147483647 w 71"/>
                <a:gd name="T13" fmla="*/ 2147483647 h 70"/>
                <a:gd name="T14" fmla="*/ 2147483647 w 71"/>
                <a:gd name="T15" fmla="*/ 2147483647 h 70"/>
                <a:gd name="T16" fmla="*/ 2147483647 w 71"/>
                <a:gd name="T17" fmla="*/ 2147483647 h 70"/>
                <a:gd name="T18" fmla="*/ 2147483647 w 71"/>
                <a:gd name="T19" fmla="*/ 2147483647 h 70"/>
                <a:gd name="T20" fmla="*/ 2147483647 w 71"/>
                <a:gd name="T21" fmla="*/ 2147483647 h 70"/>
                <a:gd name="T22" fmla="*/ 2147483647 w 71"/>
                <a:gd name="T23" fmla="*/ 2147483647 h 70"/>
                <a:gd name="T24" fmla="*/ 2147483647 w 71"/>
                <a:gd name="T25" fmla="*/ 2147483647 h 70"/>
                <a:gd name="T26" fmla="*/ 2147483647 w 71"/>
                <a:gd name="T27" fmla="*/ 2147483647 h 70"/>
                <a:gd name="T28" fmla="*/ 2147483647 w 71"/>
                <a:gd name="T29" fmla="*/ 2147483647 h 70"/>
                <a:gd name="T30" fmla="*/ 2147483647 w 71"/>
                <a:gd name="T31" fmla="*/ 2147483647 h 70"/>
                <a:gd name="T32" fmla="*/ 2147483647 w 71"/>
                <a:gd name="T33" fmla="*/ 2147483647 h 70"/>
                <a:gd name="T34" fmla="*/ 2147483647 w 71"/>
                <a:gd name="T35" fmla="*/ 2147483647 h 70"/>
                <a:gd name="T36" fmla="*/ 2147483647 w 71"/>
                <a:gd name="T37" fmla="*/ 2147483647 h 70"/>
                <a:gd name="T38" fmla="*/ 2147483647 w 71"/>
                <a:gd name="T39" fmla="*/ 2147483647 h 70"/>
                <a:gd name="T40" fmla="*/ 2147483647 w 71"/>
                <a:gd name="T41" fmla="*/ 0 h 70"/>
                <a:gd name="T42" fmla="*/ 2147483647 w 71"/>
                <a:gd name="T43" fmla="*/ 2147483647 h 70"/>
                <a:gd name="T44" fmla="*/ 2147483647 w 71"/>
                <a:gd name="T45" fmla="*/ 2147483647 h 70"/>
                <a:gd name="T46" fmla="*/ 2147483647 w 71"/>
                <a:gd name="T47" fmla="*/ 2147483647 h 70"/>
                <a:gd name="T48" fmla="*/ 2147483647 w 71"/>
                <a:gd name="T49" fmla="*/ 2147483647 h 70"/>
                <a:gd name="T50" fmla="*/ 2147483647 w 71"/>
                <a:gd name="T51" fmla="*/ 2147483647 h 70"/>
                <a:gd name="T52" fmla="*/ 2147483647 w 71"/>
                <a:gd name="T53" fmla="*/ 2147483647 h 70"/>
                <a:gd name="T54" fmla="*/ 2147483647 w 71"/>
                <a:gd name="T55" fmla="*/ 2147483647 h 70"/>
                <a:gd name="T56" fmla="*/ 2147483647 w 71"/>
                <a:gd name="T57" fmla="*/ 2147483647 h 70"/>
                <a:gd name="T58" fmla="*/ 2147483647 w 71"/>
                <a:gd name="T59" fmla="*/ 2147483647 h 70"/>
                <a:gd name="T60" fmla="*/ 2147483647 w 71"/>
                <a:gd name="T61" fmla="*/ 2147483647 h 70"/>
                <a:gd name="T62" fmla="*/ 2147483647 w 71"/>
                <a:gd name="T63" fmla="*/ 2147483647 h 70"/>
                <a:gd name="T64" fmla="*/ 2147483647 w 71"/>
                <a:gd name="T65" fmla="*/ 2147483647 h 70"/>
                <a:gd name="T66" fmla="*/ 2147483647 w 71"/>
                <a:gd name="T67" fmla="*/ 2147483647 h 70"/>
                <a:gd name="T68" fmla="*/ 0 w 71"/>
                <a:gd name="T69" fmla="*/ 2147483647 h 70"/>
                <a:gd name="T70" fmla="*/ 2147483647 w 71"/>
                <a:gd name="T71" fmla="*/ 2147483647 h 70"/>
                <a:gd name="T72" fmla="*/ 2147483647 w 71"/>
                <a:gd name="T73" fmla="*/ 2147483647 h 7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1" h="70">
                  <a:moveTo>
                    <a:pt x="6" y="63"/>
                  </a:moveTo>
                  <a:lnTo>
                    <a:pt x="6" y="64"/>
                  </a:lnTo>
                  <a:lnTo>
                    <a:pt x="7" y="64"/>
                  </a:lnTo>
                  <a:lnTo>
                    <a:pt x="7" y="65"/>
                  </a:lnTo>
                  <a:lnTo>
                    <a:pt x="8" y="65"/>
                  </a:lnTo>
                  <a:lnTo>
                    <a:pt x="8" y="66"/>
                  </a:lnTo>
                  <a:lnTo>
                    <a:pt x="9" y="66"/>
                  </a:lnTo>
                  <a:lnTo>
                    <a:pt x="10" y="66"/>
                  </a:lnTo>
                  <a:lnTo>
                    <a:pt x="10" y="67"/>
                  </a:lnTo>
                  <a:lnTo>
                    <a:pt x="12" y="68"/>
                  </a:lnTo>
                  <a:lnTo>
                    <a:pt x="12" y="69"/>
                  </a:lnTo>
                  <a:lnTo>
                    <a:pt x="17" y="69"/>
                  </a:lnTo>
                  <a:lnTo>
                    <a:pt x="18" y="69"/>
                  </a:lnTo>
                  <a:lnTo>
                    <a:pt x="18" y="68"/>
                  </a:lnTo>
                  <a:lnTo>
                    <a:pt x="19" y="68"/>
                  </a:lnTo>
                  <a:lnTo>
                    <a:pt x="19" y="65"/>
                  </a:lnTo>
                  <a:lnTo>
                    <a:pt x="19" y="64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3" y="65"/>
                  </a:lnTo>
                  <a:lnTo>
                    <a:pt x="24" y="65"/>
                  </a:lnTo>
                  <a:lnTo>
                    <a:pt x="28" y="67"/>
                  </a:lnTo>
                  <a:lnTo>
                    <a:pt x="32" y="67"/>
                  </a:lnTo>
                  <a:lnTo>
                    <a:pt x="32" y="70"/>
                  </a:lnTo>
                  <a:lnTo>
                    <a:pt x="42" y="69"/>
                  </a:lnTo>
                  <a:lnTo>
                    <a:pt x="67" y="68"/>
                  </a:lnTo>
                  <a:lnTo>
                    <a:pt x="71" y="68"/>
                  </a:lnTo>
                  <a:lnTo>
                    <a:pt x="71" y="64"/>
                  </a:lnTo>
                  <a:lnTo>
                    <a:pt x="70" y="41"/>
                  </a:lnTo>
                  <a:lnTo>
                    <a:pt x="69" y="35"/>
                  </a:lnTo>
                  <a:lnTo>
                    <a:pt x="52" y="12"/>
                  </a:lnTo>
                  <a:lnTo>
                    <a:pt x="49" y="8"/>
                  </a:lnTo>
                  <a:lnTo>
                    <a:pt x="48" y="9"/>
                  </a:lnTo>
                  <a:lnTo>
                    <a:pt x="46" y="9"/>
                  </a:lnTo>
                  <a:lnTo>
                    <a:pt x="45" y="8"/>
                  </a:lnTo>
                  <a:lnTo>
                    <a:pt x="44" y="8"/>
                  </a:lnTo>
                  <a:lnTo>
                    <a:pt x="42" y="8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40" y="3"/>
                  </a:lnTo>
                  <a:lnTo>
                    <a:pt x="39" y="8"/>
                  </a:lnTo>
                  <a:lnTo>
                    <a:pt x="40" y="19"/>
                  </a:lnTo>
                  <a:lnTo>
                    <a:pt x="41" y="21"/>
                  </a:lnTo>
                  <a:lnTo>
                    <a:pt x="41" y="22"/>
                  </a:lnTo>
                  <a:lnTo>
                    <a:pt x="39" y="23"/>
                  </a:lnTo>
                  <a:lnTo>
                    <a:pt x="39" y="24"/>
                  </a:lnTo>
                  <a:lnTo>
                    <a:pt x="37" y="25"/>
                  </a:lnTo>
                  <a:lnTo>
                    <a:pt x="36" y="25"/>
                  </a:lnTo>
                  <a:lnTo>
                    <a:pt x="36" y="26"/>
                  </a:lnTo>
                  <a:lnTo>
                    <a:pt x="36" y="30"/>
                  </a:lnTo>
                  <a:lnTo>
                    <a:pt x="36" y="32"/>
                  </a:lnTo>
                  <a:lnTo>
                    <a:pt x="36" y="34"/>
                  </a:lnTo>
                  <a:lnTo>
                    <a:pt x="35" y="36"/>
                  </a:lnTo>
                  <a:lnTo>
                    <a:pt x="34" y="37"/>
                  </a:lnTo>
                  <a:lnTo>
                    <a:pt x="32" y="39"/>
                  </a:lnTo>
                  <a:lnTo>
                    <a:pt x="20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50"/>
                  </a:lnTo>
                  <a:lnTo>
                    <a:pt x="16" y="50"/>
                  </a:lnTo>
                  <a:lnTo>
                    <a:pt x="15" y="51"/>
                  </a:lnTo>
                  <a:lnTo>
                    <a:pt x="14" y="51"/>
                  </a:lnTo>
                  <a:lnTo>
                    <a:pt x="13" y="51"/>
                  </a:lnTo>
                  <a:lnTo>
                    <a:pt x="0" y="53"/>
                  </a:lnTo>
                  <a:lnTo>
                    <a:pt x="2" y="56"/>
                  </a:lnTo>
                  <a:lnTo>
                    <a:pt x="5" y="57"/>
                  </a:lnTo>
                  <a:lnTo>
                    <a:pt x="6" y="60"/>
                  </a:lnTo>
                  <a:lnTo>
                    <a:pt x="6" y="63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6" name="Freeform 32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080074" y="5097906"/>
              <a:ext cx="206842" cy="154889"/>
            </a:xfrm>
            <a:custGeom>
              <a:avLst/>
              <a:gdLst>
                <a:gd name="T0" fmla="*/ 2147483647 w 27"/>
                <a:gd name="T1" fmla="*/ 2147483647 h 20"/>
                <a:gd name="T2" fmla="*/ 2147483647 w 27"/>
                <a:gd name="T3" fmla="*/ 2147483647 h 20"/>
                <a:gd name="T4" fmla="*/ 2147483647 w 27"/>
                <a:gd name="T5" fmla="*/ 2147483647 h 20"/>
                <a:gd name="T6" fmla="*/ 2147483647 w 27"/>
                <a:gd name="T7" fmla="*/ 2147483647 h 20"/>
                <a:gd name="T8" fmla="*/ 2147483647 w 27"/>
                <a:gd name="T9" fmla="*/ 2147483647 h 20"/>
                <a:gd name="T10" fmla="*/ 2147483647 w 27"/>
                <a:gd name="T11" fmla="*/ 2147483647 h 20"/>
                <a:gd name="T12" fmla="*/ 2147483647 w 27"/>
                <a:gd name="T13" fmla="*/ 2147483647 h 20"/>
                <a:gd name="T14" fmla="*/ 2147483647 w 27"/>
                <a:gd name="T15" fmla="*/ 2147483647 h 20"/>
                <a:gd name="T16" fmla="*/ 2147483647 w 27"/>
                <a:gd name="T17" fmla="*/ 2147483647 h 20"/>
                <a:gd name="T18" fmla="*/ 2147483647 w 27"/>
                <a:gd name="T19" fmla="*/ 2147483647 h 20"/>
                <a:gd name="T20" fmla="*/ 2147483647 w 27"/>
                <a:gd name="T21" fmla="*/ 2147483647 h 20"/>
                <a:gd name="T22" fmla="*/ 2147483647 w 27"/>
                <a:gd name="T23" fmla="*/ 2147483647 h 20"/>
                <a:gd name="T24" fmla="*/ 2147483647 w 27"/>
                <a:gd name="T25" fmla="*/ 2147483647 h 20"/>
                <a:gd name="T26" fmla="*/ 2147483647 w 27"/>
                <a:gd name="T27" fmla="*/ 2147483647 h 20"/>
                <a:gd name="T28" fmla="*/ 2147483647 w 27"/>
                <a:gd name="T29" fmla="*/ 2147483647 h 20"/>
                <a:gd name="T30" fmla="*/ 2147483647 w 27"/>
                <a:gd name="T31" fmla="*/ 2147483647 h 20"/>
                <a:gd name="T32" fmla="*/ 2147483647 w 27"/>
                <a:gd name="T33" fmla="*/ 2147483647 h 20"/>
                <a:gd name="T34" fmla="*/ 2147483647 w 27"/>
                <a:gd name="T35" fmla="*/ 2147483647 h 20"/>
                <a:gd name="T36" fmla="*/ 2147483647 w 27"/>
                <a:gd name="T37" fmla="*/ 2147483647 h 20"/>
                <a:gd name="T38" fmla="*/ 2147483647 w 27"/>
                <a:gd name="T39" fmla="*/ 2147483647 h 20"/>
                <a:gd name="T40" fmla="*/ 2147483647 w 27"/>
                <a:gd name="T41" fmla="*/ 2147483647 h 20"/>
                <a:gd name="T42" fmla="*/ 2147483647 w 27"/>
                <a:gd name="T43" fmla="*/ 2147483647 h 20"/>
                <a:gd name="T44" fmla="*/ 2147483647 w 27"/>
                <a:gd name="T45" fmla="*/ 2147483647 h 20"/>
                <a:gd name="T46" fmla="*/ 2147483647 w 27"/>
                <a:gd name="T47" fmla="*/ 2147483647 h 20"/>
                <a:gd name="T48" fmla="*/ 2147483647 w 27"/>
                <a:gd name="T49" fmla="*/ 2147483647 h 20"/>
                <a:gd name="T50" fmla="*/ 2147483647 w 27"/>
                <a:gd name="T51" fmla="*/ 2147483647 h 20"/>
                <a:gd name="T52" fmla="*/ 2147483647 w 27"/>
                <a:gd name="T53" fmla="*/ 2147483647 h 20"/>
                <a:gd name="T54" fmla="*/ 2147483647 w 27"/>
                <a:gd name="T55" fmla="*/ 2147483647 h 20"/>
                <a:gd name="T56" fmla="*/ 2147483647 w 27"/>
                <a:gd name="T57" fmla="*/ 2147483647 h 20"/>
                <a:gd name="T58" fmla="*/ 2147483647 w 27"/>
                <a:gd name="T59" fmla="*/ 2147483647 h 20"/>
                <a:gd name="T60" fmla="*/ 2147483647 w 27"/>
                <a:gd name="T61" fmla="*/ 2147483647 h 20"/>
                <a:gd name="T62" fmla="*/ 2147483647 w 27"/>
                <a:gd name="T63" fmla="*/ 2147483647 h 20"/>
                <a:gd name="T64" fmla="*/ 2147483647 w 27"/>
                <a:gd name="T65" fmla="*/ 2147483647 h 20"/>
                <a:gd name="T66" fmla="*/ 2147483647 w 27"/>
                <a:gd name="T67" fmla="*/ 2147483647 h 20"/>
                <a:gd name="T68" fmla="*/ 2147483647 w 27"/>
                <a:gd name="T69" fmla="*/ 2147483647 h 20"/>
                <a:gd name="T70" fmla="*/ 2147483647 w 27"/>
                <a:gd name="T71" fmla="*/ 2147483647 h 20"/>
                <a:gd name="T72" fmla="*/ 2147483647 w 27"/>
                <a:gd name="T73" fmla="*/ 0 h 20"/>
                <a:gd name="T74" fmla="*/ 2147483647 w 27"/>
                <a:gd name="T75" fmla="*/ 0 h 20"/>
                <a:gd name="T76" fmla="*/ 2147483647 w 27"/>
                <a:gd name="T77" fmla="*/ 2147483647 h 20"/>
                <a:gd name="T78" fmla="*/ 2147483647 w 27"/>
                <a:gd name="T79" fmla="*/ 2147483647 h 20"/>
                <a:gd name="T80" fmla="*/ 2147483647 w 27"/>
                <a:gd name="T81" fmla="*/ 2147483647 h 20"/>
                <a:gd name="T82" fmla="*/ 2147483647 w 27"/>
                <a:gd name="T83" fmla="*/ 2147483647 h 20"/>
                <a:gd name="T84" fmla="*/ 2147483647 w 27"/>
                <a:gd name="T85" fmla="*/ 2147483647 h 20"/>
                <a:gd name="T86" fmla="*/ 2147483647 w 27"/>
                <a:gd name="T87" fmla="*/ 2147483647 h 20"/>
                <a:gd name="T88" fmla="*/ 2147483647 w 27"/>
                <a:gd name="T89" fmla="*/ 2147483647 h 20"/>
                <a:gd name="T90" fmla="*/ 2147483647 w 27"/>
                <a:gd name="T91" fmla="*/ 2147483647 h 20"/>
                <a:gd name="T92" fmla="*/ 2147483647 w 27"/>
                <a:gd name="T93" fmla="*/ 2147483647 h 20"/>
                <a:gd name="T94" fmla="*/ 2147483647 w 27"/>
                <a:gd name="T95" fmla="*/ 2147483647 h 20"/>
                <a:gd name="T96" fmla="*/ 2147483647 w 27"/>
                <a:gd name="T97" fmla="*/ 2147483647 h 20"/>
                <a:gd name="T98" fmla="*/ 2147483647 w 27"/>
                <a:gd name="T99" fmla="*/ 2147483647 h 20"/>
                <a:gd name="T100" fmla="*/ 2147483647 w 27"/>
                <a:gd name="T101" fmla="*/ 2147483647 h 20"/>
                <a:gd name="T102" fmla="*/ 2147483647 w 27"/>
                <a:gd name="T103" fmla="*/ 2147483647 h 20"/>
                <a:gd name="T104" fmla="*/ 2147483647 w 27"/>
                <a:gd name="T105" fmla="*/ 2147483647 h 20"/>
                <a:gd name="T106" fmla="*/ 2147483647 w 27"/>
                <a:gd name="T107" fmla="*/ 2147483647 h 20"/>
                <a:gd name="T108" fmla="*/ 2147483647 w 27"/>
                <a:gd name="T109" fmla="*/ 2147483647 h 20"/>
                <a:gd name="T110" fmla="*/ 2147483647 w 27"/>
                <a:gd name="T111" fmla="*/ 2147483647 h 20"/>
                <a:gd name="T112" fmla="*/ 2147483647 w 27"/>
                <a:gd name="T113" fmla="*/ 2147483647 h 20"/>
                <a:gd name="T114" fmla="*/ 2147483647 w 27"/>
                <a:gd name="T115" fmla="*/ 2147483647 h 20"/>
                <a:gd name="T116" fmla="*/ 2147483647 w 27"/>
                <a:gd name="T117" fmla="*/ 2147483647 h 2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27" h="20">
                  <a:moveTo>
                    <a:pt x="0" y="8"/>
                  </a:moveTo>
                  <a:lnTo>
                    <a:pt x="1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7" y="12"/>
                  </a:lnTo>
                  <a:lnTo>
                    <a:pt x="9" y="13"/>
                  </a:lnTo>
                  <a:lnTo>
                    <a:pt x="10" y="14"/>
                  </a:lnTo>
                  <a:lnTo>
                    <a:pt x="11" y="14"/>
                  </a:lnTo>
                  <a:lnTo>
                    <a:pt x="12" y="15"/>
                  </a:lnTo>
                  <a:lnTo>
                    <a:pt x="13" y="15"/>
                  </a:lnTo>
                  <a:lnTo>
                    <a:pt x="16" y="18"/>
                  </a:lnTo>
                  <a:lnTo>
                    <a:pt x="17" y="19"/>
                  </a:lnTo>
                  <a:lnTo>
                    <a:pt x="18" y="20"/>
                  </a:lnTo>
                  <a:lnTo>
                    <a:pt x="20" y="18"/>
                  </a:lnTo>
                  <a:lnTo>
                    <a:pt x="22" y="17"/>
                  </a:lnTo>
                  <a:lnTo>
                    <a:pt x="22" y="16"/>
                  </a:lnTo>
                  <a:lnTo>
                    <a:pt x="22" y="15"/>
                  </a:lnTo>
                  <a:lnTo>
                    <a:pt x="24" y="15"/>
                  </a:lnTo>
                  <a:lnTo>
                    <a:pt x="24" y="14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7" y="12"/>
                  </a:lnTo>
                  <a:lnTo>
                    <a:pt x="27" y="11"/>
                  </a:lnTo>
                  <a:lnTo>
                    <a:pt x="26" y="10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5"/>
                  </a:lnTo>
                  <a:lnTo>
                    <a:pt x="27" y="5"/>
                  </a:lnTo>
                  <a:lnTo>
                    <a:pt x="24" y="2"/>
                  </a:lnTo>
                  <a:lnTo>
                    <a:pt x="24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7" y="6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ysClr val="window" lastClr="FFFFFF">
                  <a:lumMod val="75000"/>
                </a:sys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7" name="Freeform 58">
              <a:hlinkClick r:id="" action="ppaction://noaction"/>
            </p:cNvPr>
            <p:cNvSpPr>
              <a:spLocks/>
            </p:cNvSpPr>
            <p:nvPr/>
          </p:nvSpPr>
          <p:spPr bwMode="auto">
            <a:xfrm>
              <a:off x="2943192" y="5099196"/>
              <a:ext cx="53626" cy="85189"/>
            </a:xfrm>
            <a:custGeom>
              <a:avLst/>
              <a:gdLst>
                <a:gd name="T0" fmla="*/ 0 w 7"/>
                <a:gd name="T1" fmla="*/ 2147483647 h 11"/>
                <a:gd name="T2" fmla="*/ 0 w 7"/>
                <a:gd name="T3" fmla="*/ 2147483647 h 11"/>
                <a:gd name="T4" fmla="*/ 0 w 7"/>
                <a:gd name="T5" fmla="*/ 2147483647 h 11"/>
                <a:gd name="T6" fmla="*/ 0 w 7"/>
                <a:gd name="T7" fmla="*/ 2147483647 h 11"/>
                <a:gd name="T8" fmla="*/ 0 w 7"/>
                <a:gd name="T9" fmla="*/ 2147483647 h 11"/>
                <a:gd name="T10" fmla="*/ 2147483647 w 7"/>
                <a:gd name="T11" fmla="*/ 2147483647 h 11"/>
                <a:gd name="T12" fmla="*/ 2147483647 w 7"/>
                <a:gd name="T13" fmla="*/ 2147483647 h 11"/>
                <a:gd name="T14" fmla="*/ 2147483647 w 7"/>
                <a:gd name="T15" fmla="*/ 2147483647 h 11"/>
                <a:gd name="T16" fmla="*/ 2147483647 w 7"/>
                <a:gd name="T17" fmla="*/ 2147483647 h 11"/>
                <a:gd name="T18" fmla="*/ 2147483647 w 7"/>
                <a:gd name="T19" fmla="*/ 2147483647 h 11"/>
                <a:gd name="T20" fmla="*/ 2147483647 w 7"/>
                <a:gd name="T21" fmla="*/ 2147483647 h 11"/>
                <a:gd name="T22" fmla="*/ 2147483647 w 7"/>
                <a:gd name="T23" fmla="*/ 2147483647 h 11"/>
                <a:gd name="T24" fmla="*/ 2147483647 w 7"/>
                <a:gd name="T25" fmla="*/ 2147483647 h 11"/>
                <a:gd name="T26" fmla="*/ 2147483647 w 7"/>
                <a:gd name="T27" fmla="*/ 2147483647 h 11"/>
                <a:gd name="T28" fmla="*/ 2147483647 w 7"/>
                <a:gd name="T29" fmla="*/ 2147483647 h 11"/>
                <a:gd name="T30" fmla="*/ 2147483647 w 7"/>
                <a:gd name="T31" fmla="*/ 2147483647 h 11"/>
                <a:gd name="T32" fmla="*/ 2147483647 w 7"/>
                <a:gd name="T33" fmla="*/ 2147483647 h 11"/>
                <a:gd name="T34" fmla="*/ 2147483647 w 7"/>
                <a:gd name="T35" fmla="*/ 2147483647 h 11"/>
                <a:gd name="T36" fmla="*/ 2147483647 w 7"/>
                <a:gd name="T37" fmla="*/ 2147483647 h 11"/>
                <a:gd name="T38" fmla="*/ 2147483647 w 7"/>
                <a:gd name="T39" fmla="*/ 2147483647 h 11"/>
                <a:gd name="T40" fmla="*/ 2147483647 w 7"/>
                <a:gd name="T41" fmla="*/ 2147483647 h 11"/>
                <a:gd name="T42" fmla="*/ 2147483647 w 7"/>
                <a:gd name="T43" fmla="*/ 0 h 11"/>
                <a:gd name="T44" fmla="*/ 2147483647 w 7"/>
                <a:gd name="T45" fmla="*/ 0 h 11"/>
                <a:gd name="T46" fmla="*/ 2147483647 w 7"/>
                <a:gd name="T47" fmla="*/ 0 h 11"/>
                <a:gd name="T48" fmla="*/ 2147483647 w 7"/>
                <a:gd name="T49" fmla="*/ 2147483647 h 11"/>
                <a:gd name="T50" fmla="*/ 2147483647 w 7"/>
                <a:gd name="T51" fmla="*/ 2147483647 h 11"/>
                <a:gd name="T52" fmla="*/ 2147483647 w 7"/>
                <a:gd name="T53" fmla="*/ 2147483647 h 11"/>
                <a:gd name="T54" fmla="*/ 2147483647 w 7"/>
                <a:gd name="T55" fmla="*/ 2147483647 h 11"/>
                <a:gd name="T56" fmla="*/ 2147483647 w 7"/>
                <a:gd name="T57" fmla="*/ 2147483647 h 11"/>
                <a:gd name="T58" fmla="*/ 2147483647 w 7"/>
                <a:gd name="T59" fmla="*/ 2147483647 h 11"/>
                <a:gd name="T60" fmla="*/ 2147483647 w 7"/>
                <a:gd name="T61" fmla="*/ 2147483647 h 11"/>
                <a:gd name="T62" fmla="*/ 2147483647 w 7"/>
                <a:gd name="T63" fmla="*/ 2147483647 h 11"/>
                <a:gd name="T64" fmla="*/ 2147483647 w 7"/>
                <a:gd name="T65" fmla="*/ 2147483647 h 11"/>
                <a:gd name="T66" fmla="*/ 2147483647 w 7"/>
                <a:gd name="T67" fmla="*/ 2147483647 h 11"/>
                <a:gd name="T68" fmla="*/ 2147483647 w 7"/>
                <a:gd name="T69" fmla="*/ 2147483647 h 11"/>
                <a:gd name="T70" fmla="*/ 2147483647 w 7"/>
                <a:gd name="T71" fmla="*/ 2147483647 h 11"/>
                <a:gd name="T72" fmla="*/ 2147483647 w 7"/>
                <a:gd name="T73" fmla="*/ 2147483647 h 11"/>
                <a:gd name="T74" fmla="*/ 2147483647 w 7"/>
                <a:gd name="T75" fmla="*/ 2147483647 h 11"/>
                <a:gd name="T76" fmla="*/ 2147483647 w 7"/>
                <a:gd name="T77" fmla="*/ 2147483647 h 11"/>
                <a:gd name="T78" fmla="*/ 2147483647 w 7"/>
                <a:gd name="T79" fmla="*/ 2147483647 h 11"/>
                <a:gd name="T80" fmla="*/ 2147483647 w 7"/>
                <a:gd name="T81" fmla="*/ 2147483647 h 11"/>
                <a:gd name="T82" fmla="*/ 2147483647 w 7"/>
                <a:gd name="T83" fmla="*/ 2147483647 h 11"/>
                <a:gd name="T84" fmla="*/ 2147483647 w 7"/>
                <a:gd name="T85" fmla="*/ 2147483647 h 11"/>
                <a:gd name="T86" fmla="*/ 2147483647 w 7"/>
                <a:gd name="T87" fmla="*/ 2147483647 h 11"/>
                <a:gd name="T88" fmla="*/ 2147483647 w 7"/>
                <a:gd name="T89" fmla="*/ 2147483647 h 11"/>
                <a:gd name="T90" fmla="*/ 2147483647 w 7"/>
                <a:gd name="T91" fmla="*/ 2147483647 h 11"/>
                <a:gd name="T92" fmla="*/ 2147483647 w 7"/>
                <a:gd name="T93" fmla="*/ 2147483647 h 11"/>
                <a:gd name="T94" fmla="*/ 2147483647 w 7"/>
                <a:gd name="T95" fmla="*/ 2147483647 h 11"/>
                <a:gd name="T96" fmla="*/ 2147483647 w 7"/>
                <a:gd name="T97" fmla="*/ 2147483647 h 11"/>
                <a:gd name="T98" fmla="*/ 2147483647 w 7"/>
                <a:gd name="T99" fmla="*/ 2147483647 h 11"/>
                <a:gd name="T100" fmla="*/ 2147483647 w 7"/>
                <a:gd name="T101" fmla="*/ 2147483647 h 11"/>
                <a:gd name="T102" fmla="*/ 2147483647 w 7"/>
                <a:gd name="T103" fmla="*/ 2147483647 h 11"/>
                <a:gd name="T104" fmla="*/ 2147483647 w 7"/>
                <a:gd name="T105" fmla="*/ 2147483647 h 11"/>
                <a:gd name="T106" fmla="*/ 2147483647 w 7"/>
                <a:gd name="T107" fmla="*/ 2147483647 h 11"/>
                <a:gd name="T108" fmla="*/ 2147483647 w 7"/>
                <a:gd name="T109" fmla="*/ 2147483647 h 11"/>
                <a:gd name="T110" fmla="*/ 2147483647 w 7"/>
                <a:gd name="T111" fmla="*/ 2147483647 h 11"/>
                <a:gd name="T112" fmla="*/ 2147483647 w 7"/>
                <a:gd name="T113" fmla="*/ 2147483647 h 11"/>
                <a:gd name="T114" fmla="*/ 2147483647 w 7"/>
                <a:gd name="T115" fmla="*/ 2147483647 h 11"/>
                <a:gd name="T116" fmla="*/ 0 w 7"/>
                <a:gd name="T117" fmla="*/ 2147483647 h 11"/>
                <a:gd name="T118" fmla="*/ 0 w 7"/>
                <a:gd name="T119" fmla="*/ 2147483647 h 11"/>
                <a:gd name="T120" fmla="*/ 0 w 7"/>
                <a:gd name="T121" fmla="*/ 2147483647 h 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"/>
                <a:gd name="T184" fmla="*/ 0 h 11"/>
                <a:gd name="T185" fmla="*/ 7 w 7"/>
                <a:gd name="T186" fmla="*/ 11 h 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" h="11">
                  <a:moveTo>
                    <a:pt x="0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4"/>
                  </a:lnTo>
                  <a:lnTo>
                    <a:pt x="7" y="5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2" y="10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aphicFrame>
        <p:nvGraphicFramePr>
          <p:cNvPr id="38" name="Tabla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035904"/>
              </p:ext>
            </p:extLst>
          </p:nvPr>
        </p:nvGraphicFramePr>
        <p:xfrm>
          <a:off x="41878" y="4360679"/>
          <a:ext cx="1539427" cy="1920240"/>
        </p:xfrm>
        <a:graphic>
          <a:graphicData uri="http://schemas.openxmlformats.org/drawingml/2006/table">
            <a:tbl>
              <a:tblPr firstRow="1" bandRow="1"/>
              <a:tblGrid>
                <a:gridCol w="774371"/>
                <a:gridCol w="765056"/>
              </a:tblGrid>
              <a:tr h="209571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2017</a:t>
                      </a:r>
                      <a:endParaRPr lang="es-MX" sz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</a:tr>
              <a:tr h="209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PRI</a:t>
                      </a:r>
                      <a:endParaRPr lang="es-MX" sz="1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14</a:t>
                      </a:r>
                      <a:endParaRPr lang="es-MX" sz="1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</a:tr>
              <a:tr h="209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PAN</a:t>
                      </a:r>
                      <a:endParaRPr lang="es-MX" sz="12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8</a:t>
                      </a:r>
                      <a:endParaRPr lang="es-MX" sz="12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75000"/>
                      </a:srgbClr>
                    </a:solidFill>
                  </a:tcPr>
                </a:tc>
              </a:tr>
              <a:tr h="209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PRD</a:t>
                      </a:r>
                      <a:endParaRPr lang="es-MX" sz="12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</a:t>
                      </a:r>
                      <a:endParaRPr lang="es-MX" sz="12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  <a:tr h="209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PVEM</a:t>
                      </a:r>
                      <a:endParaRPr lang="es-MX" sz="1200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</a:t>
                      </a:r>
                      <a:endParaRPr lang="es-MX" sz="1200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</a:tr>
              <a:tr h="209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ALIANZAS</a:t>
                      </a:r>
                      <a:endParaRPr lang="es-MX" sz="1200" b="1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</a:t>
                      </a:r>
                      <a:endParaRPr lang="es-MX" sz="1200" b="1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09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INDEP.</a:t>
                      </a:r>
                      <a:endParaRPr lang="es-MX" sz="1200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MX" sz="1200" b="1" dirty="0" smtClean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</a:t>
                      </a:r>
                      <a:endParaRPr lang="es-MX" sz="1200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</a:tr>
            </a:tbl>
          </a:graphicData>
        </a:graphic>
      </p:graphicFrame>
      <p:sp>
        <p:nvSpPr>
          <p:cNvPr id="39" name="3 CuadroTexto"/>
          <p:cNvSpPr txBox="1"/>
          <p:nvPr/>
        </p:nvSpPr>
        <p:spPr>
          <a:xfrm>
            <a:off x="1881791" y="5623560"/>
            <a:ext cx="2715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smtClean="0">
                <a:cs typeface="Calibri Light" panose="020F0302020204030204" pitchFamily="34" charset="0"/>
              </a:rPr>
              <a:t>Presencia en conjunto en </a:t>
            </a:r>
            <a:r>
              <a:rPr lang="es-MX" sz="1600" b="1" dirty="0" smtClean="0">
                <a:cs typeface="Calibri Light" panose="020F0302020204030204" pitchFamily="34" charset="0"/>
              </a:rPr>
              <a:t>16 Entidades Federativas</a:t>
            </a:r>
            <a:endParaRPr lang="es-MX" sz="1600" b="1" dirty="0">
              <a:cs typeface="Calibri Light" panose="020F0302020204030204" pitchFamily="34" charset="0"/>
            </a:endParaRPr>
          </a:p>
        </p:txBody>
      </p:sp>
      <p:grpSp>
        <p:nvGrpSpPr>
          <p:cNvPr id="40" name="Grupo 38"/>
          <p:cNvGrpSpPr/>
          <p:nvPr/>
        </p:nvGrpSpPr>
        <p:grpSpPr>
          <a:xfrm>
            <a:off x="4823409" y="2757843"/>
            <a:ext cx="4020252" cy="3249339"/>
            <a:chOff x="1109538" y="1703598"/>
            <a:chExt cx="3627925" cy="2694231"/>
          </a:xfrm>
        </p:grpSpPr>
        <p:sp>
          <p:nvSpPr>
            <p:cNvPr id="41" name="Elipse 39"/>
            <p:cNvSpPr/>
            <p:nvPr/>
          </p:nvSpPr>
          <p:spPr>
            <a:xfrm>
              <a:off x="2355764" y="2230216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2" name="Grupo 40"/>
            <p:cNvGrpSpPr/>
            <p:nvPr/>
          </p:nvGrpSpPr>
          <p:grpSpPr>
            <a:xfrm>
              <a:off x="1109538" y="1703598"/>
              <a:ext cx="3627925" cy="2694231"/>
              <a:chOff x="1109538" y="1703598"/>
              <a:chExt cx="4642452" cy="3273189"/>
            </a:xfrm>
          </p:grpSpPr>
          <p:sp>
            <p:nvSpPr>
              <p:cNvPr id="365" name="Freeform 2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3583980" y="4011310"/>
                <a:ext cx="283450" cy="317523"/>
              </a:xfrm>
              <a:custGeom>
                <a:avLst/>
                <a:gdLst>
                  <a:gd name="T0" fmla="*/ 2147483647 w 37"/>
                  <a:gd name="T1" fmla="*/ 2147483647 h 41"/>
                  <a:gd name="T2" fmla="*/ 2147483647 w 37"/>
                  <a:gd name="T3" fmla="*/ 2147483647 h 41"/>
                  <a:gd name="T4" fmla="*/ 2147483647 w 37"/>
                  <a:gd name="T5" fmla="*/ 2147483647 h 41"/>
                  <a:gd name="T6" fmla="*/ 2147483647 w 37"/>
                  <a:gd name="T7" fmla="*/ 2147483647 h 41"/>
                  <a:gd name="T8" fmla="*/ 2147483647 w 37"/>
                  <a:gd name="T9" fmla="*/ 2147483647 h 41"/>
                  <a:gd name="T10" fmla="*/ 2147483647 w 37"/>
                  <a:gd name="T11" fmla="*/ 2147483647 h 41"/>
                  <a:gd name="T12" fmla="*/ 2147483647 w 37"/>
                  <a:gd name="T13" fmla="*/ 2147483647 h 41"/>
                  <a:gd name="T14" fmla="*/ 2147483647 w 37"/>
                  <a:gd name="T15" fmla="*/ 2147483647 h 41"/>
                  <a:gd name="T16" fmla="*/ 2147483647 w 37"/>
                  <a:gd name="T17" fmla="*/ 2147483647 h 41"/>
                  <a:gd name="T18" fmla="*/ 2147483647 w 37"/>
                  <a:gd name="T19" fmla="*/ 2147483647 h 41"/>
                  <a:gd name="T20" fmla="*/ 2147483647 w 37"/>
                  <a:gd name="T21" fmla="*/ 2147483647 h 41"/>
                  <a:gd name="T22" fmla="*/ 2147483647 w 37"/>
                  <a:gd name="T23" fmla="*/ 2147483647 h 41"/>
                  <a:gd name="T24" fmla="*/ 2147483647 w 37"/>
                  <a:gd name="T25" fmla="*/ 2147483647 h 41"/>
                  <a:gd name="T26" fmla="*/ 2147483647 w 37"/>
                  <a:gd name="T27" fmla="*/ 2147483647 h 41"/>
                  <a:gd name="T28" fmla="*/ 2147483647 w 37"/>
                  <a:gd name="T29" fmla="*/ 2147483647 h 41"/>
                  <a:gd name="T30" fmla="*/ 2147483647 w 37"/>
                  <a:gd name="T31" fmla="*/ 2147483647 h 41"/>
                  <a:gd name="T32" fmla="*/ 2147483647 w 37"/>
                  <a:gd name="T33" fmla="*/ 2147483647 h 41"/>
                  <a:gd name="T34" fmla="*/ 2147483647 w 37"/>
                  <a:gd name="T35" fmla="*/ 2147483647 h 41"/>
                  <a:gd name="T36" fmla="*/ 2147483647 w 37"/>
                  <a:gd name="T37" fmla="*/ 2147483647 h 41"/>
                  <a:gd name="T38" fmla="*/ 2147483647 w 37"/>
                  <a:gd name="T39" fmla="*/ 2147483647 h 41"/>
                  <a:gd name="T40" fmla="*/ 2147483647 w 37"/>
                  <a:gd name="T41" fmla="*/ 2147483647 h 41"/>
                  <a:gd name="T42" fmla="*/ 2147483647 w 37"/>
                  <a:gd name="T43" fmla="*/ 2147483647 h 41"/>
                  <a:gd name="T44" fmla="*/ 2147483647 w 37"/>
                  <a:gd name="T45" fmla="*/ 2147483647 h 41"/>
                  <a:gd name="T46" fmla="*/ 2147483647 w 37"/>
                  <a:gd name="T47" fmla="*/ 2147483647 h 41"/>
                  <a:gd name="T48" fmla="*/ 2147483647 w 37"/>
                  <a:gd name="T49" fmla="*/ 2147483647 h 41"/>
                  <a:gd name="T50" fmla="*/ 2147483647 w 37"/>
                  <a:gd name="T51" fmla="*/ 2147483647 h 41"/>
                  <a:gd name="T52" fmla="*/ 2147483647 w 37"/>
                  <a:gd name="T53" fmla="*/ 2147483647 h 41"/>
                  <a:gd name="T54" fmla="*/ 2147483647 w 37"/>
                  <a:gd name="T55" fmla="*/ 2147483647 h 41"/>
                  <a:gd name="T56" fmla="*/ 2147483647 w 37"/>
                  <a:gd name="T57" fmla="*/ 2147483647 h 41"/>
                  <a:gd name="T58" fmla="*/ 2147483647 w 37"/>
                  <a:gd name="T59" fmla="*/ 2147483647 h 41"/>
                  <a:gd name="T60" fmla="*/ 2147483647 w 37"/>
                  <a:gd name="T61" fmla="*/ 2147483647 h 41"/>
                  <a:gd name="T62" fmla="*/ 2147483647 w 37"/>
                  <a:gd name="T63" fmla="*/ 2147483647 h 41"/>
                  <a:gd name="T64" fmla="*/ 2147483647 w 37"/>
                  <a:gd name="T65" fmla="*/ 2147483647 h 41"/>
                  <a:gd name="T66" fmla="*/ 2147483647 w 37"/>
                  <a:gd name="T67" fmla="*/ 2147483647 h 41"/>
                  <a:gd name="T68" fmla="*/ 2147483647 w 37"/>
                  <a:gd name="T69" fmla="*/ 2147483647 h 41"/>
                  <a:gd name="T70" fmla="*/ 2147483647 w 37"/>
                  <a:gd name="T71" fmla="*/ 2147483647 h 41"/>
                  <a:gd name="T72" fmla="*/ 2147483647 w 37"/>
                  <a:gd name="T73" fmla="*/ 2147483647 h 41"/>
                  <a:gd name="T74" fmla="*/ 2147483647 w 37"/>
                  <a:gd name="T75" fmla="*/ 2147483647 h 41"/>
                  <a:gd name="T76" fmla="*/ 2147483647 w 37"/>
                  <a:gd name="T77" fmla="*/ 2147483647 h 41"/>
                  <a:gd name="T78" fmla="*/ 2147483647 w 37"/>
                  <a:gd name="T79" fmla="*/ 2147483647 h 41"/>
                  <a:gd name="T80" fmla="*/ 2147483647 w 37"/>
                  <a:gd name="T81" fmla="*/ 2147483647 h 41"/>
                  <a:gd name="T82" fmla="*/ 2147483647 w 37"/>
                  <a:gd name="T83" fmla="*/ 2147483647 h 41"/>
                  <a:gd name="T84" fmla="*/ 2147483647 w 37"/>
                  <a:gd name="T85" fmla="*/ 2147483647 h 41"/>
                  <a:gd name="T86" fmla="*/ 2147483647 w 37"/>
                  <a:gd name="T87" fmla="*/ 2147483647 h 41"/>
                  <a:gd name="T88" fmla="*/ 2147483647 w 37"/>
                  <a:gd name="T89" fmla="*/ 2147483647 h 41"/>
                  <a:gd name="T90" fmla="*/ 2147483647 w 37"/>
                  <a:gd name="T91" fmla="*/ 2147483647 h 41"/>
                  <a:gd name="T92" fmla="*/ 2147483647 w 37"/>
                  <a:gd name="T93" fmla="*/ 2147483647 h 41"/>
                  <a:gd name="T94" fmla="*/ 2147483647 w 37"/>
                  <a:gd name="T95" fmla="*/ 2147483647 h 41"/>
                  <a:gd name="T96" fmla="*/ 2147483647 w 37"/>
                  <a:gd name="T97" fmla="*/ 2147483647 h 41"/>
                  <a:gd name="T98" fmla="*/ 2147483647 w 37"/>
                  <a:gd name="T99" fmla="*/ 2147483647 h 41"/>
                  <a:gd name="T100" fmla="*/ 2147483647 w 37"/>
                  <a:gd name="T101" fmla="*/ 2147483647 h 41"/>
                  <a:gd name="T102" fmla="*/ 0 w 37"/>
                  <a:gd name="T103" fmla="*/ 2147483647 h 4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37" h="41">
                    <a:moveTo>
                      <a:pt x="0" y="32"/>
                    </a:moveTo>
                    <a:lnTo>
                      <a:pt x="1" y="33"/>
                    </a:lnTo>
                    <a:lnTo>
                      <a:pt x="1" y="34"/>
                    </a:lnTo>
                    <a:lnTo>
                      <a:pt x="2" y="34"/>
                    </a:lnTo>
                    <a:lnTo>
                      <a:pt x="3" y="35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2" y="39"/>
                    </a:lnTo>
                    <a:lnTo>
                      <a:pt x="1" y="39"/>
                    </a:lnTo>
                    <a:lnTo>
                      <a:pt x="1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4" y="41"/>
                    </a:lnTo>
                    <a:lnTo>
                      <a:pt x="5" y="41"/>
                    </a:lnTo>
                    <a:lnTo>
                      <a:pt x="6" y="39"/>
                    </a:lnTo>
                    <a:lnTo>
                      <a:pt x="7" y="38"/>
                    </a:lnTo>
                    <a:lnTo>
                      <a:pt x="9" y="37"/>
                    </a:lnTo>
                    <a:lnTo>
                      <a:pt x="10" y="37"/>
                    </a:lnTo>
                    <a:lnTo>
                      <a:pt x="11" y="36"/>
                    </a:lnTo>
                    <a:lnTo>
                      <a:pt x="12" y="37"/>
                    </a:lnTo>
                    <a:lnTo>
                      <a:pt x="12" y="36"/>
                    </a:lnTo>
                    <a:lnTo>
                      <a:pt x="13" y="36"/>
                    </a:lnTo>
                    <a:lnTo>
                      <a:pt x="14" y="36"/>
                    </a:lnTo>
                    <a:lnTo>
                      <a:pt x="15" y="34"/>
                    </a:lnTo>
                    <a:lnTo>
                      <a:pt x="15" y="33"/>
                    </a:lnTo>
                    <a:lnTo>
                      <a:pt x="16" y="33"/>
                    </a:lnTo>
                    <a:lnTo>
                      <a:pt x="15" y="33"/>
                    </a:lnTo>
                    <a:lnTo>
                      <a:pt x="16" y="32"/>
                    </a:lnTo>
                    <a:lnTo>
                      <a:pt x="16" y="33"/>
                    </a:lnTo>
                    <a:lnTo>
                      <a:pt x="17" y="33"/>
                    </a:lnTo>
                    <a:lnTo>
                      <a:pt x="18" y="32"/>
                    </a:lnTo>
                    <a:lnTo>
                      <a:pt x="19" y="30"/>
                    </a:lnTo>
                    <a:lnTo>
                      <a:pt x="20" y="29"/>
                    </a:lnTo>
                    <a:lnTo>
                      <a:pt x="21" y="28"/>
                    </a:lnTo>
                    <a:lnTo>
                      <a:pt x="22" y="28"/>
                    </a:lnTo>
                    <a:lnTo>
                      <a:pt x="22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3" y="25"/>
                    </a:lnTo>
                    <a:lnTo>
                      <a:pt x="23" y="24"/>
                    </a:lnTo>
                    <a:lnTo>
                      <a:pt x="23" y="23"/>
                    </a:lnTo>
                    <a:lnTo>
                      <a:pt x="22" y="23"/>
                    </a:lnTo>
                    <a:lnTo>
                      <a:pt x="22" y="22"/>
                    </a:lnTo>
                    <a:lnTo>
                      <a:pt x="22" y="21"/>
                    </a:lnTo>
                    <a:lnTo>
                      <a:pt x="22" y="20"/>
                    </a:lnTo>
                    <a:lnTo>
                      <a:pt x="23" y="19"/>
                    </a:lnTo>
                    <a:lnTo>
                      <a:pt x="24" y="19"/>
                    </a:lnTo>
                    <a:lnTo>
                      <a:pt x="24" y="18"/>
                    </a:lnTo>
                    <a:lnTo>
                      <a:pt x="24" y="17"/>
                    </a:lnTo>
                    <a:lnTo>
                      <a:pt x="25" y="17"/>
                    </a:lnTo>
                    <a:lnTo>
                      <a:pt x="25" y="16"/>
                    </a:lnTo>
                    <a:lnTo>
                      <a:pt x="26" y="15"/>
                    </a:lnTo>
                    <a:lnTo>
                      <a:pt x="26" y="16"/>
                    </a:lnTo>
                    <a:lnTo>
                      <a:pt x="27" y="16"/>
                    </a:lnTo>
                    <a:lnTo>
                      <a:pt x="27" y="17"/>
                    </a:lnTo>
                    <a:lnTo>
                      <a:pt x="27" y="18"/>
                    </a:lnTo>
                    <a:lnTo>
                      <a:pt x="27" y="19"/>
                    </a:lnTo>
                    <a:lnTo>
                      <a:pt x="29" y="20"/>
                    </a:lnTo>
                    <a:lnTo>
                      <a:pt x="29" y="21"/>
                    </a:lnTo>
                    <a:lnTo>
                      <a:pt x="29" y="22"/>
                    </a:lnTo>
                    <a:lnTo>
                      <a:pt x="29" y="23"/>
                    </a:lnTo>
                    <a:lnTo>
                      <a:pt x="29" y="24"/>
                    </a:lnTo>
                    <a:lnTo>
                      <a:pt x="30" y="25"/>
                    </a:lnTo>
                    <a:lnTo>
                      <a:pt x="30" y="26"/>
                    </a:lnTo>
                    <a:lnTo>
                      <a:pt x="31" y="27"/>
                    </a:lnTo>
                    <a:lnTo>
                      <a:pt x="31" y="28"/>
                    </a:lnTo>
                    <a:lnTo>
                      <a:pt x="31" y="29"/>
                    </a:lnTo>
                    <a:lnTo>
                      <a:pt x="32" y="29"/>
                    </a:lnTo>
                    <a:lnTo>
                      <a:pt x="33" y="29"/>
                    </a:lnTo>
                    <a:lnTo>
                      <a:pt x="34" y="29"/>
                    </a:lnTo>
                    <a:lnTo>
                      <a:pt x="35" y="28"/>
                    </a:lnTo>
                    <a:lnTo>
                      <a:pt x="35" y="27"/>
                    </a:lnTo>
                    <a:lnTo>
                      <a:pt x="35" y="26"/>
                    </a:lnTo>
                    <a:lnTo>
                      <a:pt x="35" y="24"/>
                    </a:lnTo>
                    <a:lnTo>
                      <a:pt x="35" y="23"/>
                    </a:lnTo>
                    <a:lnTo>
                      <a:pt x="36" y="23"/>
                    </a:lnTo>
                    <a:lnTo>
                      <a:pt x="36" y="22"/>
                    </a:lnTo>
                    <a:lnTo>
                      <a:pt x="36" y="21"/>
                    </a:lnTo>
                    <a:lnTo>
                      <a:pt x="36" y="20"/>
                    </a:lnTo>
                    <a:lnTo>
                      <a:pt x="36" y="18"/>
                    </a:lnTo>
                    <a:lnTo>
                      <a:pt x="36" y="17"/>
                    </a:lnTo>
                    <a:lnTo>
                      <a:pt x="35" y="16"/>
                    </a:lnTo>
                    <a:lnTo>
                      <a:pt x="35" y="15"/>
                    </a:lnTo>
                    <a:lnTo>
                      <a:pt x="34" y="14"/>
                    </a:lnTo>
                    <a:lnTo>
                      <a:pt x="36" y="13"/>
                    </a:lnTo>
                    <a:lnTo>
                      <a:pt x="37" y="12"/>
                    </a:lnTo>
                    <a:lnTo>
                      <a:pt x="37" y="11"/>
                    </a:lnTo>
                    <a:lnTo>
                      <a:pt x="36" y="11"/>
                    </a:lnTo>
                    <a:lnTo>
                      <a:pt x="36" y="10"/>
                    </a:lnTo>
                    <a:lnTo>
                      <a:pt x="36" y="9"/>
                    </a:lnTo>
                    <a:lnTo>
                      <a:pt x="35" y="9"/>
                    </a:lnTo>
                    <a:lnTo>
                      <a:pt x="35" y="8"/>
                    </a:lnTo>
                    <a:lnTo>
                      <a:pt x="33" y="8"/>
                    </a:lnTo>
                    <a:lnTo>
                      <a:pt x="31" y="8"/>
                    </a:lnTo>
                    <a:lnTo>
                      <a:pt x="31" y="9"/>
                    </a:lnTo>
                    <a:lnTo>
                      <a:pt x="30" y="9"/>
                    </a:lnTo>
                    <a:lnTo>
                      <a:pt x="29" y="9"/>
                    </a:lnTo>
                    <a:lnTo>
                      <a:pt x="29" y="7"/>
                    </a:lnTo>
                    <a:lnTo>
                      <a:pt x="29" y="5"/>
                    </a:lnTo>
                    <a:lnTo>
                      <a:pt x="28" y="5"/>
                    </a:lnTo>
                    <a:lnTo>
                      <a:pt x="28" y="4"/>
                    </a:lnTo>
                    <a:lnTo>
                      <a:pt x="27" y="5"/>
                    </a:lnTo>
                    <a:lnTo>
                      <a:pt x="26" y="5"/>
                    </a:lnTo>
                    <a:lnTo>
                      <a:pt x="25" y="6"/>
                    </a:lnTo>
                    <a:lnTo>
                      <a:pt x="24" y="8"/>
                    </a:lnTo>
                    <a:lnTo>
                      <a:pt x="23" y="8"/>
                    </a:lnTo>
                    <a:lnTo>
                      <a:pt x="22" y="8"/>
                    </a:lnTo>
                    <a:lnTo>
                      <a:pt x="21" y="8"/>
                    </a:lnTo>
                    <a:lnTo>
                      <a:pt x="21" y="7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19" y="4"/>
                    </a:lnTo>
                    <a:lnTo>
                      <a:pt x="19" y="1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5" y="1"/>
                    </a:lnTo>
                    <a:lnTo>
                      <a:pt x="14" y="0"/>
                    </a:lnTo>
                    <a:lnTo>
                      <a:pt x="13" y="0"/>
                    </a:lnTo>
                    <a:lnTo>
                      <a:pt x="12" y="4"/>
                    </a:lnTo>
                    <a:lnTo>
                      <a:pt x="11" y="3"/>
                    </a:lnTo>
                    <a:lnTo>
                      <a:pt x="12" y="5"/>
                    </a:lnTo>
                    <a:lnTo>
                      <a:pt x="12" y="6"/>
                    </a:lnTo>
                    <a:lnTo>
                      <a:pt x="11" y="7"/>
                    </a:lnTo>
                    <a:lnTo>
                      <a:pt x="10" y="8"/>
                    </a:lnTo>
                    <a:lnTo>
                      <a:pt x="9" y="8"/>
                    </a:lnTo>
                    <a:lnTo>
                      <a:pt x="8" y="8"/>
                    </a:lnTo>
                    <a:lnTo>
                      <a:pt x="8" y="9"/>
                    </a:lnTo>
                    <a:lnTo>
                      <a:pt x="9" y="10"/>
                    </a:lnTo>
                    <a:lnTo>
                      <a:pt x="9" y="11"/>
                    </a:lnTo>
                    <a:lnTo>
                      <a:pt x="9" y="12"/>
                    </a:lnTo>
                    <a:lnTo>
                      <a:pt x="8" y="12"/>
                    </a:lnTo>
                    <a:lnTo>
                      <a:pt x="8" y="14"/>
                    </a:lnTo>
                    <a:lnTo>
                      <a:pt x="7" y="15"/>
                    </a:lnTo>
                    <a:lnTo>
                      <a:pt x="6" y="15"/>
                    </a:lnTo>
                    <a:lnTo>
                      <a:pt x="6" y="16"/>
                    </a:lnTo>
                    <a:lnTo>
                      <a:pt x="7" y="16"/>
                    </a:lnTo>
                    <a:lnTo>
                      <a:pt x="7" y="17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9"/>
                    </a:lnTo>
                    <a:lnTo>
                      <a:pt x="7" y="20"/>
                    </a:lnTo>
                    <a:lnTo>
                      <a:pt x="8" y="21"/>
                    </a:lnTo>
                    <a:lnTo>
                      <a:pt x="7" y="21"/>
                    </a:lnTo>
                    <a:lnTo>
                      <a:pt x="6" y="21"/>
                    </a:lnTo>
                    <a:lnTo>
                      <a:pt x="5" y="21"/>
                    </a:lnTo>
                    <a:lnTo>
                      <a:pt x="6" y="22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5" y="25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3" y="27"/>
                    </a:lnTo>
                    <a:lnTo>
                      <a:pt x="2" y="28"/>
                    </a:lnTo>
                    <a:lnTo>
                      <a:pt x="1" y="30"/>
                    </a:lnTo>
                    <a:lnTo>
                      <a:pt x="1" y="31"/>
                    </a:lnTo>
                    <a:lnTo>
                      <a:pt x="0" y="31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66" name="Freeform 3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3714214" y="4202340"/>
                <a:ext cx="137895" cy="139400"/>
              </a:xfrm>
              <a:custGeom>
                <a:avLst/>
                <a:gdLst>
                  <a:gd name="T0" fmla="*/ 0 w 18"/>
                  <a:gd name="T1" fmla="*/ 2147483647 h 18"/>
                  <a:gd name="T2" fmla="*/ 2147483647 w 18"/>
                  <a:gd name="T3" fmla="*/ 2147483647 h 18"/>
                  <a:gd name="T4" fmla="*/ 2147483647 w 18"/>
                  <a:gd name="T5" fmla="*/ 2147483647 h 18"/>
                  <a:gd name="T6" fmla="*/ 2147483647 w 18"/>
                  <a:gd name="T7" fmla="*/ 2147483647 h 18"/>
                  <a:gd name="T8" fmla="*/ 2147483647 w 18"/>
                  <a:gd name="T9" fmla="*/ 2147483647 h 18"/>
                  <a:gd name="T10" fmla="*/ 2147483647 w 18"/>
                  <a:gd name="T11" fmla="*/ 2147483647 h 18"/>
                  <a:gd name="T12" fmla="*/ 2147483647 w 18"/>
                  <a:gd name="T13" fmla="*/ 2147483647 h 18"/>
                  <a:gd name="T14" fmla="*/ 2147483647 w 18"/>
                  <a:gd name="T15" fmla="*/ 2147483647 h 18"/>
                  <a:gd name="T16" fmla="*/ 2147483647 w 18"/>
                  <a:gd name="T17" fmla="*/ 2147483647 h 18"/>
                  <a:gd name="T18" fmla="*/ 2147483647 w 18"/>
                  <a:gd name="T19" fmla="*/ 2147483647 h 18"/>
                  <a:gd name="T20" fmla="*/ 2147483647 w 18"/>
                  <a:gd name="T21" fmla="*/ 2147483647 h 18"/>
                  <a:gd name="T22" fmla="*/ 2147483647 w 18"/>
                  <a:gd name="T23" fmla="*/ 2147483647 h 18"/>
                  <a:gd name="T24" fmla="*/ 2147483647 w 18"/>
                  <a:gd name="T25" fmla="*/ 0 h 18"/>
                  <a:gd name="T26" fmla="*/ 2147483647 w 18"/>
                  <a:gd name="T27" fmla="*/ 2147483647 h 18"/>
                  <a:gd name="T28" fmla="*/ 2147483647 w 18"/>
                  <a:gd name="T29" fmla="*/ 2147483647 h 18"/>
                  <a:gd name="T30" fmla="*/ 2147483647 w 18"/>
                  <a:gd name="T31" fmla="*/ 2147483647 h 18"/>
                  <a:gd name="T32" fmla="*/ 2147483647 w 18"/>
                  <a:gd name="T33" fmla="*/ 2147483647 h 18"/>
                  <a:gd name="T34" fmla="*/ 2147483647 w 18"/>
                  <a:gd name="T35" fmla="*/ 2147483647 h 18"/>
                  <a:gd name="T36" fmla="*/ 2147483647 w 18"/>
                  <a:gd name="T37" fmla="*/ 2147483647 h 18"/>
                  <a:gd name="T38" fmla="*/ 2147483647 w 18"/>
                  <a:gd name="T39" fmla="*/ 2147483647 h 18"/>
                  <a:gd name="T40" fmla="*/ 2147483647 w 18"/>
                  <a:gd name="T41" fmla="*/ 2147483647 h 18"/>
                  <a:gd name="T42" fmla="*/ 2147483647 w 18"/>
                  <a:gd name="T43" fmla="*/ 2147483647 h 18"/>
                  <a:gd name="T44" fmla="*/ 2147483647 w 18"/>
                  <a:gd name="T45" fmla="*/ 2147483647 h 18"/>
                  <a:gd name="T46" fmla="*/ 2147483647 w 18"/>
                  <a:gd name="T47" fmla="*/ 2147483647 h 18"/>
                  <a:gd name="T48" fmla="*/ 2147483647 w 18"/>
                  <a:gd name="T49" fmla="*/ 2147483647 h 18"/>
                  <a:gd name="T50" fmla="*/ 2147483647 w 18"/>
                  <a:gd name="T51" fmla="*/ 2147483647 h 18"/>
                  <a:gd name="T52" fmla="*/ 2147483647 w 18"/>
                  <a:gd name="T53" fmla="*/ 2147483647 h 18"/>
                  <a:gd name="T54" fmla="*/ 2147483647 w 18"/>
                  <a:gd name="T55" fmla="*/ 2147483647 h 18"/>
                  <a:gd name="T56" fmla="*/ 2147483647 w 18"/>
                  <a:gd name="T57" fmla="*/ 2147483647 h 18"/>
                  <a:gd name="T58" fmla="*/ 2147483647 w 18"/>
                  <a:gd name="T59" fmla="*/ 2147483647 h 18"/>
                  <a:gd name="T60" fmla="*/ 2147483647 w 18"/>
                  <a:gd name="T61" fmla="*/ 2147483647 h 18"/>
                  <a:gd name="T62" fmla="*/ 2147483647 w 18"/>
                  <a:gd name="T63" fmla="*/ 2147483647 h 18"/>
                  <a:gd name="T64" fmla="*/ 2147483647 w 18"/>
                  <a:gd name="T65" fmla="*/ 2147483647 h 18"/>
                  <a:gd name="T66" fmla="*/ 2147483647 w 18"/>
                  <a:gd name="T67" fmla="*/ 2147483647 h 18"/>
                  <a:gd name="T68" fmla="*/ 2147483647 w 18"/>
                  <a:gd name="T69" fmla="*/ 2147483647 h 18"/>
                  <a:gd name="T70" fmla="*/ 2147483647 w 18"/>
                  <a:gd name="T71" fmla="*/ 2147483647 h 18"/>
                  <a:gd name="T72" fmla="*/ 2147483647 w 18"/>
                  <a:gd name="T73" fmla="*/ 2147483647 h 18"/>
                  <a:gd name="T74" fmla="*/ 2147483647 w 18"/>
                  <a:gd name="T75" fmla="*/ 2147483647 h 18"/>
                  <a:gd name="T76" fmla="*/ 2147483647 w 18"/>
                  <a:gd name="T77" fmla="*/ 2147483647 h 18"/>
                  <a:gd name="T78" fmla="*/ 2147483647 w 18"/>
                  <a:gd name="T79" fmla="*/ 2147483647 h 18"/>
                  <a:gd name="T80" fmla="*/ 2147483647 w 18"/>
                  <a:gd name="T81" fmla="*/ 2147483647 h 18"/>
                  <a:gd name="T82" fmla="*/ 2147483647 w 18"/>
                  <a:gd name="T83" fmla="*/ 2147483647 h 18"/>
                  <a:gd name="T84" fmla="*/ 2147483647 w 18"/>
                  <a:gd name="T85" fmla="*/ 2147483647 h 18"/>
                  <a:gd name="T86" fmla="*/ 2147483647 w 18"/>
                  <a:gd name="T87" fmla="*/ 2147483647 h 18"/>
                  <a:gd name="T88" fmla="*/ 2147483647 w 18"/>
                  <a:gd name="T89" fmla="*/ 2147483647 h 18"/>
                  <a:gd name="T90" fmla="*/ 2147483647 w 18"/>
                  <a:gd name="T91" fmla="*/ 2147483647 h 18"/>
                  <a:gd name="T92" fmla="*/ 2147483647 w 18"/>
                  <a:gd name="T93" fmla="*/ 2147483647 h 18"/>
                  <a:gd name="T94" fmla="*/ 2147483647 w 18"/>
                  <a:gd name="T95" fmla="*/ 2147483647 h 18"/>
                  <a:gd name="T96" fmla="*/ 2147483647 w 18"/>
                  <a:gd name="T97" fmla="*/ 2147483647 h 18"/>
                  <a:gd name="T98" fmla="*/ 2147483647 w 18"/>
                  <a:gd name="T99" fmla="*/ 2147483647 h 18"/>
                  <a:gd name="T100" fmla="*/ 0 w 18"/>
                  <a:gd name="T101" fmla="*/ 2147483647 h 1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8" h="18">
                    <a:moveTo>
                      <a:pt x="0" y="9"/>
                    </a:moveTo>
                    <a:lnTo>
                      <a:pt x="0" y="9"/>
                    </a:lnTo>
                    <a:lnTo>
                      <a:pt x="1" y="8"/>
                    </a:lnTo>
                    <a:lnTo>
                      <a:pt x="2" y="6"/>
                    </a:lnTo>
                    <a:lnTo>
                      <a:pt x="3" y="5"/>
                    </a:lnTo>
                    <a:lnTo>
                      <a:pt x="4" y="4"/>
                    </a:lnTo>
                    <a:lnTo>
                      <a:pt x="5" y="4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1" y="1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4" y="3"/>
                    </a:lnTo>
                    <a:lnTo>
                      <a:pt x="14" y="4"/>
                    </a:lnTo>
                    <a:lnTo>
                      <a:pt x="14" y="5"/>
                    </a:lnTo>
                    <a:lnTo>
                      <a:pt x="15" y="5"/>
                    </a:lnTo>
                    <a:lnTo>
                      <a:pt x="16" y="5"/>
                    </a:lnTo>
                    <a:lnTo>
                      <a:pt x="17" y="5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7" y="8"/>
                    </a:lnTo>
                    <a:lnTo>
                      <a:pt x="17" y="9"/>
                    </a:lnTo>
                    <a:lnTo>
                      <a:pt x="17" y="10"/>
                    </a:lnTo>
                    <a:lnTo>
                      <a:pt x="18" y="11"/>
                    </a:lnTo>
                    <a:lnTo>
                      <a:pt x="18" y="12"/>
                    </a:lnTo>
                    <a:lnTo>
                      <a:pt x="17" y="12"/>
                    </a:lnTo>
                    <a:lnTo>
                      <a:pt x="17" y="11"/>
                    </a:lnTo>
                    <a:lnTo>
                      <a:pt x="17" y="12"/>
                    </a:lnTo>
                    <a:lnTo>
                      <a:pt x="17" y="13"/>
                    </a:lnTo>
                    <a:lnTo>
                      <a:pt x="17" y="14"/>
                    </a:lnTo>
                    <a:lnTo>
                      <a:pt x="16" y="15"/>
                    </a:lnTo>
                    <a:lnTo>
                      <a:pt x="16" y="16"/>
                    </a:lnTo>
                    <a:lnTo>
                      <a:pt x="15" y="16"/>
                    </a:lnTo>
                    <a:lnTo>
                      <a:pt x="15" y="15"/>
                    </a:lnTo>
                    <a:lnTo>
                      <a:pt x="14" y="15"/>
                    </a:lnTo>
                    <a:lnTo>
                      <a:pt x="14" y="14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1" y="16"/>
                    </a:lnTo>
                    <a:lnTo>
                      <a:pt x="11" y="17"/>
                    </a:lnTo>
                    <a:lnTo>
                      <a:pt x="10" y="17"/>
                    </a:lnTo>
                    <a:lnTo>
                      <a:pt x="9" y="17"/>
                    </a:lnTo>
                    <a:lnTo>
                      <a:pt x="9" y="18"/>
                    </a:lnTo>
                    <a:lnTo>
                      <a:pt x="8" y="17"/>
                    </a:lnTo>
                    <a:lnTo>
                      <a:pt x="8" y="16"/>
                    </a:lnTo>
                    <a:lnTo>
                      <a:pt x="7" y="16"/>
                    </a:lnTo>
                    <a:lnTo>
                      <a:pt x="7" y="15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3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1" y="11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67" name="Freeform 4"/>
              <p:cNvSpPr>
                <a:spLocks/>
              </p:cNvSpPr>
              <p:nvPr/>
            </p:nvSpPr>
            <p:spPr bwMode="auto">
              <a:xfrm>
                <a:off x="3024741" y="2312689"/>
                <a:ext cx="628187" cy="937081"/>
              </a:xfrm>
              <a:custGeom>
                <a:avLst/>
                <a:gdLst>
                  <a:gd name="T0" fmla="*/ 2147483647 w 82"/>
                  <a:gd name="T1" fmla="*/ 2147483647 h 121"/>
                  <a:gd name="T2" fmla="*/ 2147483647 w 82"/>
                  <a:gd name="T3" fmla="*/ 2147483647 h 121"/>
                  <a:gd name="T4" fmla="*/ 2147483647 w 82"/>
                  <a:gd name="T5" fmla="*/ 2147483647 h 121"/>
                  <a:gd name="T6" fmla="*/ 2147483647 w 82"/>
                  <a:gd name="T7" fmla="*/ 2147483647 h 121"/>
                  <a:gd name="T8" fmla="*/ 2147483647 w 82"/>
                  <a:gd name="T9" fmla="*/ 2147483647 h 121"/>
                  <a:gd name="T10" fmla="*/ 2147483647 w 82"/>
                  <a:gd name="T11" fmla="*/ 2147483647 h 121"/>
                  <a:gd name="T12" fmla="*/ 2147483647 w 82"/>
                  <a:gd name="T13" fmla="*/ 2147483647 h 121"/>
                  <a:gd name="T14" fmla="*/ 2147483647 w 82"/>
                  <a:gd name="T15" fmla="*/ 2147483647 h 121"/>
                  <a:gd name="T16" fmla="*/ 2147483647 w 82"/>
                  <a:gd name="T17" fmla="*/ 2147483647 h 121"/>
                  <a:gd name="T18" fmla="*/ 2147483647 w 82"/>
                  <a:gd name="T19" fmla="*/ 2147483647 h 121"/>
                  <a:gd name="T20" fmla="*/ 2147483647 w 82"/>
                  <a:gd name="T21" fmla="*/ 2147483647 h 121"/>
                  <a:gd name="T22" fmla="*/ 2147483647 w 82"/>
                  <a:gd name="T23" fmla="*/ 2147483647 h 121"/>
                  <a:gd name="T24" fmla="*/ 2147483647 w 82"/>
                  <a:gd name="T25" fmla="*/ 2147483647 h 121"/>
                  <a:gd name="T26" fmla="*/ 2147483647 w 82"/>
                  <a:gd name="T27" fmla="*/ 2147483647 h 121"/>
                  <a:gd name="T28" fmla="*/ 2147483647 w 82"/>
                  <a:gd name="T29" fmla="*/ 2147483647 h 121"/>
                  <a:gd name="T30" fmla="*/ 2147483647 w 82"/>
                  <a:gd name="T31" fmla="*/ 2147483647 h 121"/>
                  <a:gd name="T32" fmla="*/ 2147483647 w 82"/>
                  <a:gd name="T33" fmla="*/ 2147483647 h 121"/>
                  <a:gd name="T34" fmla="*/ 2147483647 w 82"/>
                  <a:gd name="T35" fmla="*/ 2147483647 h 121"/>
                  <a:gd name="T36" fmla="*/ 2147483647 w 82"/>
                  <a:gd name="T37" fmla="*/ 2147483647 h 121"/>
                  <a:gd name="T38" fmla="*/ 2147483647 w 82"/>
                  <a:gd name="T39" fmla="*/ 2147483647 h 121"/>
                  <a:gd name="T40" fmla="*/ 2147483647 w 82"/>
                  <a:gd name="T41" fmla="*/ 2147483647 h 121"/>
                  <a:gd name="T42" fmla="*/ 2147483647 w 82"/>
                  <a:gd name="T43" fmla="*/ 2147483647 h 121"/>
                  <a:gd name="T44" fmla="*/ 2147483647 w 82"/>
                  <a:gd name="T45" fmla="*/ 2147483647 h 121"/>
                  <a:gd name="T46" fmla="*/ 2147483647 w 82"/>
                  <a:gd name="T47" fmla="*/ 2147483647 h 121"/>
                  <a:gd name="T48" fmla="*/ 2147483647 w 82"/>
                  <a:gd name="T49" fmla="*/ 2147483647 h 121"/>
                  <a:gd name="T50" fmla="*/ 2147483647 w 82"/>
                  <a:gd name="T51" fmla="*/ 2147483647 h 121"/>
                  <a:gd name="T52" fmla="*/ 2147483647 w 82"/>
                  <a:gd name="T53" fmla="*/ 2147483647 h 121"/>
                  <a:gd name="T54" fmla="*/ 2147483647 w 82"/>
                  <a:gd name="T55" fmla="*/ 2147483647 h 121"/>
                  <a:gd name="T56" fmla="*/ 2147483647 w 82"/>
                  <a:gd name="T57" fmla="*/ 2147483647 h 121"/>
                  <a:gd name="T58" fmla="*/ 2147483647 w 82"/>
                  <a:gd name="T59" fmla="*/ 2147483647 h 121"/>
                  <a:gd name="T60" fmla="*/ 2147483647 w 82"/>
                  <a:gd name="T61" fmla="*/ 2147483647 h 121"/>
                  <a:gd name="T62" fmla="*/ 2147483647 w 82"/>
                  <a:gd name="T63" fmla="*/ 2147483647 h 121"/>
                  <a:gd name="T64" fmla="*/ 2147483647 w 82"/>
                  <a:gd name="T65" fmla="*/ 2147483647 h 121"/>
                  <a:gd name="T66" fmla="*/ 2147483647 w 82"/>
                  <a:gd name="T67" fmla="*/ 2147483647 h 121"/>
                  <a:gd name="T68" fmla="*/ 2147483647 w 82"/>
                  <a:gd name="T69" fmla="*/ 2147483647 h 121"/>
                  <a:gd name="T70" fmla="*/ 2147483647 w 82"/>
                  <a:gd name="T71" fmla="*/ 2147483647 h 121"/>
                  <a:gd name="T72" fmla="*/ 2147483647 w 82"/>
                  <a:gd name="T73" fmla="*/ 2147483647 h 121"/>
                  <a:gd name="T74" fmla="*/ 2147483647 w 82"/>
                  <a:gd name="T75" fmla="*/ 2147483647 h 121"/>
                  <a:gd name="T76" fmla="*/ 2147483647 w 82"/>
                  <a:gd name="T77" fmla="*/ 2147483647 h 121"/>
                  <a:gd name="T78" fmla="*/ 2147483647 w 82"/>
                  <a:gd name="T79" fmla="*/ 2147483647 h 121"/>
                  <a:gd name="T80" fmla="*/ 2147483647 w 82"/>
                  <a:gd name="T81" fmla="*/ 2147483647 h 121"/>
                  <a:gd name="T82" fmla="*/ 2147483647 w 82"/>
                  <a:gd name="T83" fmla="*/ 2147483647 h 121"/>
                  <a:gd name="T84" fmla="*/ 2147483647 w 82"/>
                  <a:gd name="T85" fmla="*/ 0 h 121"/>
                  <a:gd name="T86" fmla="*/ 2147483647 w 82"/>
                  <a:gd name="T87" fmla="*/ 2147483647 h 121"/>
                  <a:gd name="T88" fmla="*/ 2147483647 w 82"/>
                  <a:gd name="T89" fmla="*/ 2147483647 h 121"/>
                  <a:gd name="T90" fmla="*/ 2147483647 w 82"/>
                  <a:gd name="T91" fmla="*/ 2147483647 h 121"/>
                  <a:gd name="T92" fmla="*/ 2147483647 w 82"/>
                  <a:gd name="T93" fmla="*/ 2147483647 h 121"/>
                  <a:gd name="T94" fmla="*/ 2147483647 w 82"/>
                  <a:gd name="T95" fmla="*/ 2147483647 h 121"/>
                  <a:gd name="T96" fmla="*/ 2147483647 w 82"/>
                  <a:gd name="T97" fmla="*/ 2147483647 h 12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82" h="121">
                    <a:moveTo>
                      <a:pt x="82" y="46"/>
                    </a:moveTo>
                    <a:lnTo>
                      <a:pt x="80" y="48"/>
                    </a:lnTo>
                    <a:lnTo>
                      <a:pt x="79" y="50"/>
                    </a:lnTo>
                    <a:lnTo>
                      <a:pt x="77" y="48"/>
                    </a:lnTo>
                    <a:lnTo>
                      <a:pt x="75" y="47"/>
                    </a:lnTo>
                    <a:lnTo>
                      <a:pt x="72" y="48"/>
                    </a:lnTo>
                    <a:lnTo>
                      <a:pt x="71" y="53"/>
                    </a:lnTo>
                    <a:lnTo>
                      <a:pt x="71" y="55"/>
                    </a:lnTo>
                    <a:lnTo>
                      <a:pt x="68" y="56"/>
                    </a:lnTo>
                    <a:lnTo>
                      <a:pt x="65" y="57"/>
                    </a:lnTo>
                    <a:lnTo>
                      <a:pt x="64" y="57"/>
                    </a:lnTo>
                    <a:lnTo>
                      <a:pt x="63" y="59"/>
                    </a:lnTo>
                    <a:lnTo>
                      <a:pt x="62" y="60"/>
                    </a:lnTo>
                    <a:lnTo>
                      <a:pt x="61" y="60"/>
                    </a:lnTo>
                    <a:lnTo>
                      <a:pt x="62" y="64"/>
                    </a:lnTo>
                    <a:lnTo>
                      <a:pt x="63" y="64"/>
                    </a:lnTo>
                    <a:lnTo>
                      <a:pt x="64" y="63"/>
                    </a:lnTo>
                    <a:lnTo>
                      <a:pt x="64" y="62"/>
                    </a:lnTo>
                    <a:lnTo>
                      <a:pt x="66" y="63"/>
                    </a:lnTo>
                    <a:lnTo>
                      <a:pt x="67" y="63"/>
                    </a:lnTo>
                    <a:lnTo>
                      <a:pt x="68" y="63"/>
                    </a:lnTo>
                    <a:lnTo>
                      <a:pt x="68" y="70"/>
                    </a:lnTo>
                    <a:lnTo>
                      <a:pt x="67" y="70"/>
                    </a:lnTo>
                    <a:lnTo>
                      <a:pt x="66" y="73"/>
                    </a:lnTo>
                    <a:lnTo>
                      <a:pt x="65" y="73"/>
                    </a:lnTo>
                    <a:lnTo>
                      <a:pt x="63" y="72"/>
                    </a:lnTo>
                    <a:lnTo>
                      <a:pt x="62" y="72"/>
                    </a:lnTo>
                    <a:lnTo>
                      <a:pt x="62" y="73"/>
                    </a:lnTo>
                    <a:lnTo>
                      <a:pt x="61" y="74"/>
                    </a:lnTo>
                    <a:lnTo>
                      <a:pt x="59" y="74"/>
                    </a:lnTo>
                    <a:lnTo>
                      <a:pt x="56" y="78"/>
                    </a:lnTo>
                    <a:lnTo>
                      <a:pt x="55" y="79"/>
                    </a:lnTo>
                    <a:lnTo>
                      <a:pt x="56" y="81"/>
                    </a:lnTo>
                    <a:lnTo>
                      <a:pt x="57" y="83"/>
                    </a:lnTo>
                    <a:lnTo>
                      <a:pt x="57" y="84"/>
                    </a:lnTo>
                    <a:lnTo>
                      <a:pt x="59" y="85"/>
                    </a:lnTo>
                    <a:lnTo>
                      <a:pt x="60" y="87"/>
                    </a:lnTo>
                    <a:lnTo>
                      <a:pt x="60" y="89"/>
                    </a:lnTo>
                    <a:lnTo>
                      <a:pt x="61" y="89"/>
                    </a:lnTo>
                    <a:lnTo>
                      <a:pt x="60" y="92"/>
                    </a:lnTo>
                    <a:lnTo>
                      <a:pt x="61" y="93"/>
                    </a:lnTo>
                    <a:lnTo>
                      <a:pt x="62" y="93"/>
                    </a:lnTo>
                    <a:lnTo>
                      <a:pt x="62" y="94"/>
                    </a:lnTo>
                    <a:lnTo>
                      <a:pt x="64" y="96"/>
                    </a:lnTo>
                    <a:lnTo>
                      <a:pt x="66" y="97"/>
                    </a:lnTo>
                    <a:lnTo>
                      <a:pt x="67" y="97"/>
                    </a:lnTo>
                    <a:lnTo>
                      <a:pt x="68" y="98"/>
                    </a:lnTo>
                    <a:lnTo>
                      <a:pt x="68" y="99"/>
                    </a:lnTo>
                    <a:lnTo>
                      <a:pt x="66" y="99"/>
                    </a:lnTo>
                    <a:lnTo>
                      <a:pt x="66" y="100"/>
                    </a:lnTo>
                    <a:lnTo>
                      <a:pt x="67" y="100"/>
                    </a:lnTo>
                    <a:lnTo>
                      <a:pt x="70" y="101"/>
                    </a:lnTo>
                    <a:lnTo>
                      <a:pt x="69" y="102"/>
                    </a:lnTo>
                    <a:lnTo>
                      <a:pt x="72" y="103"/>
                    </a:lnTo>
                    <a:lnTo>
                      <a:pt x="73" y="103"/>
                    </a:lnTo>
                    <a:lnTo>
                      <a:pt x="74" y="104"/>
                    </a:lnTo>
                    <a:lnTo>
                      <a:pt x="74" y="105"/>
                    </a:lnTo>
                    <a:lnTo>
                      <a:pt x="72" y="106"/>
                    </a:lnTo>
                    <a:lnTo>
                      <a:pt x="71" y="106"/>
                    </a:lnTo>
                    <a:lnTo>
                      <a:pt x="68" y="105"/>
                    </a:lnTo>
                    <a:lnTo>
                      <a:pt x="66" y="105"/>
                    </a:lnTo>
                    <a:lnTo>
                      <a:pt x="63" y="106"/>
                    </a:lnTo>
                    <a:lnTo>
                      <a:pt x="62" y="107"/>
                    </a:lnTo>
                    <a:lnTo>
                      <a:pt x="62" y="109"/>
                    </a:lnTo>
                    <a:lnTo>
                      <a:pt x="62" y="110"/>
                    </a:lnTo>
                    <a:lnTo>
                      <a:pt x="63" y="111"/>
                    </a:lnTo>
                    <a:lnTo>
                      <a:pt x="63" y="113"/>
                    </a:lnTo>
                    <a:lnTo>
                      <a:pt x="62" y="114"/>
                    </a:lnTo>
                    <a:lnTo>
                      <a:pt x="62" y="115"/>
                    </a:lnTo>
                    <a:lnTo>
                      <a:pt x="63" y="117"/>
                    </a:lnTo>
                    <a:lnTo>
                      <a:pt x="63" y="118"/>
                    </a:lnTo>
                    <a:lnTo>
                      <a:pt x="63" y="119"/>
                    </a:lnTo>
                    <a:lnTo>
                      <a:pt x="63" y="120"/>
                    </a:lnTo>
                    <a:lnTo>
                      <a:pt x="62" y="121"/>
                    </a:lnTo>
                    <a:lnTo>
                      <a:pt x="62" y="120"/>
                    </a:lnTo>
                    <a:lnTo>
                      <a:pt x="61" y="120"/>
                    </a:lnTo>
                    <a:lnTo>
                      <a:pt x="61" y="119"/>
                    </a:lnTo>
                    <a:lnTo>
                      <a:pt x="60" y="120"/>
                    </a:lnTo>
                    <a:lnTo>
                      <a:pt x="58" y="120"/>
                    </a:lnTo>
                    <a:lnTo>
                      <a:pt x="57" y="119"/>
                    </a:lnTo>
                    <a:lnTo>
                      <a:pt x="55" y="116"/>
                    </a:lnTo>
                    <a:lnTo>
                      <a:pt x="53" y="114"/>
                    </a:lnTo>
                    <a:lnTo>
                      <a:pt x="52" y="114"/>
                    </a:lnTo>
                    <a:lnTo>
                      <a:pt x="50" y="115"/>
                    </a:lnTo>
                    <a:lnTo>
                      <a:pt x="49" y="115"/>
                    </a:lnTo>
                    <a:lnTo>
                      <a:pt x="49" y="116"/>
                    </a:lnTo>
                    <a:lnTo>
                      <a:pt x="48" y="115"/>
                    </a:lnTo>
                    <a:lnTo>
                      <a:pt x="47" y="115"/>
                    </a:lnTo>
                    <a:lnTo>
                      <a:pt x="47" y="114"/>
                    </a:lnTo>
                    <a:lnTo>
                      <a:pt x="47" y="113"/>
                    </a:lnTo>
                    <a:lnTo>
                      <a:pt x="46" y="112"/>
                    </a:lnTo>
                    <a:lnTo>
                      <a:pt x="45" y="113"/>
                    </a:lnTo>
                    <a:lnTo>
                      <a:pt x="44" y="112"/>
                    </a:lnTo>
                    <a:lnTo>
                      <a:pt x="44" y="111"/>
                    </a:lnTo>
                    <a:lnTo>
                      <a:pt x="43" y="110"/>
                    </a:lnTo>
                    <a:lnTo>
                      <a:pt x="41" y="110"/>
                    </a:lnTo>
                    <a:lnTo>
                      <a:pt x="39" y="109"/>
                    </a:lnTo>
                    <a:lnTo>
                      <a:pt x="38" y="109"/>
                    </a:lnTo>
                    <a:lnTo>
                      <a:pt x="37" y="109"/>
                    </a:lnTo>
                    <a:lnTo>
                      <a:pt x="36" y="109"/>
                    </a:lnTo>
                    <a:lnTo>
                      <a:pt x="35" y="108"/>
                    </a:lnTo>
                    <a:lnTo>
                      <a:pt x="32" y="108"/>
                    </a:lnTo>
                    <a:lnTo>
                      <a:pt x="26" y="109"/>
                    </a:lnTo>
                    <a:lnTo>
                      <a:pt x="25" y="109"/>
                    </a:lnTo>
                    <a:lnTo>
                      <a:pt x="24" y="109"/>
                    </a:lnTo>
                    <a:lnTo>
                      <a:pt x="23" y="111"/>
                    </a:lnTo>
                    <a:lnTo>
                      <a:pt x="23" y="112"/>
                    </a:lnTo>
                    <a:lnTo>
                      <a:pt x="23" y="113"/>
                    </a:lnTo>
                    <a:lnTo>
                      <a:pt x="22" y="116"/>
                    </a:lnTo>
                    <a:lnTo>
                      <a:pt x="21" y="117"/>
                    </a:lnTo>
                    <a:lnTo>
                      <a:pt x="20" y="116"/>
                    </a:lnTo>
                    <a:lnTo>
                      <a:pt x="19" y="116"/>
                    </a:lnTo>
                    <a:lnTo>
                      <a:pt x="18" y="115"/>
                    </a:lnTo>
                    <a:lnTo>
                      <a:pt x="16" y="116"/>
                    </a:lnTo>
                    <a:lnTo>
                      <a:pt x="14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2" y="114"/>
                    </a:lnTo>
                    <a:lnTo>
                      <a:pt x="11" y="111"/>
                    </a:lnTo>
                    <a:lnTo>
                      <a:pt x="10" y="111"/>
                    </a:lnTo>
                    <a:lnTo>
                      <a:pt x="10" y="109"/>
                    </a:lnTo>
                    <a:lnTo>
                      <a:pt x="9" y="109"/>
                    </a:lnTo>
                    <a:lnTo>
                      <a:pt x="8" y="107"/>
                    </a:lnTo>
                    <a:lnTo>
                      <a:pt x="7" y="107"/>
                    </a:lnTo>
                    <a:lnTo>
                      <a:pt x="7" y="106"/>
                    </a:lnTo>
                    <a:lnTo>
                      <a:pt x="7" y="105"/>
                    </a:lnTo>
                    <a:lnTo>
                      <a:pt x="7" y="104"/>
                    </a:lnTo>
                    <a:lnTo>
                      <a:pt x="8" y="104"/>
                    </a:lnTo>
                    <a:lnTo>
                      <a:pt x="9" y="104"/>
                    </a:lnTo>
                    <a:lnTo>
                      <a:pt x="9" y="103"/>
                    </a:lnTo>
                    <a:lnTo>
                      <a:pt x="8" y="101"/>
                    </a:lnTo>
                    <a:lnTo>
                      <a:pt x="8" y="100"/>
                    </a:lnTo>
                    <a:lnTo>
                      <a:pt x="8" y="99"/>
                    </a:lnTo>
                    <a:lnTo>
                      <a:pt x="9" y="96"/>
                    </a:lnTo>
                    <a:lnTo>
                      <a:pt x="10" y="95"/>
                    </a:lnTo>
                    <a:lnTo>
                      <a:pt x="11" y="93"/>
                    </a:lnTo>
                    <a:lnTo>
                      <a:pt x="10" y="92"/>
                    </a:lnTo>
                    <a:lnTo>
                      <a:pt x="10" y="90"/>
                    </a:lnTo>
                    <a:lnTo>
                      <a:pt x="10" y="87"/>
                    </a:lnTo>
                    <a:lnTo>
                      <a:pt x="12" y="83"/>
                    </a:lnTo>
                    <a:lnTo>
                      <a:pt x="12" y="82"/>
                    </a:lnTo>
                    <a:lnTo>
                      <a:pt x="9" y="77"/>
                    </a:lnTo>
                    <a:lnTo>
                      <a:pt x="8" y="75"/>
                    </a:lnTo>
                    <a:lnTo>
                      <a:pt x="6" y="74"/>
                    </a:lnTo>
                    <a:lnTo>
                      <a:pt x="5" y="71"/>
                    </a:lnTo>
                    <a:lnTo>
                      <a:pt x="1" y="53"/>
                    </a:lnTo>
                    <a:lnTo>
                      <a:pt x="0" y="48"/>
                    </a:lnTo>
                    <a:lnTo>
                      <a:pt x="17" y="20"/>
                    </a:lnTo>
                    <a:lnTo>
                      <a:pt x="18" y="18"/>
                    </a:lnTo>
                    <a:lnTo>
                      <a:pt x="22" y="14"/>
                    </a:lnTo>
                    <a:lnTo>
                      <a:pt x="25" y="6"/>
                    </a:lnTo>
                    <a:lnTo>
                      <a:pt x="28" y="3"/>
                    </a:lnTo>
                    <a:lnTo>
                      <a:pt x="29" y="3"/>
                    </a:lnTo>
                    <a:lnTo>
                      <a:pt x="33" y="0"/>
                    </a:lnTo>
                    <a:lnTo>
                      <a:pt x="39" y="2"/>
                    </a:lnTo>
                    <a:lnTo>
                      <a:pt x="40" y="2"/>
                    </a:lnTo>
                    <a:lnTo>
                      <a:pt x="40" y="1"/>
                    </a:lnTo>
                    <a:lnTo>
                      <a:pt x="44" y="2"/>
                    </a:lnTo>
                    <a:lnTo>
                      <a:pt x="49" y="2"/>
                    </a:lnTo>
                    <a:lnTo>
                      <a:pt x="49" y="3"/>
                    </a:lnTo>
                    <a:lnTo>
                      <a:pt x="51" y="3"/>
                    </a:lnTo>
                    <a:lnTo>
                      <a:pt x="53" y="6"/>
                    </a:lnTo>
                    <a:lnTo>
                      <a:pt x="54" y="6"/>
                    </a:lnTo>
                    <a:lnTo>
                      <a:pt x="54" y="8"/>
                    </a:lnTo>
                    <a:lnTo>
                      <a:pt x="56" y="8"/>
                    </a:lnTo>
                    <a:lnTo>
                      <a:pt x="56" y="9"/>
                    </a:lnTo>
                    <a:lnTo>
                      <a:pt x="58" y="10"/>
                    </a:lnTo>
                    <a:lnTo>
                      <a:pt x="59" y="12"/>
                    </a:lnTo>
                    <a:lnTo>
                      <a:pt x="63" y="15"/>
                    </a:lnTo>
                    <a:lnTo>
                      <a:pt x="64" y="16"/>
                    </a:lnTo>
                    <a:lnTo>
                      <a:pt x="66" y="18"/>
                    </a:lnTo>
                    <a:lnTo>
                      <a:pt x="67" y="22"/>
                    </a:lnTo>
                    <a:lnTo>
                      <a:pt x="72" y="31"/>
                    </a:lnTo>
                    <a:lnTo>
                      <a:pt x="72" y="32"/>
                    </a:lnTo>
                    <a:lnTo>
                      <a:pt x="74" y="37"/>
                    </a:lnTo>
                    <a:lnTo>
                      <a:pt x="75" y="38"/>
                    </a:lnTo>
                    <a:lnTo>
                      <a:pt x="79" y="43"/>
                    </a:lnTo>
                    <a:lnTo>
                      <a:pt x="82" y="46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68" name="Freeform 5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3446086" y="2668934"/>
                <a:ext cx="429005" cy="820914"/>
              </a:xfrm>
              <a:custGeom>
                <a:avLst/>
                <a:gdLst>
                  <a:gd name="T0" fmla="*/ 2147483647 w 56"/>
                  <a:gd name="T1" fmla="*/ 2147483647 h 106"/>
                  <a:gd name="T2" fmla="*/ 2147483647 w 56"/>
                  <a:gd name="T3" fmla="*/ 2147483647 h 106"/>
                  <a:gd name="T4" fmla="*/ 2147483647 w 56"/>
                  <a:gd name="T5" fmla="*/ 2147483647 h 106"/>
                  <a:gd name="T6" fmla="*/ 2147483647 w 56"/>
                  <a:gd name="T7" fmla="*/ 2147483647 h 106"/>
                  <a:gd name="T8" fmla="*/ 2147483647 w 56"/>
                  <a:gd name="T9" fmla="*/ 2147483647 h 106"/>
                  <a:gd name="T10" fmla="*/ 2147483647 w 56"/>
                  <a:gd name="T11" fmla="*/ 2147483647 h 106"/>
                  <a:gd name="T12" fmla="*/ 2147483647 w 56"/>
                  <a:gd name="T13" fmla="*/ 2147483647 h 106"/>
                  <a:gd name="T14" fmla="*/ 2147483647 w 56"/>
                  <a:gd name="T15" fmla="*/ 2147483647 h 106"/>
                  <a:gd name="T16" fmla="*/ 2147483647 w 56"/>
                  <a:gd name="T17" fmla="*/ 2147483647 h 106"/>
                  <a:gd name="T18" fmla="*/ 2147483647 w 56"/>
                  <a:gd name="T19" fmla="*/ 2147483647 h 106"/>
                  <a:gd name="T20" fmla="*/ 2147483647 w 56"/>
                  <a:gd name="T21" fmla="*/ 2147483647 h 106"/>
                  <a:gd name="T22" fmla="*/ 2147483647 w 56"/>
                  <a:gd name="T23" fmla="*/ 2147483647 h 106"/>
                  <a:gd name="T24" fmla="*/ 2147483647 w 56"/>
                  <a:gd name="T25" fmla="*/ 2147483647 h 106"/>
                  <a:gd name="T26" fmla="*/ 2147483647 w 56"/>
                  <a:gd name="T27" fmla="*/ 2147483647 h 106"/>
                  <a:gd name="T28" fmla="*/ 2147483647 w 56"/>
                  <a:gd name="T29" fmla="*/ 2147483647 h 106"/>
                  <a:gd name="T30" fmla="*/ 2147483647 w 56"/>
                  <a:gd name="T31" fmla="*/ 2147483647 h 106"/>
                  <a:gd name="T32" fmla="*/ 2147483647 w 56"/>
                  <a:gd name="T33" fmla="*/ 2147483647 h 106"/>
                  <a:gd name="T34" fmla="*/ 2147483647 w 56"/>
                  <a:gd name="T35" fmla="*/ 2147483647 h 106"/>
                  <a:gd name="T36" fmla="*/ 2147483647 w 56"/>
                  <a:gd name="T37" fmla="*/ 2147483647 h 106"/>
                  <a:gd name="T38" fmla="*/ 2147483647 w 56"/>
                  <a:gd name="T39" fmla="*/ 2147483647 h 106"/>
                  <a:gd name="T40" fmla="*/ 2147483647 w 56"/>
                  <a:gd name="T41" fmla="*/ 2147483647 h 106"/>
                  <a:gd name="T42" fmla="*/ 2147483647 w 56"/>
                  <a:gd name="T43" fmla="*/ 2147483647 h 106"/>
                  <a:gd name="T44" fmla="*/ 2147483647 w 56"/>
                  <a:gd name="T45" fmla="*/ 2147483647 h 106"/>
                  <a:gd name="T46" fmla="*/ 2147483647 w 56"/>
                  <a:gd name="T47" fmla="*/ 2147483647 h 106"/>
                  <a:gd name="T48" fmla="*/ 2147483647 w 56"/>
                  <a:gd name="T49" fmla="*/ 2147483647 h 106"/>
                  <a:gd name="T50" fmla="*/ 2147483647 w 56"/>
                  <a:gd name="T51" fmla="*/ 2147483647 h 106"/>
                  <a:gd name="T52" fmla="*/ 2147483647 w 56"/>
                  <a:gd name="T53" fmla="*/ 2147483647 h 106"/>
                  <a:gd name="T54" fmla="*/ 2147483647 w 56"/>
                  <a:gd name="T55" fmla="*/ 2147483647 h 106"/>
                  <a:gd name="T56" fmla="*/ 2147483647 w 56"/>
                  <a:gd name="T57" fmla="*/ 2147483647 h 106"/>
                  <a:gd name="T58" fmla="*/ 2147483647 w 56"/>
                  <a:gd name="T59" fmla="*/ 2147483647 h 106"/>
                  <a:gd name="T60" fmla="*/ 2147483647 w 56"/>
                  <a:gd name="T61" fmla="*/ 2147483647 h 106"/>
                  <a:gd name="T62" fmla="*/ 2147483647 w 56"/>
                  <a:gd name="T63" fmla="*/ 2147483647 h 106"/>
                  <a:gd name="T64" fmla="*/ 2147483647 w 56"/>
                  <a:gd name="T65" fmla="*/ 2147483647 h 106"/>
                  <a:gd name="T66" fmla="*/ 2147483647 w 56"/>
                  <a:gd name="T67" fmla="*/ 2147483647 h 106"/>
                  <a:gd name="T68" fmla="*/ 2147483647 w 56"/>
                  <a:gd name="T69" fmla="*/ 2147483647 h 106"/>
                  <a:gd name="T70" fmla="*/ 2147483647 w 56"/>
                  <a:gd name="T71" fmla="*/ 2147483647 h 106"/>
                  <a:gd name="T72" fmla="*/ 2147483647 w 56"/>
                  <a:gd name="T73" fmla="*/ 2147483647 h 106"/>
                  <a:gd name="T74" fmla="*/ 2147483647 w 56"/>
                  <a:gd name="T75" fmla="*/ 2147483647 h 106"/>
                  <a:gd name="T76" fmla="*/ 2147483647 w 56"/>
                  <a:gd name="T77" fmla="*/ 2147483647 h 106"/>
                  <a:gd name="T78" fmla="*/ 2147483647 w 56"/>
                  <a:gd name="T79" fmla="*/ 2147483647 h 106"/>
                  <a:gd name="T80" fmla="*/ 2147483647 w 56"/>
                  <a:gd name="T81" fmla="*/ 2147483647 h 106"/>
                  <a:gd name="T82" fmla="*/ 2147483647 w 56"/>
                  <a:gd name="T83" fmla="*/ 2147483647 h 106"/>
                  <a:gd name="T84" fmla="*/ 2147483647 w 56"/>
                  <a:gd name="T85" fmla="*/ 2147483647 h 106"/>
                  <a:gd name="T86" fmla="*/ 2147483647 w 56"/>
                  <a:gd name="T87" fmla="*/ 2147483647 h 106"/>
                  <a:gd name="T88" fmla="*/ 2147483647 w 56"/>
                  <a:gd name="T89" fmla="*/ 2147483647 h 106"/>
                  <a:gd name="T90" fmla="*/ 2147483647 w 56"/>
                  <a:gd name="T91" fmla="*/ 2147483647 h 106"/>
                  <a:gd name="T92" fmla="*/ 2147483647 w 56"/>
                  <a:gd name="T93" fmla="*/ 2147483647 h 106"/>
                  <a:gd name="T94" fmla="*/ 2147483647 w 56"/>
                  <a:gd name="T95" fmla="*/ 2147483647 h 106"/>
                  <a:gd name="T96" fmla="*/ 2147483647 w 56"/>
                  <a:gd name="T97" fmla="*/ 2147483647 h 106"/>
                  <a:gd name="T98" fmla="*/ 2147483647 w 56"/>
                  <a:gd name="T99" fmla="*/ 2147483647 h 106"/>
                  <a:gd name="T100" fmla="*/ 2147483647 w 56"/>
                  <a:gd name="T101" fmla="*/ 2147483647 h 106"/>
                  <a:gd name="T102" fmla="*/ 0 w 56"/>
                  <a:gd name="T103" fmla="*/ 2147483647 h 10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56" h="106">
                    <a:moveTo>
                      <a:pt x="0" y="33"/>
                    </a:moveTo>
                    <a:lnTo>
                      <a:pt x="1" y="32"/>
                    </a:lnTo>
                    <a:lnTo>
                      <a:pt x="4" y="28"/>
                    </a:lnTo>
                    <a:lnTo>
                      <a:pt x="6" y="28"/>
                    </a:lnTo>
                    <a:lnTo>
                      <a:pt x="7" y="27"/>
                    </a:lnTo>
                    <a:lnTo>
                      <a:pt x="7" y="26"/>
                    </a:lnTo>
                    <a:lnTo>
                      <a:pt x="8" y="26"/>
                    </a:lnTo>
                    <a:lnTo>
                      <a:pt x="10" y="27"/>
                    </a:lnTo>
                    <a:lnTo>
                      <a:pt x="11" y="27"/>
                    </a:lnTo>
                    <a:lnTo>
                      <a:pt x="12" y="24"/>
                    </a:lnTo>
                    <a:lnTo>
                      <a:pt x="13" y="24"/>
                    </a:lnTo>
                    <a:lnTo>
                      <a:pt x="13" y="17"/>
                    </a:lnTo>
                    <a:lnTo>
                      <a:pt x="12" y="17"/>
                    </a:lnTo>
                    <a:lnTo>
                      <a:pt x="11" y="17"/>
                    </a:lnTo>
                    <a:lnTo>
                      <a:pt x="9" y="16"/>
                    </a:lnTo>
                    <a:lnTo>
                      <a:pt x="9" y="17"/>
                    </a:lnTo>
                    <a:lnTo>
                      <a:pt x="8" y="18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9" y="11"/>
                    </a:lnTo>
                    <a:lnTo>
                      <a:pt x="10" y="11"/>
                    </a:lnTo>
                    <a:lnTo>
                      <a:pt x="13" y="10"/>
                    </a:lnTo>
                    <a:lnTo>
                      <a:pt x="16" y="9"/>
                    </a:lnTo>
                    <a:lnTo>
                      <a:pt x="16" y="7"/>
                    </a:lnTo>
                    <a:lnTo>
                      <a:pt x="17" y="2"/>
                    </a:lnTo>
                    <a:lnTo>
                      <a:pt x="20" y="1"/>
                    </a:lnTo>
                    <a:lnTo>
                      <a:pt x="22" y="2"/>
                    </a:lnTo>
                    <a:lnTo>
                      <a:pt x="24" y="4"/>
                    </a:lnTo>
                    <a:lnTo>
                      <a:pt x="25" y="2"/>
                    </a:lnTo>
                    <a:lnTo>
                      <a:pt x="27" y="0"/>
                    </a:lnTo>
                    <a:lnTo>
                      <a:pt x="29" y="3"/>
                    </a:lnTo>
                    <a:lnTo>
                      <a:pt x="26" y="6"/>
                    </a:lnTo>
                    <a:lnTo>
                      <a:pt x="27" y="8"/>
                    </a:lnTo>
                    <a:lnTo>
                      <a:pt x="28" y="9"/>
                    </a:lnTo>
                    <a:lnTo>
                      <a:pt x="29" y="13"/>
                    </a:lnTo>
                    <a:lnTo>
                      <a:pt x="30" y="16"/>
                    </a:lnTo>
                    <a:lnTo>
                      <a:pt x="30" y="17"/>
                    </a:lnTo>
                    <a:lnTo>
                      <a:pt x="30" y="18"/>
                    </a:lnTo>
                    <a:lnTo>
                      <a:pt x="29" y="19"/>
                    </a:lnTo>
                    <a:lnTo>
                      <a:pt x="29" y="20"/>
                    </a:lnTo>
                    <a:lnTo>
                      <a:pt x="31" y="21"/>
                    </a:lnTo>
                    <a:lnTo>
                      <a:pt x="31" y="22"/>
                    </a:lnTo>
                    <a:lnTo>
                      <a:pt x="32" y="22"/>
                    </a:lnTo>
                    <a:lnTo>
                      <a:pt x="31" y="24"/>
                    </a:lnTo>
                    <a:lnTo>
                      <a:pt x="31" y="26"/>
                    </a:lnTo>
                    <a:lnTo>
                      <a:pt x="32" y="26"/>
                    </a:lnTo>
                    <a:lnTo>
                      <a:pt x="35" y="27"/>
                    </a:lnTo>
                    <a:lnTo>
                      <a:pt x="35" y="29"/>
                    </a:lnTo>
                    <a:lnTo>
                      <a:pt x="36" y="30"/>
                    </a:lnTo>
                    <a:lnTo>
                      <a:pt x="36" y="32"/>
                    </a:lnTo>
                    <a:lnTo>
                      <a:pt x="36" y="34"/>
                    </a:lnTo>
                    <a:lnTo>
                      <a:pt x="37" y="34"/>
                    </a:lnTo>
                    <a:lnTo>
                      <a:pt x="38" y="35"/>
                    </a:lnTo>
                    <a:lnTo>
                      <a:pt x="40" y="37"/>
                    </a:lnTo>
                    <a:lnTo>
                      <a:pt x="41" y="40"/>
                    </a:lnTo>
                    <a:lnTo>
                      <a:pt x="43" y="40"/>
                    </a:lnTo>
                    <a:lnTo>
                      <a:pt x="44" y="40"/>
                    </a:lnTo>
                    <a:lnTo>
                      <a:pt x="46" y="42"/>
                    </a:lnTo>
                    <a:lnTo>
                      <a:pt x="47" y="41"/>
                    </a:lnTo>
                    <a:lnTo>
                      <a:pt x="48" y="41"/>
                    </a:lnTo>
                    <a:lnTo>
                      <a:pt x="49" y="41"/>
                    </a:lnTo>
                    <a:lnTo>
                      <a:pt x="51" y="41"/>
                    </a:lnTo>
                    <a:lnTo>
                      <a:pt x="52" y="41"/>
                    </a:lnTo>
                    <a:lnTo>
                      <a:pt x="52" y="43"/>
                    </a:lnTo>
                    <a:lnTo>
                      <a:pt x="52" y="50"/>
                    </a:lnTo>
                    <a:lnTo>
                      <a:pt x="52" y="51"/>
                    </a:lnTo>
                    <a:lnTo>
                      <a:pt x="53" y="53"/>
                    </a:lnTo>
                    <a:lnTo>
                      <a:pt x="56" y="53"/>
                    </a:lnTo>
                    <a:lnTo>
                      <a:pt x="56" y="55"/>
                    </a:lnTo>
                    <a:lnTo>
                      <a:pt x="51" y="58"/>
                    </a:lnTo>
                    <a:lnTo>
                      <a:pt x="46" y="63"/>
                    </a:lnTo>
                    <a:lnTo>
                      <a:pt x="45" y="63"/>
                    </a:lnTo>
                    <a:lnTo>
                      <a:pt x="44" y="64"/>
                    </a:lnTo>
                    <a:lnTo>
                      <a:pt x="43" y="63"/>
                    </a:lnTo>
                    <a:lnTo>
                      <a:pt x="42" y="63"/>
                    </a:lnTo>
                    <a:lnTo>
                      <a:pt x="42" y="64"/>
                    </a:lnTo>
                    <a:lnTo>
                      <a:pt x="41" y="65"/>
                    </a:lnTo>
                    <a:lnTo>
                      <a:pt x="41" y="66"/>
                    </a:lnTo>
                    <a:lnTo>
                      <a:pt x="41" y="67"/>
                    </a:lnTo>
                    <a:lnTo>
                      <a:pt x="40" y="67"/>
                    </a:lnTo>
                    <a:lnTo>
                      <a:pt x="40" y="69"/>
                    </a:lnTo>
                    <a:lnTo>
                      <a:pt x="41" y="69"/>
                    </a:lnTo>
                    <a:lnTo>
                      <a:pt x="40" y="69"/>
                    </a:lnTo>
                    <a:lnTo>
                      <a:pt x="39" y="69"/>
                    </a:lnTo>
                    <a:lnTo>
                      <a:pt x="38" y="70"/>
                    </a:lnTo>
                    <a:lnTo>
                      <a:pt x="37" y="70"/>
                    </a:lnTo>
                    <a:lnTo>
                      <a:pt x="36" y="71"/>
                    </a:lnTo>
                    <a:lnTo>
                      <a:pt x="35" y="71"/>
                    </a:lnTo>
                    <a:lnTo>
                      <a:pt x="34" y="72"/>
                    </a:lnTo>
                    <a:lnTo>
                      <a:pt x="34" y="73"/>
                    </a:lnTo>
                    <a:lnTo>
                      <a:pt x="33" y="73"/>
                    </a:lnTo>
                    <a:lnTo>
                      <a:pt x="33" y="74"/>
                    </a:lnTo>
                    <a:lnTo>
                      <a:pt x="33" y="73"/>
                    </a:lnTo>
                    <a:lnTo>
                      <a:pt x="32" y="73"/>
                    </a:lnTo>
                    <a:lnTo>
                      <a:pt x="30" y="74"/>
                    </a:lnTo>
                    <a:lnTo>
                      <a:pt x="30" y="75"/>
                    </a:lnTo>
                    <a:lnTo>
                      <a:pt x="30" y="76"/>
                    </a:lnTo>
                    <a:lnTo>
                      <a:pt x="32" y="76"/>
                    </a:lnTo>
                    <a:lnTo>
                      <a:pt x="32" y="78"/>
                    </a:lnTo>
                    <a:lnTo>
                      <a:pt x="33" y="79"/>
                    </a:lnTo>
                    <a:lnTo>
                      <a:pt x="32" y="80"/>
                    </a:lnTo>
                    <a:lnTo>
                      <a:pt x="31" y="82"/>
                    </a:lnTo>
                    <a:lnTo>
                      <a:pt x="32" y="84"/>
                    </a:lnTo>
                    <a:lnTo>
                      <a:pt x="32" y="86"/>
                    </a:lnTo>
                    <a:lnTo>
                      <a:pt x="33" y="87"/>
                    </a:lnTo>
                    <a:lnTo>
                      <a:pt x="34" y="88"/>
                    </a:lnTo>
                    <a:lnTo>
                      <a:pt x="35" y="89"/>
                    </a:lnTo>
                    <a:lnTo>
                      <a:pt x="35" y="92"/>
                    </a:lnTo>
                    <a:lnTo>
                      <a:pt x="32" y="92"/>
                    </a:lnTo>
                    <a:lnTo>
                      <a:pt x="31" y="93"/>
                    </a:lnTo>
                    <a:lnTo>
                      <a:pt x="29" y="93"/>
                    </a:lnTo>
                    <a:lnTo>
                      <a:pt x="28" y="93"/>
                    </a:lnTo>
                    <a:lnTo>
                      <a:pt x="27" y="93"/>
                    </a:lnTo>
                    <a:lnTo>
                      <a:pt x="26" y="94"/>
                    </a:lnTo>
                    <a:lnTo>
                      <a:pt x="25" y="96"/>
                    </a:lnTo>
                    <a:lnTo>
                      <a:pt x="25" y="102"/>
                    </a:lnTo>
                    <a:lnTo>
                      <a:pt x="24" y="102"/>
                    </a:lnTo>
                    <a:lnTo>
                      <a:pt x="23" y="101"/>
                    </a:lnTo>
                    <a:lnTo>
                      <a:pt x="22" y="102"/>
                    </a:lnTo>
                    <a:lnTo>
                      <a:pt x="21" y="103"/>
                    </a:lnTo>
                    <a:lnTo>
                      <a:pt x="22" y="103"/>
                    </a:lnTo>
                    <a:lnTo>
                      <a:pt x="22" y="104"/>
                    </a:lnTo>
                    <a:lnTo>
                      <a:pt x="21" y="106"/>
                    </a:lnTo>
                    <a:lnTo>
                      <a:pt x="21" y="105"/>
                    </a:lnTo>
                    <a:lnTo>
                      <a:pt x="18" y="105"/>
                    </a:lnTo>
                    <a:lnTo>
                      <a:pt x="18" y="106"/>
                    </a:lnTo>
                    <a:lnTo>
                      <a:pt x="14" y="106"/>
                    </a:lnTo>
                    <a:lnTo>
                      <a:pt x="13" y="105"/>
                    </a:lnTo>
                    <a:lnTo>
                      <a:pt x="14" y="93"/>
                    </a:lnTo>
                    <a:lnTo>
                      <a:pt x="13" y="92"/>
                    </a:lnTo>
                    <a:lnTo>
                      <a:pt x="12" y="90"/>
                    </a:lnTo>
                    <a:lnTo>
                      <a:pt x="11" y="88"/>
                    </a:lnTo>
                    <a:lnTo>
                      <a:pt x="11" y="87"/>
                    </a:lnTo>
                    <a:lnTo>
                      <a:pt x="11" y="84"/>
                    </a:lnTo>
                    <a:lnTo>
                      <a:pt x="11" y="83"/>
                    </a:lnTo>
                    <a:lnTo>
                      <a:pt x="11" y="80"/>
                    </a:lnTo>
                    <a:lnTo>
                      <a:pt x="10" y="80"/>
                    </a:lnTo>
                    <a:lnTo>
                      <a:pt x="8" y="76"/>
                    </a:lnTo>
                    <a:lnTo>
                      <a:pt x="7" y="75"/>
                    </a:lnTo>
                    <a:lnTo>
                      <a:pt x="8" y="74"/>
                    </a:lnTo>
                    <a:lnTo>
                      <a:pt x="8" y="73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7" y="69"/>
                    </a:lnTo>
                    <a:lnTo>
                      <a:pt x="7" y="68"/>
                    </a:lnTo>
                    <a:lnTo>
                      <a:pt x="8" y="67"/>
                    </a:lnTo>
                    <a:lnTo>
                      <a:pt x="8" y="65"/>
                    </a:lnTo>
                    <a:lnTo>
                      <a:pt x="7" y="64"/>
                    </a:lnTo>
                    <a:lnTo>
                      <a:pt x="7" y="63"/>
                    </a:lnTo>
                    <a:lnTo>
                      <a:pt x="7" y="61"/>
                    </a:lnTo>
                    <a:lnTo>
                      <a:pt x="8" y="60"/>
                    </a:lnTo>
                    <a:lnTo>
                      <a:pt x="11" y="59"/>
                    </a:lnTo>
                    <a:lnTo>
                      <a:pt x="13" y="59"/>
                    </a:lnTo>
                    <a:lnTo>
                      <a:pt x="16" y="60"/>
                    </a:lnTo>
                    <a:lnTo>
                      <a:pt x="17" y="60"/>
                    </a:lnTo>
                    <a:lnTo>
                      <a:pt x="19" y="59"/>
                    </a:lnTo>
                    <a:lnTo>
                      <a:pt x="19" y="58"/>
                    </a:lnTo>
                    <a:lnTo>
                      <a:pt x="18" y="57"/>
                    </a:lnTo>
                    <a:lnTo>
                      <a:pt x="17" y="57"/>
                    </a:lnTo>
                    <a:lnTo>
                      <a:pt x="14" y="56"/>
                    </a:lnTo>
                    <a:lnTo>
                      <a:pt x="15" y="55"/>
                    </a:lnTo>
                    <a:lnTo>
                      <a:pt x="12" y="54"/>
                    </a:lnTo>
                    <a:lnTo>
                      <a:pt x="11" y="54"/>
                    </a:lnTo>
                    <a:lnTo>
                      <a:pt x="11" y="53"/>
                    </a:lnTo>
                    <a:lnTo>
                      <a:pt x="13" y="53"/>
                    </a:lnTo>
                    <a:lnTo>
                      <a:pt x="13" y="52"/>
                    </a:lnTo>
                    <a:lnTo>
                      <a:pt x="12" y="51"/>
                    </a:lnTo>
                    <a:lnTo>
                      <a:pt x="11" y="51"/>
                    </a:lnTo>
                    <a:lnTo>
                      <a:pt x="9" y="50"/>
                    </a:lnTo>
                    <a:lnTo>
                      <a:pt x="7" y="48"/>
                    </a:lnTo>
                    <a:lnTo>
                      <a:pt x="7" y="47"/>
                    </a:lnTo>
                    <a:lnTo>
                      <a:pt x="6" y="47"/>
                    </a:lnTo>
                    <a:lnTo>
                      <a:pt x="5" y="46"/>
                    </a:lnTo>
                    <a:lnTo>
                      <a:pt x="6" y="43"/>
                    </a:lnTo>
                    <a:lnTo>
                      <a:pt x="5" y="43"/>
                    </a:lnTo>
                    <a:lnTo>
                      <a:pt x="5" y="41"/>
                    </a:lnTo>
                    <a:lnTo>
                      <a:pt x="4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1" y="35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69" name="Freeform 6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3269887" y="3242025"/>
                <a:ext cx="635847" cy="596324"/>
              </a:xfrm>
              <a:custGeom>
                <a:avLst/>
                <a:gdLst>
                  <a:gd name="T0" fmla="*/ 2147483647 w 83"/>
                  <a:gd name="T1" fmla="*/ 2147483647 h 77"/>
                  <a:gd name="T2" fmla="*/ 2147483647 w 83"/>
                  <a:gd name="T3" fmla="*/ 2147483647 h 77"/>
                  <a:gd name="T4" fmla="*/ 2147483647 w 83"/>
                  <a:gd name="T5" fmla="*/ 2147483647 h 77"/>
                  <a:gd name="T6" fmla="*/ 2147483647 w 83"/>
                  <a:gd name="T7" fmla="*/ 2147483647 h 77"/>
                  <a:gd name="T8" fmla="*/ 2147483647 w 83"/>
                  <a:gd name="T9" fmla="*/ 2147483647 h 77"/>
                  <a:gd name="T10" fmla="*/ 2147483647 w 83"/>
                  <a:gd name="T11" fmla="*/ 2147483647 h 77"/>
                  <a:gd name="T12" fmla="*/ 2147483647 w 83"/>
                  <a:gd name="T13" fmla="*/ 2147483647 h 77"/>
                  <a:gd name="T14" fmla="*/ 2147483647 w 83"/>
                  <a:gd name="T15" fmla="*/ 2147483647 h 77"/>
                  <a:gd name="T16" fmla="*/ 2147483647 w 83"/>
                  <a:gd name="T17" fmla="*/ 2147483647 h 77"/>
                  <a:gd name="T18" fmla="*/ 2147483647 w 83"/>
                  <a:gd name="T19" fmla="*/ 2147483647 h 77"/>
                  <a:gd name="T20" fmla="*/ 2147483647 w 83"/>
                  <a:gd name="T21" fmla="*/ 2147483647 h 77"/>
                  <a:gd name="T22" fmla="*/ 2147483647 w 83"/>
                  <a:gd name="T23" fmla="*/ 2147483647 h 77"/>
                  <a:gd name="T24" fmla="*/ 2147483647 w 83"/>
                  <a:gd name="T25" fmla="*/ 2147483647 h 77"/>
                  <a:gd name="T26" fmla="*/ 2147483647 w 83"/>
                  <a:gd name="T27" fmla="*/ 2147483647 h 77"/>
                  <a:gd name="T28" fmla="*/ 2147483647 w 83"/>
                  <a:gd name="T29" fmla="*/ 2147483647 h 77"/>
                  <a:gd name="T30" fmla="*/ 2147483647 w 83"/>
                  <a:gd name="T31" fmla="*/ 2147483647 h 77"/>
                  <a:gd name="T32" fmla="*/ 2147483647 w 83"/>
                  <a:gd name="T33" fmla="*/ 2147483647 h 77"/>
                  <a:gd name="T34" fmla="*/ 2147483647 w 83"/>
                  <a:gd name="T35" fmla="*/ 2147483647 h 77"/>
                  <a:gd name="T36" fmla="*/ 2147483647 w 83"/>
                  <a:gd name="T37" fmla="*/ 2147483647 h 77"/>
                  <a:gd name="T38" fmla="*/ 2147483647 w 83"/>
                  <a:gd name="T39" fmla="*/ 2147483647 h 77"/>
                  <a:gd name="T40" fmla="*/ 2147483647 w 83"/>
                  <a:gd name="T41" fmla="*/ 2147483647 h 77"/>
                  <a:gd name="T42" fmla="*/ 2147483647 w 83"/>
                  <a:gd name="T43" fmla="*/ 2147483647 h 77"/>
                  <a:gd name="T44" fmla="*/ 2147483647 w 83"/>
                  <a:gd name="T45" fmla="*/ 2147483647 h 77"/>
                  <a:gd name="T46" fmla="*/ 2147483647 w 83"/>
                  <a:gd name="T47" fmla="*/ 2147483647 h 77"/>
                  <a:gd name="T48" fmla="*/ 2147483647 w 83"/>
                  <a:gd name="T49" fmla="*/ 2147483647 h 77"/>
                  <a:gd name="T50" fmla="*/ 2147483647 w 83"/>
                  <a:gd name="T51" fmla="*/ 2147483647 h 77"/>
                  <a:gd name="T52" fmla="*/ 2147483647 w 83"/>
                  <a:gd name="T53" fmla="*/ 2147483647 h 77"/>
                  <a:gd name="T54" fmla="*/ 2147483647 w 83"/>
                  <a:gd name="T55" fmla="*/ 2147483647 h 77"/>
                  <a:gd name="T56" fmla="*/ 2147483647 w 83"/>
                  <a:gd name="T57" fmla="*/ 2147483647 h 77"/>
                  <a:gd name="T58" fmla="*/ 2147483647 w 83"/>
                  <a:gd name="T59" fmla="*/ 2147483647 h 77"/>
                  <a:gd name="T60" fmla="*/ 2147483647 w 83"/>
                  <a:gd name="T61" fmla="*/ 2147483647 h 77"/>
                  <a:gd name="T62" fmla="*/ 2147483647 w 83"/>
                  <a:gd name="T63" fmla="*/ 2147483647 h 77"/>
                  <a:gd name="T64" fmla="*/ 2147483647 w 83"/>
                  <a:gd name="T65" fmla="*/ 2147483647 h 77"/>
                  <a:gd name="T66" fmla="*/ 2147483647 w 83"/>
                  <a:gd name="T67" fmla="*/ 2147483647 h 77"/>
                  <a:gd name="T68" fmla="*/ 2147483647 w 83"/>
                  <a:gd name="T69" fmla="*/ 2147483647 h 77"/>
                  <a:gd name="T70" fmla="*/ 2147483647 w 83"/>
                  <a:gd name="T71" fmla="*/ 2147483647 h 77"/>
                  <a:gd name="T72" fmla="*/ 2147483647 w 83"/>
                  <a:gd name="T73" fmla="*/ 2147483647 h 77"/>
                  <a:gd name="T74" fmla="*/ 2147483647 w 83"/>
                  <a:gd name="T75" fmla="*/ 2147483647 h 77"/>
                  <a:gd name="T76" fmla="*/ 2147483647 w 83"/>
                  <a:gd name="T77" fmla="*/ 2147483647 h 77"/>
                  <a:gd name="T78" fmla="*/ 2147483647 w 83"/>
                  <a:gd name="T79" fmla="*/ 2147483647 h 77"/>
                  <a:gd name="T80" fmla="*/ 2147483647 w 83"/>
                  <a:gd name="T81" fmla="*/ 2147483647 h 77"/>
                  <a:gd name="T82" fmla="*/ 2147483647 w 83"/>
                  <a:gd name="T83" fmla="*/ 2147483647 h 77"/>
                  <a:gd name="T84" fmla="*/ 2147483647 w 83"/>
                  <a:gd name="T85" fmla="*/ 2147483647 h 77"/>
                  <a:gd name="T86" fmla="*/ 2147483647 w 83"/>
                  <a:gd name="T87" fmla="*/ 2147483647 h 77"/>
                  <a:gd name="T88" fmla="*/ 2147483647 w 83"/>
                  <a:gd name="T89" fmla="*/ 2147483647 h 77"/>
                  <a:gd name="T90" fmla="*/ 2147483647 w 83"/>
                  <a:gd name="T91" fmla="*/ 2147483647 h 77"/>
                  <a:gd name="T92" fmla="*/ 2147483647 w 83"/>
                  <a:gd name="T93" fmla="*/ 2147483647 h 77"/>
                  <a:gd name="T94" fmla="*/ 2147483647 w 83"/>
                  <a:gd name="T95" fmla="*/ 2147483647 h 77"/>
                  <a:gd name="T96" fmla="*/ 2147483647 w 83"/>
                  <a:gd name="T97" fmla="*/ 2147483647 h 77"/>
                  <a:gd name="T98" fmla="*/ 2147483647 w 83"/>
                  <a:gd name="T99" fmla="*/ 2147483647 h 77"/>
                  <a:gd name="T100" fmla="*/ 2147483647 w 83"/>
                  <a:gd name="T101" fmla="*/ 2147483647 h 77"/>
                  <a:gd name="T102" fmla="*/ 2147483647 w 83"/>
                  <a:gd name="T103" fmla="*/ 0 h 77"/>
                  <a:gd name="T104" fmla="*/ 2147483647 w 83"/>
                  <a:gd name="T105" fmla="*/ 2147483647 h 77"/>
                  <a:gd name="T106" fmla="*/ 2147483647 w 83"/>
                  <a:gd name="T107" fmla="*/ 2147483647 h 77"/>
                  <a:gd name="T108" fmla="*/ 2147483647 w 83"/>
                  <a:gd name="T109" fmla="*/ 2147483647 h 77"/>
                  <a:gd name="T110" fmla="*/ 2147483647 w 83"/>
                  <a:gd name="T111" fmla="*/ 2147483647 h 77"/>
                  <a:gd name="T112" fmla="*/ 2147483647 w 83"/>
                  <a:gd name="T113" fmla="*/ 2147483647 h 77"/>
                  <a:gd name="T114" fmla="*/ 2147483647 w 83"/>
                  <a:gd name="T115" fmla="*/ 2147483647 h 77"/>
                  <a:gd name="T116" fmla="*/ 2147483647 w 83"/>
                  <a:gd name="T117" fmla="*/ 2147483647 h 77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83" h="77">
                    <a:moveTo>
                      <a:pt x="0" y="31"/>
                    </a:moveTo>
                    <a:lnTo>
                      <a:pt x="0" y="32"/>
                    </a:lnTo>
                    <a:lnTo>
                      <a:pt x="1" y="32"/>
                    </a:lnTo>
                    <a:lnTo>
                      <a:pt x="2" y="33"/>
                    </a:lnTo>
                    <a:lnTo>
                      <a:pt x="2" y="38"/>
                    </a:lnTo>
                    <a:lnTo>
                      <a:pt x="2" y="39"/>
                    </a:lnTo>
                    <a:lnTo>
                      <a:pt x="3" y="40"/>
                    </a:lnTo>
                    <a:lnTo>
                      <a:pt x="4" y="41"/>
                    </a:lnTo>
                    <a:lnTo>
                      <a:pt x="5" y="41"/>
                    </a:lnTo>
                    <a:lnTo>
                      <a:pt x="5" y="42"/>
                    </a:lnTo>
                    <a:lnTo>
                      <a:pt x="6" y="42"/>
                    </a:lnTo>
                    <a:lnTo>
                      <a:pt x="7" y="42"/>
                    </a:lnTo>
                    <a:lnTo>
                      <a:pt x="7" y="43"/>
                    </a:lnTo>
                    <a:lnTo>
                      <a:pt x="9" y="43"/>
                    </a:lnTo>
                    <a:lnTo>
                      <a:pt x="11" y="46"/>
                    </a:lnTo>
                    <a:lnTo>
                      <a:pt x="12" y="47"/>
                    </a:lnTo>
                    <a:lnTo>
                      <a:pt x="12" y="48"/>
                    </a:lnTo>
                    <a:lnTo>
                      <a:pt x="13" y="48"/>
                    </a:lnTo>
                    <a:lnTo>
                      <a:pt x="13" y="46"/>
                    </a:lnTo>
                    <a:lnTo>
                      <a:pt x="15" y="47"/>
                    </a:lnTo>
                    <a:lnTo>
                      <a:pt x="16" y="47"/>
                    </a:lnTo>
                    <a:lnTo>
                      <a:pt x="16" y="46"/>
                    </a:lnTo>
                    <a:lnTo>
                      <a:pt x="18" y="45"/>
                    </a:lnTo>
                    <a:lnTo>
                      <a:pt x="19" y="43"/>
                    </a:lnTo>
                    <a:lnTo>
                      <a:pt x="19" y="41"/>
                    </a:lnTo>
                    <a:lnTo>
                      <a:pt x="20" y="41"/>
                    </a:lnTo>
                    <a:lnTo>
                      <a:pt x="21" y="43"/>
                    </a:lnTo>
                    <a:lnTo>
                      <a:pt x="22" y="43"/>
                    </a:lnTo>
                    <a:lnTo>
                      <a:pt x="22" y="44"/>
                    </a:lnTo>
                    <a:lnTo>
                      <a:pt x="22" y="45"/>
                    </a:lnTo>
                    <a:lnTo>
                      <a:pt x="23" y="46"/>
                    </a:lnTo>
                    <a:lnTo>
                      <a:pt x="22" y="47"/>
                    </a:lnTo>
                    <a:lnTo>
                      <a:pt x="21" y="48"/>
                    </a:lnTo>
                    <a:lnTo>
                      <a:pt x="21" y="49"/>
                    </a:lnTo>
                    <a:lnTo>
                      <a:pt x="21" y="50"/>
                    </a:lnTo>
                    <a:lnTo>
                      <a:pt x="22" y="51"/>
                    </a:lnTo>
                    <a:lnTo>
                      <a:pt x="22" y="52"/>
                    </a:lnTo>
                    <a:lnTo>
                      <a:pt x="23" y="52"/>
                    </a:lnTo>
                    <a:lnTo>
                      <a:pt x="23" y="54"/>
                    </a:lnTo>
                    <a:lnTo>
                      <a:pt x="23" y="55"/>
                    </a:lnTo>
                    <a:lnTo>
                      <a:pt x="22" y="58"/>
                    </a:lnTo>
                    <a:lnTo>
                      <a:pt x="21" y="61"/>
                    </a:lnTo>
                    <a:lnTo>
                      <a:pt x="20" y="62"/>
                    </a:lnTo>
                    <a:lnTo>
                      <a:pt x="20" y="63"/>
                    </a:lnTo>
                    <a:lnTo>
                      <a:pt x="20" y="64"/>
                    </a:lnTo>
                    <a:lnTo>
                      <a:pt x="21" y="64"/>
                    </a:lnTo>
                    <a:lnTo>
                      <a:pt x="22" y="64"/>
                    </a:lnTo>
                    <a:lnTo>
                      <a:pt x="23" y="64"/>
                    </a:lnTo>
                    <a:lnTo>
                      <a:pt x="23" y="66"/>
                    </a:lnTo>
                    <a:lnTo>
                      <a:pt x="25" y="66"/>
                    </a:lnTo>
                    <a:lnTo>
                      <a:pt x="27" y="66"/>
                    </a:lnTo>
                    <a:lnTo>
                      <a:pt x="28" y="66"/>
                    </a:lnTo>
                    <a:lnTo>
                      <a:pt x="30" y="68"/>
                    </a:lnTo>
                    <a:lnTo>
                      <a:pt x="31" y="69"/>
                    </a:lnTo>
                    <a:lnTo>
                      <a:pt x="32" y="69"/>
                    </a:lnTo>
                    <a:lnTo>
                      <a:pt x="33" y="70"/>
                    </a:lnTo>
                    <a:lnTo>
                      <a:pt x="34" y="71"/>
                    </a:lnTo>
                    <a:lnTo>
                      <a:pt x="35" y="71"/>
                    </a:lnTo>
                    <a:lnTo>
                      <a:pt x="36" y="72"/>
                    </a:lnTo>
                    <a:lnTo>
                      <a:pt x="37" y="71"/>
                    </a:lnTo>
                    <a:lnTo>
                      <a:pt x="38" y="69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8"/>
                    </a:lnTo>
                    <a:lnTo>
                      <a:pt x="44" y="68"/>
                    </a:lnTo>
                    <a:lnTo>
                      <a:pt x="44" y="69"/>
                    </a:lnTo>
                    <a:lnTo>
                      <a:pt x="45" y="69"/>
                    </a:lnTo>
                    <a:lnTo>
                      <a:pt x="48" y="72"/>
                    </a:lnTo>
                    <a:lnTo>
                      <a:pt x="49" y="72"/>
                    </a:lnTo>
                    <a:lnTo>
                      <a:pt x="51" y="72"/>
                    </a:lnTo>
                    <a:lnTo>
                      <a:pt x="52" y="72"/>
                    </a:lnTo>
                    <a:lnTo>
                      <a:pt x="53" y="72"/>
                    </a:lnTo>
                    <a:lnTo>
                      <a:pt x="53" y="71"/>
                    </a:lnTo>
                    <a:lnTo>
                      <a:pt x="53" y="70"/>
                    </a:lnTo>
                    <a:lnTo>
                      <a:pt x="54" y="70"/>
                    </a:lnTo>
                    <a:lnTo>
                      <a:pt x="55" y="70"/>
                    </a:lnTo>
                    <a:lnTo>
                      <a:pt x="56" y="72"/>
                    </a:lnTo>
                    <a:lnTo>
                      <a:pt x="58" y="72"/>
                    </a:lnTo>
                    <a:lnTo>
                      <a:pt x="59" y="72"/>
                    </a:lnTo>
                    <a:lnTo>
                      <a:pt x="60" y="72"/>
                    </a:lnTo>
                    <a:lnTo>
                      <a:pt x="60" y="73"/>
                    </a:lnTo>
                    <a:lnTo>
                      <a:pt x="61" y="73"/>
                    </a:lnTo>
                    <a:lnTo>
                      <a:pt x="61" y="72"/>
                    </a:lnTo>
                    <a:lnTo>
                      <a:pt x="61" y="71"/>
                    </a:lnTo>
                    <a:lnTo>
                      <a:pt x="61" y="70"/>
                    </a:lnTo>
                    <a:lnTo>
                      <a:pt x="62" y="68"/>
                    </a:lnTo>
                    <a:lnTo>
                      <a:pt x="63" y="68"/>
                    </a:lnTo>
                    <a:lnTo>
                      <a:pt x="64" y="68"/>
                    </a:lnTo>
                    <a:lnTo>
                      <a:pt x="65" y="68"/>
                    </a:lnTo>
                    <a:lnTo>
                      <a:pt x="66" y="70"/>
                    </a:lnTo>
                    <a:lnTo>
                      <a:pt x="67" y="73"/>
                    </a:lnTo>
                    <a:lnTo>
                      <a:pt x="69" y="77"/>
                    </a:lnTo>
                    <a:lnTo>
                      <a:pt x="70" y="75"/>
                    </a:lnTo>
                    <a:lnTo>
                      <a:pt x="71" y="74"/>
                    </a:lnTo>
                    <a:lnTo>
                      <a:pt x="72" y="74"/>
                    </a:lnTo>
                    <a:lnTo>
                      <a:pt x="73" y="75"/>
                    </a:lnTo>
                    <a:lnTo>
                      <a:pt x="73" y="76"/>
                    </a:lnTo>
                    <a:lnTo>
                      <a:pt x="74" y="76"/>
                    </a:lnTo>
                    <a:lnTo>
                      <a:pt x="75" y="76"/>
                    </a:lnTo>
                    <a:lnTo>
                      <a:pt x="76" y="76"/>
                    </a:lnTo>
                    <a:lnTo>
                      <a:pt x="77" y="76"/>
                    </a:lnTo>
                    <a:lnTo>
                      <a:pt x="78" y="76"/>
                    </a:lnTo>
                    <a:lnTo>
                      <a:pt x="79" y="77"/>
                    </a:lnTo>
                    <a:lnTo>
                      <a:pt x="79" y="76"/>
                    </a:lnTo>
                    <a:lnTo>
                      <a:pt x="80" y="76"/>
                    </a:lnTo>
                    <a:lnTo>
                      <a:pt x="80" y="74"/>
                    </a:lnTo>
                    <a:lnTo>
                      <a:pt x="79" y="73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2" y="71"/>
                    </a:lnTo>
                    <a:lnTo>
                      <a:pt x="81" y="70"/>
                    </a:lnTo>
                    <a:lnTo>
                      <a:pt x="80" y="69"/>
                    </a:lnTo>
                    <a:lnTo>
                      <a:pt x="80" y="68"/>
                    </a:lnTo>
                    <a:lnTo>
                      <a:pt x="81" y="67"/>
                    </a:lnTo>
                    <a:lnTo>
                      <a:pt x="82" y="66"/>
                    </a:lnTo>
                    <a:lnTo>
                      <a:pt x="83" y="65"/>
                    </a:lnTo>
                    <a:lnTo>
                      <a:pt x="83" y="64"/>
                    </a:lnTo>
                    <a:lnTo>
                      <a:pt x="82" y="63"/>
                    </a:lnTo>
                    <a:lnTo>
                      <a:pt x="82" y="61"/>
                    </a:lnTo>
                    <a:lnTo>
                      <a:pt x="82" y="60"/>
                    </a:lnTo>
                    <a:lnTo>
                      <a:pt x="78" y="60"/>
                    </a:lnTo>
                    <a:lnTo>
                      <a:pt x="80" y="60"/>
                    </a:lnTo>
                    <a:lnTo>
                      <a:pt x="81" y="58"/>
                    </a:lnTo>
                    <a:lnTo>
                      <a:pt x="80" y="56"/>
                    </a:lnTo>
                    <a:lnTo>
                      <a:pt x="82" y="55"/>
                    </a:lnTo>
                    <a:lnTo>
                      <a:pt x="82" y="54"/>
                    </a:lnTo>
                    <a:lnTo>
                      <a:pt x="80" y="53"/>
                    </a:lnTo>
                    <a:lnTo>
                      <a:pt x="81" y="51"/>
                    </a:lnTo>
                    <a:lnTo>
                      <a:pt x="74" y="51"/>
                    </a:lnTo>
                    <a:lnTo>
                      <a:pt x="71" y="51"/>
                    </a:lnTo>
                    <a:lnTo>
                      <a:pt x="68" y="50"/>
                    </a:lnTo>
                    <a:lnTo>
                      <a:pt x="67" y="51"/>
                    </a:lnTo>
                    <a:lnTo>
                      <a:pt x="65" y="50"/>
                    </a:lnTo>
                    <a:lnTo>
                      <a:pt x="64" y="50"/>
                    </a:lnTo>
                    <a:lnTo>
                      <a:pt x="63" y="50"/>
                    </a:lnTo>
                    <a:lnTo>
                      <a:pt x="62" y="49"/>
                    </a:lnTo>
                    <a:lnTo>
                      <a:pt x="62" y="47"/>
                    </a:lnTo>
                    <a:lnTo>
                      <a:pt x="61" y="45"/>
                    </a:lnTo>
                    <a:lnTo>
                      <a:pt x="58" y="44"/>
                    </a:lnTo>
                    <a:lnTo>
                      <a:pt x="57" y="43"/>
                    </a:lnTo>
                    <a:lnTo>
                      <a:pt x="57" y="44"/>
                    </a:lnTo>
                    <a:lnTo>
                      <a:pt x="57" y="45"/>
                    </a:lnTo>
                    <a:lnTo>
                      <a:pt x="57" y="46"/>
                    </a:lnTo>
                    <a:lnTo>
                      <a:pt x="50" y="43"/>
                    </a:lnTo>
                    <a:lnTo>
                      <a:pt x="47" y="42"/>
                    </a:lnTo>
                    <a:lnTo>
                      <a:pt x="46" y="41"/>
                    </a:lnTo>
                    <a:lnTo>
                      <a:pt x="47" y="38"/>
                    </a:lnTo>
                    <a:lnTo>
                      <a:pt x="48" y="38"/>
                    </a:lnTo>
                    <a:lnTo>
                      <a:pt x="49" y="35"/>
                    </a:lnTo>
                    <a:lnTo>
                      <a:pt x="47" y="34"/>
                    </a:lnTo>
                    <a:lnTo>
                      <a:pt x="47" y="33"/>
                    </a:lnTo>
                    <a:lnTo>
                      <a:pt x="45" y="33"/>
                    </a:lnTo>
                    <a:lnTo>
                      <a:pt x="44" y="32"/>
                    </a:lnTo>
                    <a:lnTo>
                      <a:pt x="44" y="31"/>
                    </a:lnTo>
                    <a:lnTo>
                      <a:pt x="41" y="31"/>
                    </a:lnTo>
                    <a:lnTo>
                      <a:pt x="41" y="32"/>
                    </a:lnTo>
                    <a:lnTo>
                      <a:pt x="37" y="32"/>
                    </a:lnTo>
                    <a:lnTo>
                      <a:pt x="36" y="31"/>
                    </a:lnTo>
                    <a:lnTo>
                      <a:pt x="37" y="27"/>
                    </a:lnTo>
                    <a:lnTo>
                      <a:pt x="37" y="19"/>
                    </a:lnTo>
                    <a:lnTo>
                      <a:pt x="36" y="18"/>
                    </a:lnTo>
                    <a:lnTo>
                      <a:pt x="35" y="16"/>
                    </a:lnTo>
                    <a:lnTo>
                      <a:pt x="34" y="14"/>
                    </a:lnTo>
                    <a:lnTo>
                      <a:pt x="34" y="13"/>
                    </a:lnTo>
                    <a:lnTo>
                      <a:pt x="34" y="10"/>
                    </a:lnTo>
                    <a:lnTo>
                      <a:pt x="34" y="9"/>
                    </a:lnTo>
                    <a:lnTo>
                      <a:pt x="34" y="6"/>
                    </a:lnTo>
                    <a:lnTo>
                      <a:pt x="33" y="6"/>
                    </a:lnTo>
                    <a:lnTo>
                      <a:pt x="31" y="2"/>
                    </a:lnTo>
                    <a:lnTo>
                      <a:pt x="30" y="1"/>
                    </a:lnTo>
                    <a:lnTo>
                      <a:pt x="30" y="0"/>
                    </a:lnTo>
                    <a:lnTo>
                      <a:pt x="29" y="0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2"/>
                    </a:lnTo>
                    <a:lnTo>
                      <a:pt x="29" y="3"/>
                    </a:lnTo>
                    <a:lnTo>
                      <a:pt x="27" y="4"/>
                    </a:lnTo>
                    <a:lnTo>
                      <a:pt x="26" y="4"/>
                    </a:lnTo>
                    <a:lnTo>
                      <a:pt x="26" y="6"/>
                    </a:lnTo>
                    <a:lnTo>
                      <a:pt x="26" y="7"/>
                    </a:lnTo>
                    <a:lnTo>
                      <a:pt x="25" y="9"/>
                    </a:lnTo>
                    <a:lnTo>
                      <a:pt x="23" y="8"/>
                    </a:lnTo>
                    <a:lnTo>
                      <a:pt x="22" y="9"/>
                    </a:lnTo>
                    <a:lnTo>
                      <a:pt x="22" y="11"/>
                    </a:lnTo>
                    <a:lnTo>
                      <a:pt x="23" y="14"/>
                    </a:lnTo>
                    <a:lnTo>
                      <a:pt x="19" y="18"/>
                    </a:lnTo>
                    <a:lnTo>
                      <a:pt x="18" y="20"/>
                    </a:lnTo>
                    <a:lnTo>
                      <a:pt x="13" y="25"/>
                    </a:lnTo>
                    <a:lnTo>
                      <a:pt x="12" y="26"/>
                    </a:lnTo>
                    <a:lnTo>
                      <a:pt x="9" y="27"/>
                    </a:lnTo>
                    <a:lnTo>
                      <a:pt x="7" y="27"/>
                    </a:lnTo>
                    <a:lnTo>
                      <a:pt x="5" y="27"/>
                    </a:lnTo>
                    <a:lnTo>
                      <a:pt x="3" y="28"/>
                    </a:lnTo>
                    <a:lnTo>
                      <a:pt x="2" y="29"/>
                    </a:lnTo>
                    <a:lnTo>
                      <a:pt x="1" y="3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0" name="Freeform 7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3323513" y="3729927"/>
                <a:ext cx="360058" cy="348501"/>
              </a:xfrm>
              <a:custGeom>
                <a:avLst/>
                <a:gdLst>
                  <a:gd name="T0" fmla="*/ 2147483647 w 47"/>
                  <a:gd name="T1" fmla="*/ 2147483647 h 45"/>
                  <a:gd name="T2" fmla="*/ 2147483647 w 47"/>
                  <a:gd name="T3" fmla="*/ 2147483647 h 45"/>
                  <a:gd name="T4" fmla="*/ 2147483647 w 47"/>
                  <a:gd name="T5" fmla="*/ 2147483647 h 45"/>
                  <a:gd name="T6" fmla="*/ 2147483647 w 47"/>
                  <a:gd name="T7" fmla="*/ 2147483647 h 45"/>
                  <a:gd name="T8" fmla="*/ 2147483647 w 47"/>
                  <a:gd name="T9" fmla="*/ 2147483647 h 45"/>
                  <a:gd name="T10" fmla="*/ 2147483647 w 47"/>
                  <a:gd name="T11" fmla="*/ 2147483647 h 45"/>
                  <a:gd name="T12" fmla="*/ 2147483647 w 47"/>
                  <a:gd name="T13" fmla="*/ 2147483647 h 45"/>
                  <a:gd name="T14" fmla="*/ 2147483647 w 47"/>
                  <a:gd name="T15" fmla="*/ 2147483647 h 45"/>
                  <a:gd name="T16" fmla="*/ 2147483647 w 47"/>
                  <a:gd name="T17" fmla="*/ 2147483647 h 45"/>
                  <a:gd name="T18" fmla="*/ 2147483647 w 47"/>
                  <a:gd name="T19" fmla="*/ 2147483647 h 45"/>
                  <a:gd name="T20" fmla="*/ 2147483647 w 47"/>
                  <a:gd name="T21" fmla="*/ 0 h 45"/>
                  <a:gd name="T22" fmla="*/ 2147483647 w 47"/>
                  <a:gd name="T23" fmla="*/ 2147483647 h 45"/>
                  <a:gd name="T24" fmla="*/ 2147483647 w 47"/>
                  <a:gd name="T25" fmla="*/ 2147483647 h 45"/>
                  <a:gd name="T26" fmla="*/ 2147483647 w 47"/>
                  <a:gd name="T27" fmla="*/ 2147483647 h 45"/>
                  <a:gd name="T28" fmla="*/ 2147483647 w 47"/>
                  <a:gd name="T29" fmla="*/ 2147483647 h 45"/>
                  <a:gd name="T30" fmla="*/ 2147483647 w 47"/>
                  <a:gd name="T31" fmla="*/ 2147483647 h 45"/>
                  <a:gd name="T32" fmla="*/ 2147483647 w 47"/>
                  <a:gd name="T33" fmla="*/ 2147483647 h 45"/>
                  <a:gd name="T34" fmla="*/ 2147483647 w 47"/>
                  <a:gd name="T35" fmla="*/ 2147483647 h 45"/>
                  <a:gd name="T36" fmla="*/ 2147483647 w 47"/>
                  <a:gd name="T37" fmla="*/ 2147483647 h 45"/>
                  <a:gd name="T38" fmla="*/ 2147483647 w 47"/>
                  <a:gd name="T39" fmla="*/ 2147483647 h 45"/>
                  <a:gd name="T40" fmla="*/ 2147483647 w 47"/>
                  <a:gd name="T41" fmla="*/ 2147483647 h 45"/>
                  <a:gd name="T42" fmla="*/ 2147483647 w 47"/>
                  <a:gd name="T43" fmla="*/ 2147483647 h 45"/>
                  <a:gd name="T44" fmla="*/ 2147483647 w 47"/>
                  <a:gd name="T45" fmla="*/ 2147483647 h 45"/>
                  <a:gd name="T46" fmla="*/ 2147483647 w 47"/>
                  <a:gd name="T47" fmla="*/ 2147483647 h 45"/>
                  <a:gd name="T48" fmla="*/ 2147483647 w 47"/>
                  <a:gd name="T49" fmla="*/ 2147483647 h 45"/>
                  <a:gd name="T50" fmla="*/ 2147483647 w 47"/>
                  <a:gd name="T51" fmla="*/ 2147483647 h 45"/>
                  <a:gd name="T52" fmla="*/ 2147483647 w 47"/>
                  <a:gd name="T53" fmla="*/ 2147483647 h 45"/>
                  <a:gd name="T54" fmla="*/ 2147483647 w 47"/>
                  <a:gd name="T55" fmla="*/ 2147483647 h 45"/>
                  <a:gd name="T56" fmla="*/ 2147483647 w 47"/>
                  <a:gd name="T57" fmla="*/ 2147483647 h 45"/>
                  <a:gd name="T58" fmla="*/ 2147483647 w 47"/>
                  <a:gd name="T59" fmla="*/ 2147483647 h 45"/>
                  <a:gd name="T60" fmla="*/ 2147483647 w 47"/>
                  <a:gd name="T61" fmla="*/ 2147483647 h 45"/>
                  <a:gd name="T62" fmla="*/ 2147483647 w 47"/>
                  <a:gd name="T63" fmla="*/ 2147483647 h 45"/>
                  <a:gd name="T64" fmla="*/ 2147483647 w 47"/>
                  <a:gd name="T65" fmla="*/ 2147483647 h 45"/>
                  <a:gd name="T66" fmla="*/ 2147483647 w 47"/>
                  <a:gd name="T67" fmla="*/ 2147483647 h 45"/>
                  <a:gd name="T68" fmla="*/ 2147483647 w 47"/>
                  <a:gd name="T69" fmla="*/ 2147483647 h 45"/>
                  <a:gd name="T70" fmla="*/ 2147483647 w 47"/>
                  <a:gd name="T71" fmla="*/ 2147483647 h 45"/>
                  <a:gd name="T72" fmla="*/ 2147483647 w 47"/>
                  <a:gd name="T73" fmla="*/ 2147483647 h 45"/>
                  <a:gd name="T74" fmla="*/ 2147483647 w 47"/>
                  <a:gd name="T75" fmla="*/ 2147483647 h 45"/>
                  <a:gd name="T76" fmla="*/ 2147483647 w 47"/>
                  <a:gd name="T77" fmla="*/ 2147483647 h 45"/>
                  <a:gd name="T78" fmla="*/ 2147483647 w 47"/>
                  <a:gd name="T79" fmla="*/ 2147483647 h 45"/>
                  <a:gd name="T80" fmla="*/ 2147483647 w 47"/>
                  <a:gd name="T81" fmla="*/ 2147483647 h 45"/>
                  <a:gd name="T82" fmla="*/ 2147483647 w 47"/>
                  <a:gd name="T83" fmla="*/ 2147483647 h 45"/>
                  <a:gd name="T84" fmla="*/ 2147483647 w 47"/>
                  <a:gd name="T85" fmla="*/ 2147483647 h 45"/>
                  <a:gd name="T86" fmla="*/ 2147483647 w 47"/>
                  <a:gd name="T87" fmla="*/ 2147483647 h 45"/>
                  <a:gd name="T88" fmla="*/ 2147483647 w 47"/>
                  <a:gd name="T89" fmla="*/ 2147483647 h 45"/>
                  <a:gd name="T90" fmla="*/ 2147483647 w 47"/>
                  <a:gd name="T91" fmla="*/ 2147483647 h 45"/>
                  <a:gd name="T92" fmla="*/ 2147483647 w 47"/>
                  <a:gd name="T93" fmla="*/ 2147483647 h 45"/>
                  <a:gd name="T94" fmla="*/ 2147483647 w 47"/>
                  <a:gd name="T95" fmla="*/ 2147483647 h 45"/>
                  <a:gd name="T96" fmla="*/ 2147483647 w 47"/>
                  <a:gd name="T97" fmla="*/ 2147483647 h 45"/>
                  <a:gd name="T98" fmla="*/ 2147483647 w 47"/>
                  <a:gd name="T99" fmla="*/ 2147483647 h 45"/>
                  <a:gd name="T100" fmla="*/ 2147483647 w 47"/>
                  <a:gd name="T101" fmla="*/ 2147483647 h 45"/>
                  <a:gd name="T102" fmla="*/ 2147483647 w 47"/>
                  <a:gd name="T103" fmla="*/ 2147483647 h 45"/>
                  <a:gd name="T104" fmla="*/ 2147483647 w 47"/>
                  <a:gd name="T105" fmla="*/ 2147483647 h 45"/>
                  <a:gd name="T106" fmla="*/ 2147483647 w 47"/>
                  <a:gd name="T107" fmla="*/ 2147483647 h 45"/>
                  <a:gd name="T108" fmla="*/ 2147483647 w 47"/>
                  <a:gd name="T109" fmla="*/ 2147483647 h 45"/>
                  <a:gd name="T110" fmla="*/ 2147483647 w 47"/>
                  <a:gd name="T111" fmla="*/ 2147483647 h 45"/>
                  <a:gd name="T112" fmla="*/ 2147483647 w 47"/>
                  <a:gd name="T113" fmla="*/ 2147483647 h 45"/>
                  <a:gd name="T114" fmla="*/ 2147483647 w 47"/>
                  <a:gd name="T115" fmla="*/ 2147483647 h 45"/>
                  <a:gd name="T116" fmla="*/ 2147483647 w 47"/>
                  <a:gd name="T117" fmla="*/ 2147483647 h 45"/>
                  <a:gd name="T118" fmla="*/ 2147483647 w 47"/>
                  <a:gd name="T119" fmla="*/ 2147483647 h 45"/>
                  <a:gd name="T120" fmla="*/ 2147483647 w 47"/>
                  <a:gd name="T121" fmla="*/ 2147483647 h 45"/>
                  <a:gd name="T122" fmla="*/ 0 w 47"/>
                  <a:gd name="T123" fmla="*/ 2147483647 h 45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47" h="45">
                    <a:moveTo>
                      <a:pt x="0" y="32"/>
                    </a:moveTo>
                    <a:lnTo>
                      <a:pt x="1" y="32"/>
                    </a:lnTo>
                    <a:lnTo>
                      <a:pt x="3" y="29"/>
                    </a:lnTo>
                    <a:lnTo>
                      <a:pt x="3" y="28"/>
                    </a:lnTo>
                    <a:lnTo>
                      <a:pt x="3" y="26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0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4" y="19"/>
                    </a:lnTo>
                    <a:lnTo>
                      <a:pt x="4" y="18"/>
                    </a:lnTo>
                    <a:lnTo>
                      <a:pt x="5" y="17"/>
                    </a:lnTo>
                    <a:lnTo>
                      <a:pt x="6" y="15"/>
                    </a:lnTo>
                    <a:lnTo>
                      <a:pt x="7" y="14"/>
                    </a:lnTo>
                    <a:lnTo>
                      <a:pt x="7" y="13"/>
                    </a:lnTo>
                    <a:lnTo>
                      <a:pt x="8" y="12"/>
                    </a:lnTo>
                    <a:lnTo>
                      <a:pt x="9" y="13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1" y="10"/>
                    </a:lnTo>
                    <a:lnTo>
                      <a:pt x="10" y="8"/>
                    </a:lnTo>
                    <a:lnTo>
                      <a:pt x="9" y="7"/>
                    </a:lnTo>
                    <a:lnTo>
                      <a:pt x="10" y="6"/>
                    </a:lnTo>
                    <a:lnTo>
                      <a:pt x="10" y="5"/>
                    </a:lnTo>
                    <a:lnTo>
                      <a:pt x="11" y="4"/>
                    </a:lnTo>
                    <a:lnTo>
                      <a:pt x="11" y="3"/>
                    </a:lnTo>
                    <a:lnTo>
                      <a:pt x="12" y="3"/>
                    </a:lnTo>
                    <a:lnTo>
                      <a:pt x="10" y="2"/>
                    </a:lnTo>
                    <a:lnTo>
                      <a:pt x="11" y="2"/>
                    </a:lnTo>
                    <a:lnTo>
                      <a:pt x="13" y="0"/>
                    </a:lnTo>
                    <a:lnTo>
                      <a:pt x="13" y="1"/>
                    </a:lnTo>
                    <a:lnTo>
                      <a:pt x="14" y="1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8" y="3"/>
                    </a:lnTo>
                    <a:lnTo>
                      <a:pt x="20" y="3"/>
                    </a:lnTo>
                    <a:lnTo>
                      <a:pt x="21" y="3"/>
                    </a:lnTo>
                    <a:lnTo>
                      <a:pt x="23" y="5"/>
                    </a:lnTo>
                    <a:lnTo>
                      <a:pt x="24" y="6"/>
                    </a:lnTo>
                    <a:lnTo>
                      <a:pt x="25" y="6"/>
                    </a:lnTo>
                    <a:lnTo>
                      <a:pt x="26" y="7"/>
                    </a:lnTo>
                    <a:lnTo>
                      <a:pt x="27" y="8"/>
                    </a:lnTo>
                    <a:lnTo>
                      <a:pt x="28" y="8"/>
                    </a:lnTo>
                    <a:lnTo>
                      <a:pt x="29" y="9"/>
                    </a:lnTo>
                    <a:lnTo>
                      <a:pt x="30" y="8"/>
                    </a:lnTo>
                    <a:lnTo>
                      <a:pt x="31" y="6"/>
                    </a:lnTo>
                    <a:lnTo>
                      <a:pt x="34" y="5"/>
                    </a:lnTo>
                    <a:lnTo>
                      <a:pt x="35" y="5"/>
                    </a:lnTo>
                    <a:lnTo>
                      <a:pt x="36" y="5"/>
                    </a:lnTo>
                    <a:lnTo>
                      <a:pt x="37" y="5"/>
                    </a:lnTo>
                    <a:lnTo>
                      <a:pt x="37" y="6"/>
                    </a:lnTo>
                    <a:lnTo>
                      <a:pt x="38" y="6"/>
                    </a:lnTo>
                    <a:lnTo>
                      <a:pt x="41" y="9"/>
                    </a:lnTo>
                    <a:lnTo>
                      <a:pt x="42" y="9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5" y="11"/>
                    </a:lnTo>
                    <a:lnTo>
                      <a:pt x="46" y="11"/>
                    </a:lnTo>
                    <a:lnTo>
                      <a:pt x="46" y="12"/>
                    </a:lnTo>
                    <a:lnTo>
                      <a:pt x="46" y="13"/>
                    </a:lnTo>
                    <a:lnTo>
                      <a:pt x="47" y="13"/>
                    </a:lnTo>
                    <a:lnTo>
                      <a:pt x="47" y="14"/>
                    </a:lnTo>
                    <a:lnTo>
                      <a:pt x="46" y="15"/>
                    </a:lnTo>
                    <a:lnTo>
                      <a:pt x="45" y="16"/>
                    </a:lnTo>
                    <a:lnTo>
                      <a:pt x="44" y="15"/>
                    </a:lnTo>
                    <a:lnTo>
                      <a:pt x="43" y="15"/>
                    </a:lnTo>
                    <a:lnTo>
                      <a:pt x="41" y="15"/>
                    </a:lnTo>
                    <a:lnTo>
                      <a:pt x="40" y="18"/>
                    </a:lnTo>
                    <a:lnTo>
                      <a:pt x="40" y="19"/>
                    </a:lnTo>
                    <a:lnTo>
                      <a:pt x="40" y="20"/>
                    </a:lnTo>
                    <a:lnTo>
                      <a:pt x="39" y="21"/>
                    </a:lnTo>
                    <a:lnTo>
                      <a:pt x="38" y="20"/>
                    </a:lnTo>
                    <a:lnTo>
                      <a:pt x="37" y="20"/>
                    </a:lnTo>
                    <a:lnTo>
                      <a:pt x="36" y="19"/>
                    </a:lnTo>
                    <a:lnTo>
                      <a:pt x="35" y="20"/>
                    </a:lnTo>
                    <a:lnTo>
                      <a:pt x="35" y="21"/>
                    </a:lnTo>
                    <a:lnTo>
                      <a:pt x="34" y="22"/>
                    </a:lnTo>
                    <a:lnTo>
                      <a:pt x="33" y="22"/>
                    </a:lnTo>
                    <a:lnTo>
                      <a:pt x="33" y="21"/>
                    </a:lnTo>
                    <a:lnTo>
                      <a:pt x="32" y="21"/>
                    </a:lnTo>
                    <a:lnTo>
                      <a:pt x="31" y="21"/>
                    </a:lnTo>
                    <a:lnTo>
                      <a:pt x="31" y="22"/>
                    </a:lnTo>
                    <a:lnTo>
                      <a:pt x="31" y="23"/>
                    </a:lnTo>
                    <a:lnTo>
                      <a:pt x="30" y="25"/>
                    </a:lnTo>
                    <a:lnTo>
                      <a:pt x="30" y="26"/>
                    </a:lnTo>
                    <a:lnTo>
                      <a:pt x="31" y="28"/>
                    </a:lnTo>
                    <a:lnTo>
                      <a:pt x="32" y="29"/>
                    </a:lnTo>
                    <a:lnTo>
                      <a:pt x="32" y="32"/>
                    </a:lnTo>
                    <a:lnTo>
                      <a:pt x="33" y="33"/>
                    </a:lnTo>
                    <a:lnTo>
                      <a:pt x="33" y="34"/>
                    </a:lnTo>
                    <a:lnTo>
                      <a:pt x="34" y="35"/>
                    </a:lnTo>
                    <a:lnTo>
                      <a:pt x="36" y="36"/>
                    </a:lnTo>
                    <a:lnTo>
                      <a:pt x="36" y="37"/>
                    </a:lnTo>
                    <a:lnTo>
                      <a:pt x="37" y="38"/>
                    </a:lnTo>
                    <a:lnTo>
                      <a:pt x="38" y="39"/>
                    </a:lnTo>
                    <a:lnTo>
                      <a:pt x="38" y="40"/>
                    </a:lnTo>
                    <a:lnTo>
                      <a:pt x="37" y="41"/>
                    </a:lnTo>
                    <a:lnTo>
                      <a:pt x="36" y="42"/>
                    </a:lnTo>
                    <a:lnTo>
                      <a:pt x="35" y="44"/>
                    </a:lnTo>
                    <a:lnTo>
                      <a:pt x="34" y="44"/>
                    </a:lnTo>
                    <a:lnTo>
                      <a:pt x="33" y="45"/>
                    </a:lnTo>
                    <a:lnTo>
                      <a:pt x="32" y="45"/>
                    </a:lnTo>
                    <a:lnTo>
                      <a:pt x="32" y="44"/>
                    </a:lnTo>
                    <a:lnTo>
                      <a:pt x="31" y="45"/>
                    </a:lnTo>
                    <a:lnTo>
                      <a:pt x="29" y="45"/>
                    </a:lnTo>
                    <a:lnTo>
                      <a:pt x="28" y="45"/>
                    </a:lnTo>
                    <a:lnTo>
                      <a:pt x="28" y="44"/>
                    </a:lnTo>
                    <a:lnTo>
                      <a:pt x="26" y="44"/>
                    </a:lnTo>
                    <a:lnTo>
                      <a:pt x="25" y="45"/>
                    </a:lnTo>
                    <a:lnTo>
                      <a:pt x="24" y="45"/>
                    </a:lnTo>
                    <a:lnTo>
                      <a:pt x="24" y="44"/>
                    </a:lnTo>
                    <a:lnTo>
                      <a:pt x="25" y="44"/>
                    </a:lnTo>
                    <a:lnTo>
                      <a:pt x="25" y="43"/>
                    </a:lnTo>
                    <a:lnTo>
                      <a:pt x="25" y="42"/>
                    </a:lnTo>
                    <a:lnTo>
                      <a:pt x="24" y="41"/>
                    </a:lnTo>
                    <a:lnTo>
                      <a:pt x="23" y="41"/>
                    </a:lnTo>
                    <a:lnTo>
                      <a:pt x="22" y="41"/>
                    </a:lnTo>
                    <a:lnTo>
                      <a:pt x="21" y="42"/>
                    </a:lnTo>
                    <a:lnTo>
                      <a:pt x="20" y="41"/>
                    </a:lnTo>
                    <a:lnTo>
                      <a:pt x="19" y="42"/>
                    </a:lnTo>
                    <a:lnTo>
                      <a:pt x="18" y="42"/>
                    </a:lnTo>
                    <a:lnTo>
                      <a:pt x="17" y="42"/>
                    </a:lnTo>
                    <a:lnTo>
                      <a:pt x="16" y="42"/>
                    </a:lnTo>
                    <a:lnTo>
                      <a:pt x="15" y="41"/>
                    </a:lnTo>
                    <a:lnTo>
                      <a:pt x="14" y="40"/>
                    </a:lnTo>
                    <a:lnTo>
                      <a:pt x="14" y="35"/>
                    </a:lnTo>
                    <a:lnTo>
                      <a:pt x="13" y="35"/>
                    </a:lnTo>
                    <a:lnTo>
                      <a:pt x="12" y="35"/>
                    </a:lnTo>
                    <a:lnTo>
                      <a:pt x="11" y="34"/>
                    </a:lnTo>
                    <a:lnTo>
                      <a:pt x="11" y="35"/>
                    </a:lnTo>
                    <a:lnTo>
                      <a:pt x="10" y="36"/>
                    </a:lnTo>
                    <a:lnTo>
                      <a:pt x="9" y="37"/>
                    </a:lnTo>
                    <a:lnTo>
                      <a:pt x="8" y="37"/>
                    </a:lnTo>
                    <a:lnTo>
                      <a:pt x="7" y="37"/>
                    </a:lnTo>
                    <a:lnTo>
                      <a:pt x="6" y="36"/>
                    </a:lnTo>
                    <a:lnTo>
                      <a:pt x="5" y="36"/>
                    </a:lnTo>
                    <a:lnTo>
                      <a:pt x="4" y="35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3" y="32"/>
                    </a:lnTo>
                    <a:lnTo>
                      <a:pt x="3" y="33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1" y="32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1" name="Freeform 8"/>
              <p:cNvSpPr>
                <a:spLocks/>
              </p:cNvSpPr>
              <p:nvPr/>
            </p:nvSpPr>
            <p:spPr bwMode="auto">
              <a:xfrm>
                <a:off x="2710648" y="3513082"/>
                <a:ext cx="291111" cy="410457"/>
              </a:xfrm>
              <a:custGeom>
                <a:avLst/>
                <a:gdLst>
                  <a:gd name="T0" fmla="*/ 2147483647 w 38"/>
                  <a:gd name="T1" fmla="*/ 2147483647 h 53"/>
                  <a:gd name="T2" fmla="*/ 2147483647 w 38"/>
                  <a:gd name="T3" fmla="*/ 2147483647 h 53"/>
                  <a:gd name="T4" fmla="*/ 2147483647 w 38"/>
                  <a:gd name="T5" fmla="*/ 2147483647 h 53"/>
                  <a:gd name="T6" fmla="*/ 2147483647 w 38"/>
                  <a:gd name="T7" fmla="*/ 2147483647 h 53"/>
                  <a:gd name="T8" fmla="*/ 2147483647 w 38"/>
                  <a:gd name="T9" fmla="*/ 2147483647 h 53"/>
                  <a:gd name="T10" fmla="*/ 2147483647 w 38"/>
                  <a:gd name="T11" fmla="*/ 2147483647 h 53"/>
                  <a:gd name="T12" fmla="*/ 2147483647 w 38"/>
                  <a:gd name="T13" fmla="*/ 2147483647 h 53"/>
                  <a:gd name="T14" fmla="*/ 2147483647 w 38"/>
                  <a:gd name="T15" fmla="*/ 2147483647 h 53"/>
                  <a:gd name="T16" fmla="*/ 2147483647 w 38"/>
                  <a:gd name="T17" fmla="*/ 2147483647 h 53"/>
                  <a:gd name="T18" fmla="*/ 2147483647 w 38"/>
                  <a:gd name="T19" fmla="*/ 2147483647 h 53"/>
                  <a:gd name="T20" fmla="*/ 2147483647 w 38"/>
                  <a:gd name="T21" fmla="*/ 2147483647 h 53"/>
                  <a:gd name="T22" fmla="*/ 2147483647 w 38"/>
                  <a:gd name="T23" fmla="*/ 2147483647 h 53"/>
                  <a:gd name="T24" fmla="*/ 2147483647 w 38"/>
                  <a:gd name="T25" fmla="*/ 2147483647 h 53"/>
                  <a:gd name="T26" fmla="*/ 2147483647 w 38"/>
                  <a:gd name="T27" fmla="*/ 2147483647 h 53"/>
                  <a:gd name="T28" fmla="*/ 2147483647 w 38"/>
                  <a:gd name="T29" fmla="*/ 2147483647 h 53"/>
                  <a:gd name="T30" fmla="*/ 2147483647 w 38"/>
                  <a:gd name="T31" fmla="*/ 2147483647 h 53"/>
                  <a:gd name="T32" fmla="*/ 2147483647 w 38"/>
                  <a:gd name="T33" fmla="*/ 2147483647 h 53"/>
                  <a:gd name="T34" fmla="*/ 2147483647 w 38"/>
                  <a:gd name="T35" fmla="*/ 2147483647 h 53"/>
                  <a:gd name="T36" fmla="*/ 2147483647 w 38"/>
                  <a:gd name="T37" fmla="*/ 2147483647 h 53"/>
                  <a:gd name="T38" fmla="*/ 2147483647 w 38"/>
                  <a:gd name="T39" fmla="*/ 2147483647 h 53"/>
                  <a:gd name="T40" fmla="*/ 2147483647 w 38"/>
                  <a:gd name="T41" fmla="*/ 2147483647 h 53"/>
                  <a:gd name="T42" fmla="*/ 2147483647 w 38"/>
                  <a:gd name="T43" fmla="*/ 2147483647 h 53"/>
                  <a:gd name="T44" fmla="*/ 2147483647 w 38"/>
                  <a:gd name="T45" fmla="*/ 2147483647 h 53"/>
                  <a:gd name="T46" fmla="*/ 2147483647 w 38"/>
                  <a:gd name="T47" fmla="*/ 2147483647 h 53"/>
                  <a:gd name="T48" fmla="*/ 2147483647 w 38"/>
                  <a:gd name="T49" fmla="*/ 2147483647 h 53"/>
                  <a:gd name="T50" fmla="*/ 2147483647 w 38"/>
                  <a:gd name="T51" fmla="*/ 2147483647 h 53"/>
                  <a:gd name="T52" fmla="*/ 2147483647 w 38"/>
                  <a:gd name="T53" fmla="*/ 2147483647 h 53"/>
                  <a:gd name="T54" fmla="*/ 2147483647 w 38"/>
                  <a:gd name="T55" fmla="*/ 2147483647 h 53"/>
                  <a:gd name="T56" fmla="*/ 2147483647 w 38"/>
                  <a:gd name="T57" fmla="*/ 2147483647 h 53"/>
                  <a:gd name="T58" fmla="*/ 2147483647 w 38"/>
                  <a:gd name="T59" fmla="*/ 2147483647 h 53"/>
                  <a:gd name="T60" fmla="*/ 2147483647 w 38"/>
                  <a:gd name="T61" fmla="*/ 2147483647 h 53"/>
                  <a:gd name="T62" fmla="*/ 2147483647 w 38"/>
                  <a:gd name="T63" fmla="*/ 2147483647 h 53"/>
                  <a:gd name="T64" fmla="*/ 2147483647 w 38"/>
                  <a:gd name="T65" fmla="*/ 2147483647 h 53"/>
                  <a:gd name="T66" fmla="*/ 2147483647 w 38"/>
                  <a:gd name="T67" fmla="*/ 2147483647 h 53"/>
                  <a:gd name="T68" fmla="*/ 2147483647 w 38"/>
                  <a:gd name="T69" fmla="*/ 2147483647 h 53"/>
                  <a:gd name="T70" fmla="*/ 2147483647 w 38"/>
                  <a:gd name="T71" fmla="*/ 2147483647 h 53"/>
                  <a:gd name="T72" fmla="*/ 2147483647 w 38"/>
                  <a:gd name="T73" fmla="*/ 2147483647 h 53"/>
                  <a:gd name="T74" fmla="*/ 2147483647 w 38"/>
                  <a:gd name="T75" fmla="*/ 2147483647 h 53"/>
                  <a:gd name="T76" fmla="*/ 2147483647 w 38"/>
                  <a:gd name="T77" fmla="*/ 2147483647 h 53"/>
                  <a:gd name="T78" fmla="*/ 2147483647 w 38"/>
                  <a:gd name="T79" fmla="*/ 2147483647 h 53"/>
                  <a:gd name="T80" fmla="*/ 2147483647 w 38"/>
                  <a:gd name="T81" fmla="*/ 2147483647 h 53"/>
                  <a:gd name="T82" fmla="*/ 2147483647 w 38"/>
                  <a:gd name="T83" fmla="*/ 2147483647 h 53"/>
                  <a:gd name="T84" fmla="*/ 2147483647 w 38"/>
                  <a:gd name="T85" fmla="*/ 2147483647 h 53"/>
                  <a:gd name="T86" fmla="*/ 2147483647 w 38"/>
                  <a:gd name="T87" fmla="*/ 2147483647 h 53"/>
                  <a:gd name="T88" fmla="*/ 2147483647 w 38"/>
                  <a:gd name="T89" fmla="*/ 2147483647 h 53"/>
                  <a:gd name="T90" fmla="*/ 2147483647 w 38"/>
                  <a:gd name="T91" fmla="*/ 2147483647 h 53"/>
                  <a:gd name="T92" fmla="*/ 2147483647 w 38"/>
                  <a:gd name="T93" fmla="*/ 2147483647 h 53"/>
                  <a:gd name="T94" fmla="*/ 0 w 38"/>
                  <a:gd name="T95" fmla="*/ 2147483647 h 5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38" h="53">
                    <a:moveTo>
                      <a:pt x="0" y="9"/>
                    </a:moveTo>
                    <a:lnTo>
                      <a:pt x="1" y="10"/>
                    </a:lnTo>
                    <a:lnTo>
                      <a:pt x="2" y="13"/>
                    </a:lnTo>
                    <a:lnTo>
                      <a:pt x="2" y="17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2" y="20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6" y="29"/>
                    </a:lnTo>
                    <a:lnTo>
                      <a:pt x="6" y="30"/>
                    </a:lnTo>
                    <a:lnTo>
                      <a:pt x="7" y="31"/>
                    </a:lnTo>
                    <a:lnTo>
                      <a:pt x="8" y="32"/>
                    </a:lnTo>
                    <a:lnTo>
                      <a:pt x="9" y="32"/>
                    </a:lnTo>
                    <a:lnTo>
                      <a:pt x="10" y="33"/>
                    </a:lnTo>
                    <a:lnTo>
                      <a:pt x="11" y="33"/>
                    </a:lnTo>
                    <a:lnTo>
                      <a:pt x="11" y="34"/>
                    </a:lnTo>
                    <a:lnTo>
                      <a:pt x="11" y="35"/>
                    </a:lnTo>
                    <a:lnTo>
                      <a:pt x="10" y="36"/>
                    </a:lnTo>
                    <a:lnTo>
                      <a:pt x="10" y="37"/>
                    </a:lnTo>
                    <a:lnTo>
                      <a:pt x="10" y="38"/>
                    </a:lnTo>
                    <a:lnTo>
                      <a:pt x="11" y="39"/>
                    </a:lnTo>
                    <a:lnTo>
                      <a:pt x="10" y="39"/>
                    </a:lnTo>
                    <a:lnTo>
                      <a:pt x="11" y="40"/>
                    </a:lnTo>
                    <a:lnTo>
                      <a:pt x="10" y="40"/>
                    </a:lnTo>
                    <a:lnTo>
                      <a:pt x="10" y="41"/>
                    </a:lnTo>
                    <a:lnTo>
                      <a:pt x="10" y="42"/>
                    </a:lnTo>
                    <a:lnTo>
                      <a:pt x="10" y="43"/>
                    </a:lnTo>
                    <a:lnTo>
                      <a:pt x="9" y="44"/>
                    </a:lnTo>
                    <a:lnTo>
                      <a:pt x="8" y="44"/>
                    </a:lnTo>
                    <a:lnTo>
                      <a:pt x="8" y="45"/>
                    </a:lnTo>
                    <a:lnTo>
                      <a:pt x="7" y="46"/>
                    </a:lnTo>
                    <a:lnTo>
                      <a:pt x="6" y="47"/>
                    </a:lnTo>
                    <a:lnTo>
                      <a:pt x="5" y="47"/>
                    </a:lnTo>
                    <a:lnTo>
                      <a:pt x="5" y="48"/>
                    </a:lnTo>
                    <a:lnTo>
                      <a:pt x="4" y="49"/>
                    </a:lnTo>
                    <a:lnTo>
                      <a:pt x="3" y="49"/>
                    </a:lnTo>
                    <a:lnTo>
                      <a:pt x="4" y="49"/>
                    </a:lnTo>
                    <a:lnTo>
                      <a:pt x="5" y="50"/>
                    </a:lnTo>
                    <a:lnTo>
                      <a:pt x="6" y="50"/>
                    </a:lnTo>
                    <a:lnTo>
                      <a:pt x="7" y="50"/>
                    </a:lnTo>
                    <a:lnTo>
                      <a:pt x="8" y="50"/>
                    </a:lnTo>
                    <a:lnTo>
                      <a:pt x="9" y="52"/>
                    </a:lnTo>
                    <a:lnTo>
                      <a:pt x="9" y="51"/>
                    </a:lnTo>
                    <a:lnTo>
                      <a:pt x="9" y="52"/>
                    </a:lnTo>
                    <a:lnTo>
                      <a:pt x="10" y="52"/>
                    </a:lnTo>
                    <a:lnTo>
                      <a:pt x="10" y="50"/>
                    </a:lnTo>
                    <a:lnTo>
                      <a:pt x="11" y="49"/>
                    </a:lnTo>
                    <a:lnTo>
                      <a:pt x="12" y="48"/>
                    </a:lnTo>
                    <a:lnTo>
                      <a:pt x="13" y="47"/>
                    </a:lnTo>
                    <a:lnTo>
                      <a:pt x="14" y="47"/>
                    </a:lnTo>
                    <a:lnTo>
                      <a:pt x="15" y="47"/>
                    </a:lnTo>
                    <a:lnTo>
                      <a:pt x="16" y="47"/>
                    </a:lnTo>
                    <a:lnTo>
                      <a:pt x="18" y="46"/>
                    </a:lnTo>
                    <a:lnTo>
                      <a:pt x="19" y="45"/>
                    </a:lnTo>
                    <a:lnTo>
                      <a:pt x="20" y="45"/>
                    </a:lnTo>
                    <a:lnTo>
                      <a:pt x="21" y="45"/>
                    </a:lnTo>
                    <a:lnTo>
                      <a:pt x="22" y="46"/>
                    </a:lnTo>
                    <a:lnTo>
                      <a:pt x="24" y="47"/>
                    </a:lnTo>
                    <a:lnTo>
                      <a:pt x="25" y="47"/>
                    </a:lnTo>
                    <a:lnTo>
                      <a:pt x="28" y="50"/>
                    </a:lnTo>
                    <a:lnTo>
                      <a:pt x="29" y="50"/>
                    </a:lnTo>
                    <a:lnTo>
                      <a:pt x="29" y="51"/>
                    </a:lnTo>
                    <a:lnTo>
                      <a:pt x="31" y="53"/>
                    </a:lnTo>
                    <a:lnTo>
                      <a:pt x="32" y="53"/>
                    </a:lnTo>
                    <a:lnTo>
                      <a:pt x="31" y="51"/>
                    </a:lnTo>
                    <a:lnTo>
                      <a:pt x="32" y="49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3" y="44"/>
                    </a:lnTo>
                    <a:lnTo>
                      <a:pt x="32" y="43"/>
                    </a:lnTo>
                    <a:lnTo>
                      <a:pt x="32" y="42"/>
                    </a:lnTo>
                    <a:lnTo>
                      <a:pt x="33" y="42"/>
                    </a:lnTo>
                    <a:lnTo>
                      <a:pt x="36" y="41"/>
                    </a:lnTo>
                    <a:lnTo>
                      <a:pt x="38" y="40"/>
                    </a:lnTo>
                    <a:lnTo>
                      <a:pt x="38" y="38"/>
                    </a:lnTo>
                    <a:lnTo>
                      <a:pt x="33" y="34"/>
                    </a:lnTo>
                    <a:lnTo>
                      <a:pt x="34" y="32"/>
                    </a:lnTo>
                    <a:lnTo>
                      <a:pt x="33" y="27"/>
                    </a:lnTo>
                    <a:lnTo>
                      <a:pt x="31" y="26"/>
                    </a:lnTo>
                    <a:lnTo>
                      <a:pt x="29" y="22"/>
                    </a:lnTo>
                    <a:lnTo>
                      <a:pt x="30" y="18"/>
                    </a:lnTo>
                    <a:lnTo>
                      <a:pt x="29" y="13"/>
                    </a:lnTo>
                    <a:lnTo>
                      <a:pt x="28" y="13"/>
                    </a:lnTo>
                    <a:lnTo>
                      <a:pt x="27" y="14"/>
                    </a:lnTo>
                    <a:lnTo>
                      <a:pt x="25" y="13"/>
                    </a:lnTo>
                    <a:lnTo>
                      <a:pt x="24" y="13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2" y="8"/>
                    </a:lnTo>
                    <a:lnTo>
                      <a:pt x="21" y="8"/>
                    </a:lnTo>
                    <a:lnTo>
                      <a:pt x="19" y="8"/>
                    </a:lnTo>
                    <a:lnTo>
                      <a:pt x="18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5" y="10"/>
                    </a:lnTo>
                    <a:lnTo>
                      <a:pt x="14" y="9"/>
                    </a:lnTo>
                    <a:lnTo>
                      <a:pt x="15" y="8"/>
                    </a:lnTo>
                    <a:lnTo>
                      <a:pt x="16" y="7"/>
                    </a:lnTo>
                    <a:lnTo>
                      <a:pt x="14" y="3"/>
                    </a:lnTo>
                    <a:lnTo>
                      <a:pt x="14" y="2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4" y="8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3" y="11"/>
                    </a:lnTo>
                    <a:lnTo>
                      <a:pt x="3" y="10"/>
                    </a:lnTo>
                    <a:lnTo>
                      <a:pt x="2" y="10"/>
                    </a:lnTo>
                    <a:lnTo>
                      <a:pt x="1" y="9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2" name="Freeform 9"/>
              <p:cNvSpPr>
                <a:spLocks/>
              </p:cNvSpPr>
              <p:nvPr/>
            </p:nvSpPr>
            <p:spPr bwMode="auto">
              <a:xfrm>
                <a:off x="3606963" y="2692168"/>
                <a:ext cx="467310" cy="975803"/>
              </a:xfrm>
              <a:custGeom>
                <a:avLst/>
                <a:gdLst>
                  <a:gd name="T0" fmla="*/ 2147483647 w 61"/>
                  <a:gd name="T1" fmla="*/ 2147483647 h 126"/>
                  <a:gd name="T2" fmla="*/ 2147483647 w 61"/>
                  <a:gd name="T3" fmla="*/ 2147483647 h 126"/>
                  <a:gd name="T4" fmla="*/ 2147483647 w 61"/>
                  <a:gd name="T5" fmla="*/ 2147483647 h 126"/>
                  <a:gd name="T6" fmla="*/ 2147483647 w 61"/>
                  <a:gd name="T7" fmla="*/ 2147483647 h 126"/>
                  <a:gd name="T8" fmla="*/ 2147483647 w 61"/>
                  <a:gd name="T9" fmla="*/ 2147483647 h 126"/>
                  <a:gd name="T10" fmla="*/ 2147483647 w 61"/>
                  <a:gd name="T11" fmla="*/ 2147483647 h 126"/>
                  <a:gd name="T12" fmla="*/ 2147483647 w 61"/>
                  <a:gd name="T13" fmla="*/ 2147483647 h 126"/>
                  <a:gd name="T14" fmla="*/ 2147483647 w 61"/>
                  <a:gd name="T15" fmla="*/ 2147483647 h 126"/>
                  <a:gd name="T16" fmla="*/ 2147483647 w 61"/>
                  <a:gd name="T17" fmla="*/ 2147483647 h 126"/>
                  <a:gd name="T18" fmla="*/ 2147483647 w 61"/>
                  <a:gd name="T19" fmla="*/ 2147483647 h 126"/>
                  <a:gd name="T20" fmla="*/ 2147483647 w 61"/>
                  <a:gd name="T21" fmla="*/ 2147483647 h 126"/>
                  <a:gd name="T22" fmla="*/ 2147483647 w 61"/>
                  <a:gd name="T23" fmla="*/ 2147483647 h 126"/>
                  <a:gd name="T24" fmla="*/ 2147483647 w 61"/>
                  <a:gd name="T25" fmla="*/ 2147483647 h 126"/>
                  <a:gd name="T26" fmla="*/ 2147483647 w 61"/>
                  <a:gd name="T27" fmla="*/ 2147483647 h 126"/>
                  <a:gd name="T28" fmla="*/ 2147483647 w 61"/>
                  <a:gd name="T29" fmla="*/ 2147483647 h 126"/>
                  <a:gd name="T30" fmla="*/ 2147483647 w 61"/>
                  <a:gd name="T31" fmla="*/ 2147483647 h 126"/>
                  <a:gd name="T32" fmla="*/ 2147483647 w 61"/>
                  <a:gd name="T33" fmla="*/ 2147483647 h 126"/>
                  <a:gd name="T34" fmla="*/ 2147483647 w 61"/>
                  <a:gd name="T35" fmla="*/ 2147483647 h 126"/>
                  <a:gd name="T36" fmla="*/ 2147483647 w 61"/>
                  <a:gd name="T37" fmla="*/ 2147483647 h 126"/>
                  <a:gd name="T38" fmla="*/ 2147483647 w 61"/>
                  <a:gd name="T39" fmla="*/ 2147483647 h 126"/>
                  <a:gd name="T40" fmla="*/ 2147483647 w 61"/>
                  <a:gd name="T41" fmla="*/ 2147483647 h 126"/>
                  <a:gd name="T42" fmla="*/ 2147483647 w 61"/>
                  <a:gd name="T43" fmla="*/ 2147483647 h 126"/>
                  <a:gd name="T44" fmla="*/ 2147483647 w 61"/>
                  <a:gd name="T45" fmla="*/ 2147483647 h 126"/>
                  <a:gd name="T46" fmla="*/ 2147483647 w 61"/>
                  <a:gd name="T47" fmla="*/ 2147483647 h 126"/>
                  <a:gd name="T48" fmla="*/ 2147483647 w 61"/>
                  <a:gd name="T49" fmla="*/ 2147483647 h 126"/>
                  <a:gd name="T50" fmla="*/ 2147483647 w 61"/>
                  <a:gd name="T51" fmla="*/ 2147483647 h 126"/>
                  <a:gd name="T52" fmla="*/ 2147483647 w 61"/>
                  <a:gd name="T53" fmla="*/ 2147483647 h 126"/>
                  <a:gd name="T54" fmla="*/ 2147483647 w 61"/>
                  <a:gd name="T55" fmla="*/ 2147483647 h 126"/>
                  <a:gd name="T56" fmla="*/ 2147483647 w 61"/>
                  <a:gd name="T57" fmla="*/ 2147483647 h 126"/>
                  <a:gd name="T58" fmla="*/ 2147483647 w 61"/>
                  <a:gd name="T59" fmla="*/ 2147483647 h 126"/>
                  <a:gd name="T60" fmla="*/ 2147483647 w 61"/>
                  <a:gd name="T61" fmla="*/ 2147483647 h 126"/>
                  <a:gd name="T62" fmla="*/ 2147483647 w 61"/>
                  <a:gd name="T63" fmla="*/ 2147483647 h 126"/>
                  <a:gd name="T64" fmla="*/ 2147483647 w 61"/>
                  <a:gd name="T65" fmla="*/ 2147483647 h 126"/>
                  <a:gd name="T66" fmla="*/ 2147483647 w 61"/>
                  <a:gd name="T67" fmla="*/ 2147483647 h 126"/>
                  <a:gd name="T68" fmla="*/ 2147483647 w 61"/>
                  <a:gd name="T69" fmla="*/ 2147483647 h 126"/>
                  <a:gd name="T70" fmla="*/ 2147483647 w 61"/>
                  <a:gd name="T71" fmla="*/ 2147483647 h 126"/>
                  <a:gd name="T72" fmla="*/ 2147483647 w 61"/>
                  <a:gd name="T73" fmla="*/ 2147483647 h 126"/>
                  <a:gd name="T74" fmla="*/ 2147483647 w 61"/>
                  <a:gd name="T75" fmla="*/ 2147483647 h 126"/>
                  <a:gd name="T76" fmla="*/ 2147483647 w 61"/>
                  <a:gd name="T77" fmla="*/ 2147483647 h 126"/>
                  <a:gd name="T78" fmla="*/ 2147483647 w 61"/>
                  <a:gd name="T79" fmla="*/ 2147483647 h 126"/>
                  <a:gd name="T80" fmla="*/ 2147483647 w 61"/>
                  <a:gd name="T81" fmla="*/ 2147483647 h 126"/>
                  <a:gd name="T82" fmla="*/ 2147483647 w 61"/>
                  <a:gd name="T83" fmla="*/ 2147483647 h 126"/>
                  <a:gd name="T84" fmla="*/ 2147483647 w 61"/>
                  <a:gd name="T85" fmla="*/ 2147483647 h 126"/>
                  <a:gd name="T86" fmla="*/ 2147483647 w 61"/>
                  <a:gd name="T87" fmla="*/ 2147483647 h 126"/>
                  <a:gd name="T88" fmla="*/ 2147483647 w 61"/>
                  <a:gd name="T89" fmla="*/ 2147483647 h 126"/>
                  <a:gd name="T90" fmla="*/ 2147483647 w 61"/>
                  <a:gd name="T91" fmla="*/ 2147483647 h 126"/>
                  <a:gd name="T92" fmla="*/ 2147483647 w 61"/>
                  <a:gd name="T93" fmla="*/ 2147483647 h 126"/>
                  <a:gd name="T94" fmla="*/ 2147483647 w 61"/>
                  <a:gd name="T95" fmla="*/ 2147483647 h 126"/>
                  <a:gd name="T96" fmla="*/ 2147483647 w 61"/>
                  <a:gd name="T97" fmla="*/ 2147483647 h 126"/>
                  <a:gd name="T98" fmla="*/ 2147483647 w 61"/>
                  <a:gd name="T99" fmla="*/ 2147483647 h 126"/>
                  <a:gd name="T100" fmla="*/ 2147483647 w 61"/>
                  <a:gd name="T101" fmla="*/ 2147483647 h 126"/>
                  <a:gd name="T102" fmla="*/ 2147483647 w 61"/>
                  <a:gd name="T103" fmla="*/ 2147483647 h 126"/>
                  <a:gd name="T104" fmla="*/ 2147483647 w 61"/>
                  <a:gd name="T105" fmla="*/ 2147483647 h 126"/>
                  <a:gd name="T106" fmla="*/ 2147483647 w 61"/>
                  <a:gd name="T107" fmla="*/ 2147483647 h 126"/>
                  <a:gd name="T108" fmla="*/ 2147483647 w 61"/>
                  <a:gd name="T109" fmla="*/ 2147483647 h 126"/>
                  <a:gd name="T110" fmla="*/ 2147483647 w 61"/>
                  <a:gd name="T111" fmla="*/ 2147483647 h 126"/>
                  <a:gd name="T112" fmla="*/ 2147483647 w 61"/>
                  <a:gd name="T113" fmla="*/ 2147483647 h 126"/>
                  <a:gd name="T114" fmla="*/ 2147483647 w 61"/>
                  <a:gd name="T115" fmla="*/ 2147483647 h 126"/>
                  <a:gd name="T116" fmla="*/ 2147483647 w 61"/>
                  <a:gd name="T117" fmla="*/ 2147483647 h 126"/>
                  <a:gd name="T118" fmla="*/ 2147483647 w 61"/>
                  <a:gd name="T119" fmla="*/ 2147483647 h 126"/>
                  <a:gd name="T120" fmla="*/ 2147483647 w 61"/>
                  <a:gd name="T121" fmla="*/ 2147483647 h 12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61" h="126">
                    <a:moveTo>
                      <a:pt x="61" y="38"/>
                    </a:moveTo>
                    <a:lnTo>
                      <a:pt x="60" y="43"/>
                    </a:lnTo>
                    <a:lnTo>
                      <a:pt x="60" y="44"/>
                    </a:lnTo>
                    <a:lnTo>
                      <a:pt x="60" y="45"/>
                    </a:lnTo>
                    <a:lnTo>
                      <a:pt x="59" y="50"/>
                    </a:lnTo>
                    <a:lnTo>
                      <a:pt x="58" y="51"/>
                    </a:lnTo>
                    <a:lnTo>
                      <a:pt x="56" y="55"/>
                    </a:lnTo>
                    <a:lnTo>
                      <a:pt x="54" y="59"/>
                    </a:lnTo>
                    <a:lnTo>
                      <a:pt x="53" y="63"/>
                    </a:lnTo>
                    <a:lnTo>
                      <a:pt x="52" y="63"/>
                    </a:lnTo>
                    <a:lnTo>
                      <a:pt x="51" y="64"/>
                    </a:lnTo>
                    <a:lnTo>
                      <a:pt x="50" y="67"/>
                    </a:lnTo>
                    <a:lnTo>
                      <a:pt x="50" y="69"/>
                    </a:lnTo>
                    <a:lnTo>
                      <a:pt x="50" y="71"/>
                    </a:lnTo>
                    <a:lnTo>
                      <a:pt x="49" y="71"/>
                    </a:lnTo>
                    <a:lnTo>
                      <a:pt x="48" y="73"/>
                    </a:lnTo>
                    <a:lnTo>
                      <a:pt x="49" y="75"/>
                    </a:lnTo>
                    <a:lnTo>
                      <a:pt x="50" y="75"/>
                    </a:lnTo>
                    <a:lnTo>
                      <a:pt x="50" y="77"/>
                    </a:lnTo>
                    <a:lnTo>
                      <a:pt x="49" y="84"/>
                    </a:lnTo>
                    <a:lnTo>
                      <a:pt x="49" y="85"/>
                    </a:lnTo>
                    <a:lnTo>
                      <a:pt x="49" y="86"/>
                    </a:lnTo>
                    <a:lnTo>
                      <a:pt x="49" y="87"/>
                    </a:lnTo>
                    <a:lnTo>
                      <a:pt x="49" y="93"/>
                    </a:lnTo>
                    <a:lnTo>
                      <a:pt x="49" y="94"/>
                    </a:lnTo>
                    <a:lnTo>
                      <a:pt x="51" y="103"/>
                    </a:lnTo>
                    <a:lnTo>
                      <a:pt x="51" y="104"/>
                    </a:lnTo>
                    <a:lnTo>
                      <a:pt x="51" y="105"/>
                    </a:lnTo>
                    <a:lnTo>
                      <a:pt x="51" y="106"/>
                    </a:lnTo>
                    <a:lnTo>
                      <a:pt x="52" y="106"/>
                    </a:lnTo>
                    <a:lnTo>
                      <a:pt x="52" y="107"/>
                    </a:lnTo>
                    <a:lnTo>
                      <a:pt x="52" y="108"/>
                    </a:lnTo>
                    <a:lnTo>
                      <a:pt x="52" y="110"/>
                    </a:lnTo>
                    <a:lnTo>
                      <a:pt x="51" y="110"/>
                    </a:lnTo>
                    <a:lnTo>
                      <a:pt x="51" y="111"/>
                    </a:lnTo>
                    <a:lnTo>
                      <a:pt x="51" y="112"/>
                    </a:lnTo>
                    <a:lnTo>
                      <a:pt x="51" y="113"/>
                    </a:lnTo>
                    <a:lnTo>
                      <a:pt x="51" y="114"/>
                    </a:lnTo>
                    <a:lnTo>
                      <a:pt x="50" y="114"/>
                    </a:lnTo>
                    <a:lnTo>
                      <a:pt x="49" y="115"/>
                    </a:lnTo>
                    <a:lnTo>
                      <a:pt x="49" y="116"/>
                    </a:lnTo>
                    <a:lnTo>
                      <a:pt x="49" y="117"/>
                    </a:lnTo>
                    <a:lnTo>
                      <a:pt x="48" y="118"/>
                    </a:lnTo>
                    <a:lnTo>
                      <a:pt x="49" y="120"/>
                    </a:lnTo>
                    <a:lnTo>
                      <a:pt x="50" y="120"/>
                    </a:lnTo>
                    <a:lnTo>
                      <a:pt x="50" y="119"/>
                    </a:lnTo>
                    <a:lnTo>
                      <a:pt x="50" y="121"/>
                    </a:lnTo>
                    <a:lnTo>
                      <a:pt x="50" y="122"/>
                    </a:lnTo>
                    <a:lnTo>
                      <a:pt x="51" y="123"/>
                    </a:lnTo>
                    <a:lnTo>
                      <a:pt x="51" y="124"/>
                    </a:lnTo>
                    <a:lnTo>
                      <a:pt x="51" y="125"/>
                    </a:lnTo>
                    <a:lnTo>
                      <a:pt x="52" y="125"/>
                    </a:lnTo>
                    <a:lnTo>
                      <a:pt x="50" y="126"/>
                    </a:lnTo>
                    <a:lnTo>
                      <a:pt x="49" y="125"/>
                    </a:lnTo>
                    <a:lnTo>
                      <a:pt x="48" y="123"/>
                    </a:lnTo>
                    <a:lnTo>
                      <a:pt x="47" y="122"/>
                    </a:lnTo>
                    <a:lnTo>
                      <a:pt x="46" y="122"/>
                    </a:lnTo>
                    <a:lnTo>
                      <a:pt x="46" y="121"/>
                    </a:lnTo>
                    <a:lnTo>
                      <a:pt x="45" y="121"/>
                    </a:lnTo>
                    <a:lnTo>
                      <a:pt x="44" y="120"/>
                    </a:lnTo>
                    <a:lnTo>
                      <a:pt x="43" y="121"/>
                    </a:lnTo>
                    <a:lnTo>
                      <a:pt x="43" y="122"/>
                    </a:lnTo>
                    <a:lnTo>
                      <a:pt x="42" y="122"/>
                    </a:lnTo>
                    <a:lnTo>
                      <a:pt x="41" y="121"/>
                    </a:lnTo>
                    <a:lnTo>
                      <a:pt x="40" y="121"/>
                    </a:lnTo>
                    <a:lnTo>
                      <a:pt x="40" y="122"/>
                    </a:lnTo>
                    <a:lnTo>
                      <a:pt x="40" y="121"/>
                    </a:lnTo>
                    <a:lnTo>
                      <a:pt x="39" y="122"/>
                    </a:lnTo>
                    <a:lnTo>
                      <a:pt x="39" y="121"/>
                    </a:lnTo>
                    <a:lnTo>
                      <a:pt x="38" y="121"/>
                    </a:lnTo>
                    <a:lnTo>
                      <a:pt x="38" y="122"/>
                    </a:lnTo>
                    <a:lnTo>
                      <a:pt x="37" y="122"/>
                    </a:lnTo>
                    <a:lnTo>
                      <a:pt x="30" y="122"/>
                    </a:lnTo>
                    <a:lnTo>
                      <a:pt x="27" y="122"/>
                    </a:lnTo>
                    <a:lnTo>
                      <a:pt x="24" y="121"/>
                    </a:lnTo>
                    <a:lnTo>
                      <a:pt x="23" y="122"/>
                    </a:lnTo>
                    <a:lnTo>
                      <a:pt x="21" y="121"/>
                    </a:lnTo>
                    <a:lnTo>
                      <a:pt x="20" y="121"/>
                    </a:lnTo>
                    <a:lnTo>
                      <a:pt x="19" y="121"/>
                    </a:lnTo>
                    <a:lnTo>
                      <a:pt x="18" y="120"/>
                    </a:lnTo>
                    <a:lnTo>
                      <a:pt x="18" y="118"/>
                    </a:lnTo>
                    <a:lnTo>
                      <a:pt x="17" y="116"/>
                    </a:lnTo>
                    <a:lnTo>
                      <a:pt x="14" y="115"/>
                    </a:lnTo>
                    <a:lnTo>
                      <a:pt x="13" y="114"/>
                    </a:lnTo>
                    <a:lnTo>
                      <a:pt x="13" y="115"/>
                    </a:lnTo>
                    <a:lnTo>
                      <a:pt x="13" y="116"/>
                    </a:lnTo>
                    <a:lnTo>
                      <a:pt x="13" y="117"/>
                    </a:lnTo>
                    <a:lnTo>
                      <a:pt x="6" y="114"/>
                    </a:lnTo>
                    <a:lnTo>
                      <a:pt x="3" y="113"/>
                    </a:lnTo>
                    <a:lnTo>
                      <a:pt x="2" y="112"/>
                    </a:lnTo>
                    <a:lnTo>
                      <a:pt x="3" y="109"/>
                    </a:lnTo>
                    <a:lnTo>
                      <a:pt x="4" y="109"/>
                    </a:lnTo>
                    <a:lnTo>
                      <a:pt x="5" y="106"/>
                    </a:lnTo>
                    <a:lnTo>
                      <a:pt x="3" y="105"/>
                    </a:lnTo>
                    <a:lnTo>
                      <a:pt x="3" y="104"/>
                    </a:lnTo>
                    <a:lnTo>
                      <a:pt x="1" y="104"/>
                    </a:lnTo>
                    <a:lnTo>
                      <a:pt x="0" y="103"/>
                    </a:lnTo>
                    <a:lnTo>
                      <a:pt x="1" y="101"/>
                    </a:lnTo>
                    <a:lnTo>
                      <a:pt x="1" y="100"/>
                    </a:lnTo>
                    <a:lnTo>
                      <a:pt x="0" y="100"/>
                    </a:lnTo>
                    <a:lnTo>
                      <a:pt x="1" y="99"/>
                    </a:lnTo>
                    <a:lnTo>
                      <a:pt x="2" y="98"/>
                    </a:lnTo>
                    <a:lnTo>
                      <a:pt x="3" y="99"/>
                    </a:lnTo>
                    <a:lnTo>
                      <a:pt x="4" y="99"/>
                    </a:lnTo>
                    <a:lnTo>
                      <a:pt x="4" y="93"/>
                    </a:lnTo>
                    <a:lnTo>
                      <a:pt x="5" y="91"/>
                    </a:lnTo>
                    <a:lnTo>
                      <a:pt x="6" y="90"/>
                    </a:lnTo>
                    <a:lnTo>
                      <a:pt x="7" y="90"/>
                    </a:lnTo>
                    <a:lnTo>
                      <a:pt x="8" y="90"/>
                    </a:lnTo>
                    <a:lnTo>
                      <a:pt x="10" y="90"/>
                    </a:lnTo>
                    <a:lnTo>
                      <a:pt x="11" y="89"/>
                    </a:lnTo>
                    <a:lnTo>
                      <a:pt x="14" y="89"/>
                    </a:lnTo>
                    <a:lnTo>
                      <a:pt x="14" y="86"/>
                    </a:lnTo>
                    <a:lnTo>
                      <a:pt x="13" y="85"/>
                    </a:lnTo>
                    <a:lnTo>
                      <a:pt x="12" y="84"/>
                    </a:lnTo>
                    <a:lnTo>
                      <a:pt x="11" y="83"/>
                    </a:lnTo>
                    <a:lnTo>
                      <a:pt x="11" y="81"/>
                    </a:lnTo>
                    <a:lnTo>
                      <a:pt x="10" y="79"/>
                    </a:lnTo>
                    <a:lnTo>
                      <a:pt x="11" y="77"/>
                    </a:lnTo>
                    <a:lnTo>
                      <a:pt x="12" y="76"/>
                    </a:lnTo>
                    <a:lnTo>
                      <a:pt x="11" y="75"/>
                    </a:lnTo>
                    <a:lnTo>
                      <a:pt x="11" y="73"/>
                    </a:lnTo>
                    <a:lnTo>
                      <a:pt x="9" y="73"/>
                    </a:lnTo>
                    <a:lnTo>
                      <a:pt x="9" y="72"/>
                    </a:lnTo>
                    <a:lnTo>
                      <a:pt x="9" y="71"/>
                    </a:lnTo>
                    <a:lnTo>
                      <a:pt x="11" y="70"/>
                    </a:lnTo>
                    <a:lnTo>
                      <a:pt x="12" y="70"/>
                    </a:lnTo>
                    <a:lnTo>
                      <a:pt x="12" y="71"/>
                    </a:lnTo>
                    <a:lnTo>
                      <a:pt x="12" y="70"/>
                    </a:lnTo>
                    <a:lnTo>
                      <a:pt x="13" y="70"/>
                    </a:lnTo>
                    <a:lnTo>
                      <a:pt x="13" y="69"/>
                    </a:lnTo>
                    <a:lnTo>
                      <a:pt x="14" y="68"/>
                    </a:lnTo>
                    <a:lnTo>
                      <a:pt x="15" y="68"/>
                    </a:lnTo>
                    <a:lnTo>
                      <a:pt x="16" y="67"/>
                    </a:lnTo>
                    <a:lnTo>
                      <a:pt x="17" y="67"/>
                    </a:lnTo>
                    <a:lnTo>
                      <a:pt x="18" y="66"/>
                    </a:lnTo>
                    <a:lnTo>
                      <a:pt x="19" y="66"/>
                    </a:lnTo>
                    <a:lnTo>
                      <a:pt x="20" y="66"/>
                    </a:lnTo>
                    <a:lnTo>
                      <a:pt x="19" y="66"/>
                    </a:lnTo>
                    <a:lnTo>
                      <a:pt x="19" y="64"/>
                    </a:lnTo>
                    <a:lnTo>
                      <a:pt x="20" y="64"/>
                    </a:lnTo>
                    <a:lnTo>
                      <a:pt x="20" y="63"/>
                    </a:lnTo>
                    <a:lnTo>
                      <a:pt x="20" y="62"/>
                    </a:lnTo>
                    <a:lnTo>
                      <a:pt x="21" y="61"/>
                    </a:lnTo>
                    <a:lnTo>
                      <a:pt x="21" y="60"/>
                    </a:lnTo>
                    <a:lnTo>
                      <a:pt x="22" y="60"/>
                    </a:lnTo>
                    <a:lnTo>
                      <a:pt x="23" y="61"/>
                    </a:lnTo>
                    <a:lnTo>
                      <a:pt x="24" y="60"/>
                    </a:lnTo>
                    <a:lnTo>
                      <a:pt x="25" y="60"/>
                    </a:lnTo>
                    <a:lnTo>
                      <a:pt x="30" y="55"/>
                    </a:lnTo>
                    <a:lnTo>
                      <a:pt x="35" y="52"/>
                    </a:lnTo>
                    <a:lnTo>
                      <a:pt x="35" y="50"/>
                    </a:lnTo>
                    <a:lnTo>
                      <a:pt x="32" y="50"/>
                    </a:lnTo>
                    <a:lnTo>
                      <a:pt x="31" y="48"/>
                    </a:lnTo>
                    <a:lnTo>
                      <a:pt x="31" y="47"/>
                    </a:lnTo>
                    <a:lnTo>
                      <a:pt x="31" y="40"/>
                    </a:lnTo>
                    <a:lnTo>
                      <a:pt x="31" y="38"/>
                    </a:lnTo>
                    <a:lnTo>
                      <a:pt x="30" y="38"/>
                    </a:lnTo>
                    <a:lnTo>
                      <a:pt x="28" y="38"/>
                    </a:lnTo>
                    <a:lnTo>
                      <a:pt x="27" y="38"/>
                    </a:lnTo>
                    <a:lnTo>
                      <a:pt x="26" y="38"/>
                    </a:lnTo>
                    <a:lnTo>
                      <a:pt x="25" y="39"/>
                    </a:lnTo>
                    <a:lnTo>
                      <a:pt x="23" y="37"/>
                    </a:lnTo>
                    <a:lnTo>
                      <a:pt x="22" y="37"/>
                    </a:lnTo>
                    <a:lnTo>
                      <a:pt x="20" y="37"/>
                    </a:lnTo>
                    <a:lnTo>
                      <a:pt x="19" y="34"/>
                    </a:lnTo>
                    <a:lnTo>
                      <a:pt x="17" y="32"/>
                    </a:lnTo>
                    <a:lnTo>
                      <a:pt x="16" y="31"/>
                    </a:lnTo>
                    <a:lnTo>
                      <a:pt x="15" y="31"/>
                    </a:lnTo>
                    <a:lnTo>
                      <a:pt x="15" y="29"/>
                    </a:lnTo>
                    <a:lnTo>
                      <a:pt x="15" y="27"/>
                    </a:lnTo>
                    <a:lnTo>
                      <a:pt x="14" y="26"/>
                    </a:lnTo>
                    <a:lnTo>
                      <a:pt x="14" y="24"/>
                    </a:lnTo>
                    <a:lnTo>
                      <a:pt x="11" y="23"/>
                    </a:lnTo>
                    <a:lnTo>
                      <a:pt x="10" y="23"/>
                    </a:lnTo>
                    <a:lnTo>
                      <a:pt x="10" y="21"/>
                    </a:lnTo>
                    <a:lnTo>
                      <a:pt x="11" y="19"/>
                    </a:lnTo>
                    <a:lnTo>
                      <a:pt x="10" y="19"/>
                    </a:lnTo>
                    <a:lnTo>
                      <a:pt x="10" y="18"/>
                    </a:lnTo>
                    <a:lnTo>
                      <a:pt x="8" y="17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3"/>
                    </a:lnTo>
                    <a:lnTo>
                      <a:pt x="8" y="10"/>
                    </a:lnTo>
                    <a:lnTo>
                      <a:pt x="7" y="6"/>
                    </a:lnTo>
                    <a:lnTo>
                      <a:pt x="6" y="5"/>
                    </a:lnTo>
                    <a:lnTo>
                      <a:pt x="5" y="3"/>
                    </a:lnTo>
                    <a:lnTo>
                      <a:pt x="8" y="0"/>
                    </a:lnTo>
                    <a:lnTo>
                      <a:pt x="10" y="2"/>
                    </a:lnTo>
                    <a:lnTo>
                      <a:pt x="13" y="5"/>
                    </a:lnTo>
                    <a:lnTo>
                      <a:pt x="14" y="10"/>
                    </a:lnTo>
                    <a:lnTo>
                      <a:pt x="15" y="16"/>
                    </a:lnTo>
                    <a:lnTo>
                      <a:pt x="18" y="20"/>
                    </a:lnTo>
                    <a:lnTo>
                      <a:pt x="20" y="26"/>
                    </a:lnTo>
                    <a:lnTo>
                      <a:pt x="23" y="30"/>
                    </a:lnTo>
                    <a:lnTo>
                      <a:pt x="28" y="31"/>
                    </a:lnTo>
                    <a:lnTo>
                      <a:pt x="28" y="32"/>
                    </a:lnTo>
                    <a:lnTo>
                      <a:pt x="30" y="33"/>
                    </a:lnTo>
                    <a:lnTo>
                      <a:pt x="32" y="33"/>
                    </a:lnTo>
                    <a:lnTo>
                      <a:pt x="37" y="36"/>
                    </a:lnTo>
                    <a:lnTo>
                      <a:pt x="38" y="36"/>
                    </a:lnTo>
                    <a:lnTo>
                      <a:pt x="38" y="37"/>
                    </a:lnTo>
                    <a:lnTo>
                      <a:pt x="46" y="37"/>
                    </a:lnTo>
                    <a:lnTo>
                      <a:pt x="51" y="39"/>
                    </a:lnTo>
                    <a:lnTo>
                      <a:pt x="54" y="41"/>
                    </a:lnTo>
                    <a:lnTo>
                      <a:pt x="56" y="41"/>
                    </a:lnTo>
                    <a:lnTo>
                      <a:pt x="61" y="3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3" name="Freeform 10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1392988" y="1739598"/>
                <a:ext cx="949941" cy="1161671"/>
              </a:xfrm>
              <a:custGeom>
                <a:avLst/>
                <a:gdLst>
                  <a:gd name="T0" fmla="*/ 2147483647 w 124"/>
                  <a:gd name="T1" fmla="*/ 2147483647 h 150"/>
                  <a:gd name="T2" fmla="*/ 2147483647 w 124"/>
                  <a:gd name="T3" fmla="*/ 2147483647 h 150"/>
                  <a:gd name="T4" fmla="*/ 2147483647 w 124"/>
                  <a:gd name="T5" fmla="*/ 2147483647 h 150"/>
                  <a:gd name="T6" fmla="*/ 2147483647 w 124"/>
                  <a:gd name="T7" fmla="*/ 2147483647 h 150"/>
                  <a:gd name="T8" fmla="*/ 2147483647 w 124"/>
                  <a:gd name="T9" fmla="*/ 2147483647 h 150"/>
                  <a:gd name="T10" fmla="*/ 2147483647 w 124"/>
                  <a:gd name="T11" fmla="*/ 2147483647 h 150"/>
                  <a:gd name="T12" fmla="*/ 2147483647 w 124"/>
                  <a:gd name="T13" fmla="*/ 2147483647 h 150"/>
                  <a:gd name="T14" fmla="*/ 2147483647 w 124"/>
                  <a:gd name="T15" fmla="*/ 2147483647 h 150"/>
                  <a:gd name="T16" fmla="*/ 2147483647 w 124"/>
                  <a:gd name="T17" fmla="*/ 2147483647 h 150"/>
                  <a:gd name="T18" fmla="*/ 2147483647 w 124"/>
                  <a:gd name="T19" fmla="*/ 2147483647 h 150"/>
                  <a:gd name="T20" fmla="*/ 2147483647 w 124"/>
                  <a:gd name="T21" fmla="*/ 2147483647 h 150"/>
                  <a:gd name="T22" fmla="*/ 2147483647 w 124"/>
                  <a:gd name="T23" fmla="*/ 2147483647 h 150"/>
                  <a:gd name="T24" fmla="*/ 2147483647 w 124"/>
                  <a:gd name="T25" fmla="*/ 2147483647 h 150"/>
                  <a:gd name="T26" fmla="*/ 2147483647 w 124"/>
                  <a:gd name="T27" fmla="*/ 2147483647 h 150"/>
                  <a:gd name="T28" fmla="*/ 2147483647 w 124"/>
                  <a:gd name="T29" fmla="*/ 2147483647 h 150"/>
                  <a:gd name="T30" fmla="*/ 2147483647 w 124"/>
                  <a:gd name="T31" fmla="*/ 2147483647 h 150"/>
                  <a:gd name="T32" fmla="*/ 2147483647 w 124"/>
                  <a:gd name="T33" fmla="*/ 2147483647 h 150"/>
                  <a:gd name="T34" fmla="*/ 2147483647 w 124"/>
                  <a:gd name="T35" fmla="*/ 2147483647 h 150"/>
                  <a:gd name="T36" fmla="*/ 2147483647 w 124"/>
                  <a:gd name="T37" fmla="*/ 2147483647 h 150"/>
                  <a:gd name="T38" fmla="*/ 2147483647 w 124"/>
                  <a:gd name="T39" fmla="*/ 2147483647 h 150"/>
                  <a:gd name="T40" fmla="*/ 2147483647 w 124"/>
                  <a:gd name="T41" fmla="*/ 2147483647 h 150"/>
                  <a:gd name="T42" fmla="*/ 2147483647 w 124"/>
                  <a:gd name="T43" fmla="*/ 2147483647 h 150"/>
                  <a:gd name="T44" fmla="*/ 2147483647 w 124"/>
                  <a:gd name="T45" fmla="*/ 2147483647 h 150"/>
                  <a:gd name="T46" fmla="*/ 2147483647 w 124"/>
                  <a:gd name="T47" fmla="*/ 2147483647 h 150"/>
                  <a:gd name="T48" fmla="*/ 2147483647 w 124"/>
                  <a:gd name="T49" fmla="*/ 2147483647 h 150"/>
                  <a:gd name="T50" fmla="*/ 2147483647 w 124"/>
                  <a:gd name="T51" fmla="*/ 2147483647 h 150"/>
                  <a:gd name="T52" fmla="*/ 2147483647 w 124"/>
                  <a:gd name="T53" fmla="*/ 2147483647 h 150"/>
                  <a:gd name="T54" fmla="*/ 2147483647 w 124"/>
                  <a:gd name="T55" fmla="*/ 2147483647 h 150"/>
                  <a:gd name="T56" fmla="*/ 2147483647 w 124"/>
                  <a:gd name="T57" fmla="*/ 2147483647 h 150"/>
                  <a:gd name="T58" fmla="*/ 2147483647 w 124"/>
                  <a:gd name="T59" fmla="*/ 2147483647 h 150"/>
                  <a:gd name="T60" fmla="*/ 2147483647 w 124"/>
                  <a:gd name="T61" fmla="*/ 2147483647 h 150"/>
                  <a:gd name="T62" fmla="*/ 2147483647 w 124"/>
                  <a:gd name="T63" fmla="*/ 2147483647 h 150"/>
                  <a:gd name="T64" fmla="*/ 2147483647 w 124"/>
                  <a:gd name="T65" fmla="*/ 2147483647 h 150"/>
                  <a:gd name="T66" fmla="*/ 2147483647 w 124"/>
                  <a:gd name="T67" fmla="*/ 2147483647 h 150"/>
                  <a:gd name="T68" fmla="*/ 2147483647 w 124"/>
                  <a:gd name="T69" fmla="*/ 2147483647 h 150"/>
                  <a:gd name="T70" fmla="*/ 2147483647 w 124"/>
                  <a:gd name="T71" fmla="*/ 2147483647 h 150"/>
                  <a:gd name="T72" fmla="*/ 2147483647 w 124"/>
                  <a:gd name="T73" fmla="*/ 2147483647 h 150"/>
                  <a:gd name="T74" fmla="*/ 2147483647 w 124"/>
                  <a:gd name="T75" fmla="*/ 2147483647 h 150"/>
                  <a:gd name="T76" fmla="*/ 2147483647 w 124"/>
                  <a:gd name="T77" fmla="*/ 2147483647 h 150"/>
                  <a:gd name="T78" fmla="*/ 2147483647 w 124"/>
                  <a:gd name="T79" fmla="*/ 2147483647 h 150"/>
                  <a:gd name="T80" fmla="*/ 2147483647 w 124"/>
                  <a:gd name="T81" fmla="*/ 2147483647 h 150"/>
                  <a:gd name="T82" fmla="*/ 2147483647 w 124"/>
                  <a:gd name="T83" fmla="*/ 2147483647 h 150"/>
                  <a:gd name="T84" fmla="*/ 2147483647 w 124"/>
                  <a:gd name="T85" fmla="*/ 2147483647 h 150"/>
                  <a:gd name="T86" fmla="*/ 2147483647 w 124"/>
                  <a:gd name="T87" fmla="*/ 2147483647 h 150"/>
                  <a:gd name="T88" fmla="*/ 2147483647 w 124"/>
                  <a:gd name="T89" fmla="*/ 2147483647 h 150"/>
                  <a:gd name="T90" fmla="*/ 2147483647 w 124"/>
                  <a:gd name="T91" fmla="*/ 2147483647 h 150"/>
                  <a:gd name="T92" fmla="*/ 2147483647 w 124"/>
                  <a:gd name="T93" fmla="*/ 2147483647 h 150"/>
                  <a:gd name="T94" fmla="*/ 2147483647 w 124"/>
                  <a:gd name="T95" fmla="*/ 2147483647 h 150"/>
                  <a:gd name="T96" fmla="*/ 2147483647 w 124"/>
                  <a:gd name="T97" fmla="*/ 2147483647 h 150"/>
                  <a:gd name="T98" fmla="*/ 2147483647 w 124"/>
                  <a:gd name="T99" fmla="*/ 2147483647 h 150"/>
                  <a:gd name="T100" fmla="*/ 2147483647 w 124"/>
                  <a:gd name="T101" fmla="*/ 2147483647 h 150"/>
                  <a:gd name="T102" fmla="*/ 2147483647 w 124"/>
                  <a:gd name="T103" fmla="*/ 2147483647 h 150"/>
                  <a:gd name="T104" fmla="*/ 2147483647 w 124"/>
                  <a:gd name="T105" fmla="*/ 2147483647 h 150"/>
                  <a:gd name="T106" fmla="*/ 2147483647 w 124"/>
                  <a:gd name="T107" fmla="*/ 2147483647 h 150"/>
                  <a:gd name="T108" fmla="*/ 2147483647 w 124"/>
                  <a:gd name="T109" fmla="*/ 2147483647 h 150"/>
                  <a:gd name="T110" fmla="*/ 2147483647 w 124"/>
                  <a:gd name="T111" fmla="*/ 2147483647 h 150"/>
                  <a:gd name="T112" fmla="*/ 2147483647 w 124"/>
                  <a:gd name="T113" fmla="*/ 2147483647 h 150"/>
                  <a:gd name="T114" fmla="*/ 2147483647 w 124"/>
                  <a:gd name="T115" fmla="*/ 2147483647 h 150"/>
                  <a:gd name="T116" fmla="*/ 2147483647 w 124"/>
                  <a:gd name="T117" fmla="*/ 2147483647 h 150"/>
                  <a:gd name="T118" fmla="*/ 2147483647 w 124"/>
                  <a:gd name="T119" fmla="*/ 0 h 150"/>
                  <a:gd name="T120" fmla="*/ 2147483647 w 124"/>
                  <a:gd name="T121" fmla="*/ 2147483647 h 15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24" h="150">
                    <a:moveTo>
                      <a:pt x="120" y="36"/>
                    </a:moveTo>
                    <a:lnTo>
                      <a:pt x="118" y="39"/>
                    </a:lnTo>
                    <a:lnTo>
                      <a:pt x="119" y="39"/>
                    </a:lnTo>
                    <a:lnTo>
                      <a:pt x="120" y="42"/>
                    </a:lnTo>
                    <a:lnTo>
                      <a:pt x="121" y="52"/>
                    </a:lnTo>
                    <a:lnTo>
                      <a:pt x="123" y="57"/>
                    </a:lnTo>
                    <a:lnTo>
                      <a:pt x="124" y="64"/>
                    </a:lnTo>
                    <a:lnTo>
                      <a:pt x="122" y="80"/>
                    </a:lnTo>
                    <a:lnTo>
                      <a:pt x="121" y="80"/>
                    </a:lnTo>
                    <a:lnTo>
                      <a:pt x="121" y="83"/>
                    </a:lnTo>
                    <a:lnTo>
                      <a:pt x="122" y="88"/>
                    </a:lnTo>
                    <a:lnTo>
                      <a:pt x="122" y="92"/>
                    </a:lnTo>
                    <a:lnTo>
                      <a:pt x="122" y="95"/>
                    </a:lnTo>
                    <a:lnTo>
                      <a:pt x="121" y="97"/>
                    </a:lnTo>
                    <a:lnTo>
                      <a:pt x="122" y="99"/>
                    </a:lnTo>
                    <a:lnTo>
                      <a:pt x="122" y="101"/>
                    </a:lnTo>
                    <a:lnTo>
                      <a:pt x="122" y="103"/>
                    </a:lnTo>
                    <a:lnTo>
                      <a:pt x="122" y="104"/>
                    </a:lnTo>
                    <a:lnTo>
                      <a:pt x="122" y="105"/>
                    </a:lnTo>
                    <a:lnTo>
                      <a:pt x="120" y="106"/>
                    </a:lnTo>
                    <a:lnTo>
                      <a:pt x="118" y="105"/>
                    </a:lnTo>
                    <a:lnTo>
                      <a:pt x="117" y="105"/>
                    </a:lnTo>
                    <a:lnTo>
                      <a:pt x="114" y="105"/>
                    </a:lnTo>
                    <a:lnTo>
                      <a:pt x="113" y="105"/>
                    </a:lnTo>
                    <a:lnTo>
                      <a:pt x="113" y="104"/>
                    </a:lnTo>
                    <a:lnTo>
                      <a:pt x="112" y="104"/>
                    </a:lnTo>
                    <a:lnTo>
                      <a:pt x="112" y="105"/>
                    </a:lnTo>
                    <a:lnTo>
                      <a:pt x="111" y="105"/>
                    </a:lnTo>
                    <a:lnTo>
                      <a:pt x="110" y="106"/>
                    </a:lnTo>
                    <a:lnTo>
                      <a:pt x="110" y="107"/>
                    </a:lnTo>
                    <a:lnTo>
                      <a:pt x="110" y="108"/>
                    </a:lnTo>
                    <a:lnTo>
                      <a:pt x="111" y="110"/>
                    </a:lnTo>
                    <a:lnTo>
                      <a:pt x="112" y="111"/>
                    </a:lnTo>
                    <a:lnTo>
                      <a:pt x="113" y="111"/>
                    </a:lnTo>
                    <a:lnTo>
                      <a:pt x="113" y="112"/>
                    </a:lnTo>
                    <a:lnTo>
                      <a:pt x="114" y="113"/>
                    </a:lnTo>
                    <a:lnTo>
                      <a:pt x="115" y="116"/>
                    </a:lnTo>
                    <a:lnTo>
                      <a:pt x="117" y="119"/>
                    </a:lnTo>
                    <a:lnTo>
                      <a:pt x="117" y="120"/>
                    </a:lnTo>
                    <a:lnTo>
                      <a:pt x="117" y="121"/>
                    </a:lnTo>
                    <a:lnTo>
                      <a:pt x="119" y="122"/>
                    </a:lnTo>
                    <a:lnTo>
                      <a:pt x="119" y="124"/>
                    </a:lnTo>
                    <a:lnTo>
                      <a:pt x="120" y="126"/>
                    </a:lnTo>
                    <a:lnTo>
                      <a:pt x="119" y="127"/>
                    </a:lnTo>
                    <a:lnTo>
                      <a:pt x="118" y="128"/>
                    </a:lnTo>
                    <a:lnTo>
                      <a:pt x="118" y="129"/>
                    </a:lnTo>
                    <a:lnTo>
                      <a:pt x="118" y="131"/>
                    </a:lnTo>
                    <a:lnTo>
                      <a:pt x="119" y="132"/>
                    </a:lnTo>
                    <a:lnTo>
                      <a:pt x="120" y="133"/>
                    </a:lnTo>
                    <a:lnTo>
                      <a:pt x="121" y="134"/>
                    </a:lnTo>
                    <a:lnTo>
                      <a:pt x="121" y="136"/>
                    </a:lnTo>
                    <a:lnTo>
                      <a:pt x="122" y="138"/>
                    </a:lnTo>
                    <a:lnTo>
                      <a:pt x="121" y="138"/>
                    </a:lnTo>
                    <a:lnTo>
                      <a:pt x="119" y="141"/>
                    </a:lnTo>
                    <a:lnTo>
                      <a:pt x="116" y="144"/>
                    </a:lnTo>
                    <a:lnTo>
                      <a:pt x="110" y="148"/>
                    </a:lnTo>
                    <a:lnTo>
                      <a:pt x="107" y="150"/>
                    </a:lnTo>
                    <a:lnTo>
                      <a:pt x="106" y="148"/>
                    </a:lnTo>
                    <a:lnTo>
                      <a:pt x="105" y="148"/>
                    </a:lnTo>
                    <a:lnTo>
                      <a:pt x="105" y="145"/>
                    </a:lnTo>
                    <a:lnTo>
                      <a:pt x="105" y="143"/>
                    </a:lnTo>
                    <a:lnTo>
                      <a:pt x="104" y="143"/>
                    </a:lnTo>
                    <a:lnTo>
                      <a:pt x="104" y="142"/>
                    </a:lnTo>
                    <a:lnTo>
                      <a:pt x="103" y="142"/>
                    </a:lnTo>
                    <a:lnTo>
                      <a:pt x="102" y="141"/>
                    </a:lnTo>
                    <a:lnTo>
                      <a:pt x="101" y="140"/>
                    </a:lnTo>
                    <a:lnTo>
                      <a:pt x="101" y="141"/>
                    </a:lnTo>
                    <a:lnTo>
                      <a:pt x="100" y="140"/>
                    </a:lnTo>
                    <a:lnTo>
                      <a:pt x="99" y="140"/>
                    </a:lnTo>
                    <a:lnTo>
                      <a:pt x="98" y="140"/>
                    </a:lnTo>
                    <a:lnTo>
                      <a:pt x="97" y="140"/>
                    </a:lnTo>
                    <a:lnTo>
                      <a:pt x="96" y="140"/>
                    </a:lnTo>
                    <a:lnTo>
                      <a:pt x="96" y="139"/>
                    </a:lnTo>
                    <a:lnTo>
                      <a:pt x="95" y="139"/>
                    </a:lnTo>
                    <a:lnTo>
                      <a:pt x="94" y="138"/>
                    </a:lnTo>
                    <a:lnTo>
                      <a:pt x="93" y="135"/>
                    </a:lnTo>
                    <a:lnTo>
                      <a:pt x="92" y="133"/>
                    </a:lnTo>
                    <a:lnTo>
                      <a:pt x="93" y="132"/>
                    </a:lnTo>
                    <a:lnTo>
                      <a:pt x="93" y="131"/>
                    </a:lnTo>
                    <a:lnTo>
                      <a:pt x="92" y="130"/>
                    </a:lnTo>
                    <a:lnTo>
                      <a:pt x="90" y="131"/>
                    </a:lnTo>
                    <a:lnTo>
                      <a:pt x="90" y="130"/>
                    </a:lnTo>
                    <a:lnTo>
                      <a:pt x="89" y="130"/>
                    </a:lnTo>
                    <a:lnTo>
                      <a:pt x="87" y="129"/>
                    </a:lnTo>
                    <a:lnTo>
                      <a:pt x="86" y="129"/>
                    </a:lnTo>
                    <a:lnTo>
                      <a:pt x="85" y="128"/>
                    </a:lnTo>
                    <a:lnTo>
                      <a:pt x="84" y="127"/>
                    </a:lnTo>
                    <a:lnTo>
                      <a:pt x="83" y="126"/>
                    </a:lnTo>
                    <a:lnTo>
                      <a:pt x="82" y="126"/>
                    </a:lnTo>
                    <a:lnTo>
                      <a:pt x="81" y="125"/>
                    </a:lnTo>
                    <a:lnTo>
                      <a:pt x="82" y="125"/>
                    </a:lnTo>
                    <a:lnTo>
                      <a:pt x="82" y="124"/>
                    </a:lnTo>
                    <a:lnTo>
                      <a:pt x="82" y="123"/>
                    </a:lnTo>
                    <a:lnTo>
                      <a:pt x="81" y="124"/>
                    </a:lnTo>
                    <a:lnTo>
                      <a:pt x="81" y="123"/>
                    </a:lnTo>
                    <a:lnTo>
                      <a:pt x="81" y="122"/>
                    </a:lnTo>
                    <a:lnTo>
                      <a:pt x="80" y="122"/>
                    </a:lnTo>
                    <a:lnTo>
                      <a:pt x="80" y="120"/>
                    </a:lnTo>
                    <a:lnTo>
                      <a:pt x="80" y="119"/>
                    </a:lnTo>
                    <a:lnTo>
                      <a:pt x="80" y="118"/>
                    </a:lnTo>
                    <a:lnTo>
                      <a:pt x="80" y="117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80" y="116"/>
                    </a:lnTo>
                    <a:lnTo>
                      <a:pt x="80" y="115"/>
                    </a:lnTo>
                    <a:lnTo>
                      <a:pt x="80" y="114"/>
                    </a:lnTo>
                    <a:lnTo>
                      <a:pt x="80" y="113"/>
                    </a:lnTo>
                    <a:lnTo>
                      <a:pt x="81" y="113"/>
                    </a:lnTo>
                    <a:lnTo>
                      <a:pt x="81" y="112"/>
                    </a:lnTo>
                    <a:lnTo>
                      <a:pt x="80" y="112"/>
                    </a:lnTo>
                    <a:lnTo>
                      <a:pt x="79" y="112"/>
                    </a:lnTo>
                    <a:lnTo>
                      <a:pt x="78" y="111"/>
                    </a:lnTo>
                    <a:lnTo>
                      <a:pt x="77" y="111"/>
                    </a:lnTo>
                    <a:lnTo>
                      <a:pt x="76" y="111"/>
                    </a:lnTo>
                    <a:lnTo>
                      <a:pt x="75" y="111"/>
                    </a:lnTo>
                    <a:lnTo>
                      <a:pt x="75" y="112"/>
                    </a:lnTo>
                    <a:lnTo>
                      <a:pt x="74" y="111"/>
                    </a:lnTo>
                    <a:lnTo>
                      <a:pt x="73" y="111"/>
                    </a:lnTo>
                    <a:lnTo>
                      <a:pt x="74" y="111"/>
                    </a:lnTo>
                    <a:lnTo>
                      <a:pt x="74" y="110"/>
                    </a:lnTo>
                    <a:lnTo>
                      <a:pt x="73" y="110"/>
                    </a:lnTo>
                    <a:lnTo>
                      <a:pt x="72" y="109"/>
                    </a:lnTo>
                    <a:lnTo>
                      <a:pt x="72" y="110"/>
                    </a:lnTo>
                    <a:lnTo>
                      <a:pt x="71" y="110"/>
                    </a:lnTo>
                    <a:lnTo>
                      <a:pt x="71" y="109"/>
                    </a:lnTo>
                    <a:lnTo>
                      <a:pt x="70" y="110"/>
                    </a:lnTo>
                    <a:lnTo>
                      <a:pt x="71" y="109"/>
                    </a:lnTo>
                    <a:lnTo>
                      <a:pt x="70" y="109"/>
                    </a:lnTo>
                    <a:lnTo>
                      <a:pt x="69" y="108"/>
                    </a:lnTo>
                    <a:lnTo>
                      <a:pt x="69" y="107"/>
                    </a:lnTo>
                    <a:lnTo>
                      <a:pt x="68" y="107"/>
                    </a:lnTo>
                    <a:lnTo>
                      <a:pt x="68" y="106"/>
                    </a:lnTo>
                    <a:lnTo>
                      <a:pt x="67" y="106"/>
                    </a:lnTo>
                    <a:lnTo>
                      <a:pt x="67" y="105"/>
                    </a:lnTo>
                    <a:lnTo>
                      <a:pt x="67" y="104"/>
                    </a:lnTo>
                    <a:lnTo>
                      <a:pt x="66" y="103"/>
                    </a:lnTo>
                    <a:lnTo>
                      <a:pt x="66" y="102"/>
                    </a:lnTo>
                    <a:lnTo>
                      <a:pt x="65" y="102"/>
                    </a:lnTo>
                    <a:lnTo>
                      <a:pt x="65" y="101"/>
                    </a:lnTo>
                    <a:lnTo>
                      <a:pt x="64" y="101"/>
                    </a:lnTo>
                    <a:lnTo>
                      <a:pt x="64" y="100"/>
                    </a:lnTo>
                    <a:lnTo>
                      <a:pt x="64" y="99"/>
                    </a:lnTo>
                    <a:lnTo>
                      <a:pt x="63" y="99"/>
                    </a:lnTo>
                    <a:lnTo>
                      <a:pt x="62" y="99"/>
                    </a:lnTo>
                    <a:lnTo>
                      <a:pt x="61" y="98"/>
                    </a:lnTo>
                    <a:lnTo>
                      <a:pt x="60" y="97"/>
                    </a:lnTo>
                    <a:lnTo>
                      <a:pt x="59" y="96"/>
                    </a:lnTo>
                    <a:lnTo>
                      <a:pt x="59" y="95"/>
                    </a:lnTo>
                    <a:lnTo>
                      <a:pt x="59" y="94"/>
                    </a:lnTo>
                    <a:lnTo>
                      <a:pt x="58" y="94"/>
                    </a:lnTo>
                    <a:lnTo>
                      <a:pt x="57" y="93"/>
                    </a:lnTo>
                    <a:lnTo>
                      <a:pt x="57" y="92"/>
                    </a:lnTo>
                    <a:lnTo>
                      <a:pt x="56" y="91"/>
                    </a:lnTo>
                    <a:lnTo>
                      <a:pt x="56" y="90"/>
                    </a:lnTo>
                    <a:lnTo>
                      <a:pt x="55" y="90"/>
                    </a:lnTo>
                    <a:lnTo>
                      <a:pt x="56" y="90"/>
                    </a:lnTo>
                    <a:lnTo>
                      <a:pt x="55" y="88"/>
                    </a:lnTo>
                    <a:lnTo>
                      <a:pt x="54" y="88"/>
                    </a:lnTo>
                    <a:lnTo>
                      <a:pt x="54" y="87"/>
                    </a:lnTo>
                    <a:lnTo>
                      <a:pt x="53" y="86"/>
                    </a:lnTo>
                    <a:lnTo>
                      <a:pt x="53" y="85"/>
                    </a:lnTo>
                    <a:lnTo>
                      <a:pt x="52" y="85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1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81"/>
                    </a:lnTo>
                    <a:lnTo>
                      <a:pt x="51" y="80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1" y="77"/>
                    </a:lnTo>
                    <a:lnTo>
                      <a:pt x="50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8" y="77"/>
                    </a:lnTo>
                    <a:lnTo>
                      <a:pt x="48" y="76"/>
                    </a:lnTo>
                    <a:lnTo>
                      <a:pt x="47" y="76"/>
                    </a:lnTo>
                    <a:lnTo>
                      <a:pt x="48" y="74"/>
                    </a:lnTo>
                    <a:lnTo>
                      <a:pt x="48" y="73"/>
                    </a:lnTo>
                    <a:lnTo>
                      <a:pt x="47" y="72"/>
                    </a:lnTo>
                    <a:lnTo>
                      <a:pt x="47" y="71"/>
                    </a:lnTo>
                    <a:lnTo>
                      <a:pt x="46" y="70"/>
                    </a:lnTo>
                    <a:lnTo>
                      <a:pt x="46" y="68"/>
                    </a:lnTo>
                    <a:lnTo>
                      <a:pt x="45" y="68"/>
                    </a:lnTo>
                    <a:lnTo>
                      <a:pt x="44" y="66"/>
                    </a:lnTo>
                    <a:lnTo>
                      <a:pt x="44" y="65"/>
                    </a:lnTo>
                    <a:lnTo>
                      <a:pt x="44" y="64"/>
                    </a:lnTo>
                    <a:lnTo>
                      <a:pt x="43" y="63"/>
                    </a:lnTo>
                    <a:lnTo>
                      <a:pt x="42" y="63"/>
                    </a:lnTo>
                    <a:lnTo>
                      <a:pt x="42" y="60"/>
                    </a:lnTo>
                    <a:lnTo>
                      <a:pt x="42" y="59"/>
                    </a:lnTo>
                    <a:lnTo>
                      <a:pt x="42" y="57"/>
                    </a:lnTo>
                    <a:lnTo>
                      <a:pt x="42" y="56"/>
                    </a:lnTo>
                    <a:lnTo>
                      <a:pt x="41" y="55"/>
                    </a:lnTo>
                    <a:lnTo>
                      <a:pt x="40" y="55"/>
                    </a:lnTo>
                    <a:lnTo>
                      <a:pt x="41" y="53"/>
                    </a:lnTo>
                    <a:lnTo>
                      <a:pt x="41" y="52"/>
                    </a:lnTo>
                    <a:lnTo>
                      <a:pt x="40" y="50"/>
                    </a:lnTo>
                    <a:lnTo>
                      <a:pt x="39" y="49"/>
                    </a:lnTo>
                    <a:lnTo>
                      <a:pt x="38" y="49"/>
                    </a:lnTo>
                    <a:lnTo>
                      <a:pt x="37" y="46"/>
                    </a:lnTo>
                    <a:lnTo>
                      <a:pt x="37" y="45"/>
                    </a:lnTo>
                    <a:lnTo>
                      <a:pt x="37" y="43"/>
                    </a:lnTo>
                    <a:lnTo>
                      <a:pt x="36" y="42"/>
                    </a:lnTo>
                    <a:lnTo>
                      <a:pt x="37" y="41"/>
                    </a:lnTo>
                    <a:lnTo>
                      <a:pt x="37" y="39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6"/>
                    </a:lnTo>
                    <a:lnTo>
                      <a:pt x="37" y="37"/>
                    </a:lnTo>
                    <a:lnTo>
                      <a:pt x="38" y="36"/>
                    </a:lnTo>
                    <a:lnTo>
                      <a:pt x="38" y="35"/>
                    </a:lnTo>
                    <a:lnTo>
                      <a:pt x="39" y="35"/>
                    </a:lnTo>
                    <a:lnTo>
                      <a:pt x="38" y="34"/>
                    </a:lnTo>
                    <a:lnTo>
                      <a:pt x="37" y="34"/>
                    </a:lnTo>
                    <a:lnTo>
                      <a:pt x="36" y="33"/>
                    </a:lnTo>
                    <a:lnTo>
                      <a:pt x="36" y="32"/>
                    </a:lnTo>
                    <a:lnTo>
                      <a:pt x="35" y="32"/>
                    </a:lnTo>
                    <a:lnTo>
                      <a:pt x="34" y="32"/>
                    </a:lnTo>
                    <a:lnTo>
                      <a:pt x="32" y="31"/>
                    </a:lnTo>
                    <a:lnTo>
                      <a:pt x="31" y="31"/>
                    </a:lnTo>
                    <a:lnTo>
                      <a:pt x="29" y="30"/>
                    </a:lnTo>
                    <a:lnTo>
                      <a:pt x="28" y="30"/>
                    </a:lnTo>
                    <a:lnTo>
                      <a:pt x="27" y="29"/>
                    </a:lnTo>
                    <a:lnTo>
                      <a:pt x="28" y="28"/>
                    </a:lnTo>
                    <a:lnTo>
                      <a:pt x="28" y="27"/>
                    </a:lnTo>
                    <a:lnTo>
                      <a:pt x="27" y="26"/>
                    </a:lnTo>
                    <a:lnTo>
                      <a:pt x="27" y="25"/>
                    </a:lnTo>
                    <a:lnTo>
                      <a:pt x="25" y="24"/>
                    </a:lnTo>
                    <a:lnTo>
                      <a:pt x="24" y="24"/>
                    </a:lnTo>
                    <a:lnTo>
                      <a:pt x="24" y="23"/>
                    </a:lnTo>
                    <a:lnTo>
                      <a:pt x="23" y="24"/>
                    </a:lnTo>
                    <a:lnTo>
                      <a:pt x="23" y="23"/>
                    </a:lnTo>
                    <a:lnTo>
                      <a:pt x="22" y="23"/>
                    </a:lnTo>
                    <a:lnTo>
                      <a:pt x="21" y="23"/>
                    </a:lnTo>
                    <a:lnTo>
                      <a:pt x="21" y="24"/>
                    </a:lnTo>
                    <a:lnTo>
                      <a:pt x="20" y="23"/>
                    </a:lnTo>
                    <a:lnTo>
                      <a:pt x="19" y="24"/>
                    </a:lnTo>
                    <a:lnTo>
                      <a:pt x="19" y="25"/>
                    </a:lnTo>
                    <a:lnTo>
                      <a:pt x="18" y="25"/>
                    </a:lnTo>
                    <a:lnTo>
                      <a:pt x="17" y="25"/>
                    </a:lnTo>
                    <a:lnTo>
                      <a:pt x="17" y="24"/>
                    </a:lnTo>
                    <a:lnTo>
                      <a:pt x="16" y="24"/>
                    </a:lnTo>
                    <a:lnTo>
                      <a:pt x="15" y="24"/>
                    </a:lnTo>
                    <a:lnTo>
                      <a:pt x="15" y="23"/>
                    </a:lnTo>
                    <a:lnTo>
                      <a:pt x="14" y="22"/>
                    </a:lnTo>
                    <a:lnTo>
                      <a:pt x="13" y="21"/>
                    </a:lnTo>
                    <a:lnTo>
                      <a:pt x="12" y="21"/>
                    </a:lnTo>
                    <a:lnTo>
                      <a:pt x="12" y="20"/>
                    </a:lnTo>
                    <a:lnTo>
                      <a:pt x="11" y="20"/>
                    </a:lnTo>
                    <a:lnTo>
                      <a:pt x="11" y="19"/>
                    </a:lnTo>
                    <a:lnTo>
                      <a:pt x="10" y="19"/>
                    </a:lnTo>
                    <a:lnTo>
                      <a:pt x="10" y="18"/>
                    </a:lnTo>
                    <a:lnTo>
                      <a:pt x="9" y="18"/>
                    </a:lnTo>
                    <a:lnTo>
                      <a:pt x="8" y="18"/>
                    </a:lnTo>
                    <a:lnTo>
                      <a:pt x="7" y="17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5" y="17"/>
                    </a:lnTo>
                    <a:lnTo>
                      <a:pt x="6" y="17"/>
                    </a:lnTo>
                    <a:lnTo>
                      <a:pt x="5" y="18"/>
                    </a:lnTo>
                    <a:lnTo>
                      <a:pt x="4" y="17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0" y="13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8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3" y="5"/>
                    </a:lnTo>
                    <a:lnTo>
                      <a:pt x="5" y="2"/>
                    </a:lnTo>
                    <a:lnTo>
                      <a:pt x="7" y="0"/>
                    </a:lnTo>
                    <a:lnTo>
                      <a:pt x="10" y="3"/>
                    </a:lnTo>
                    <a:lnTo>
                      <a:pt x="35" y="14"/>
                    </a:lnTo>
                    <a:lnTo>
                      <a:pt x="69" y="30"/>
                    </a:lnTo>
                    <a:lnTo>
                      <a:pt x="71" y="31"/>
                    </a:lnTo>
                    <a:lnTo>
                      <a:pt x="72" y="31"/>
                    </a:lnTo>
                    <a:lnTo>
                      <a:pt x="77" y="34"/>
                    </a:lnTo>
                    <a:lnTo>
                      <a:pt x="89" y="34"/>
                    </a:lnTo>
                    <a:lnTo>
                      <a:pt x="116" y="36"/>
                    </a:lnTo>
                    <a:lnTo>
                      <a:pt x="120" y="36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4" name="Freeform 11"/>
              <p:cNvSpPr>
                <a:spLocks/>
              </p:cNvSpPr>
              <p:nvPr/>
            </p:nvSpPr>
            <p:spPr bwMode="auto">
              <a:xfrm>
                <a:off x="3553337" y="3763486"/>
                <a:ext cx="245146" cy="286545"/>
              </a:xfrm>
              <a:custGeom>
                <a:avLst/>
                <a:gdLst>
                  <a:gd name="T0" fmla="*/ 2147483647 w 32"/>
                  <a:gd name="T1" fmla="*/ 2147483647 h 37"/>
                  <a:gd name="T2" fmla="*/ 2147483647 w 32"/>
                  <a:gd name="T3" fmla="*/ 2147483647 h 37"/>
                  <a:gd name="T4" fmla="*/ 2147483647 w 32"/>
                  <a:gd name="T5" fmla="*/ 2147483647 h 37"/>
                  <a:gd name="T6" fmla="*/ 2147483647 w 32"/>
                  <a:gd name="T7" fmla="*/ 2147483647 h 37"/>
                  <a:gd name="T8" fmla="*/ 2147483647 w 32"/>
                  <a:gd name="T9" fmla="*/ 2147483647 h 37"/>
                  <a:gd name="T10" fmla="*/ 2147483647 w 32"/>
                  <a:gd name="T11" fmla="*/ 2147483647 h 37"/>
                  <a:gd name="T12" fmla="*/ 2147483647 w 32"/>
                  <a:gd name="T13" fmla="*/ 2147483647 h 37"/>
                  <a:gd name="T14" fmla="*/ 2147483647 w 32"/>
                  <a:gd name="T15" fmla="*/ 2147483647 h 37"/>
                  <a:gd name="T16" fmla="*/ 2147483647 w 32"/>
                  <a:gd name="T17" fmla="*/ 2147483647 h 37"/>
                  <a:gd name="T18" fmla="*/ 2147483647 w 32"/>
                  <a:gd name="T19" fmla="*/ 2147483647 h 37"/>
                  <a:gd name="T20" fmla="*/ 2147483647 w 32"/>
                  <a:gd name="T21" fmla="*/ 2147483647 h 37"/>
                  <a:gd name="T22" fmla="*/ 2147483647 w 32"/>
                  <a:gd name="T23" fmla="*/ 2147483647 h 37"/>
                  <a:gd name="T24" fmla="*/ 2147483647 w 32"/>
                  <a:gd name="T25" fmla="*/ 2147483647 h 37"/>
                  <a:gd name="T26" fmla="*/ 2147483647 w 32"/>
                  <a:gd name="T27" fmla="*/ 2147483647 h 37"/>
                  <a:gd name="T28" fmla="*/ 2147483647 w 32"/>
                  <a:gd name="T29" fmla="*/ 2147483647 h 37"/>
                  <a:gd name="T30" fmla="*/ 2147483647 w 32"/>
                  <a:gd name="T31" fmla="*/ 2147483647 h 37"/>
                  <a:gd name="T32" fmla="*/ 2147483647 w 32"/>
                  <a:gd name="T33" fmla="*/ 2147483647 h 37"/>
                  <a:gd name="T34" fmla="*/ 2147483647 w 32"/>
                  <a:gd name="T35" fmla="*/ 2147483647 h 37"/>
                  <a:gd name="T36" fmla="*/ 2147483647 w 32"/>
                  <a:gd name="T37" fmla="*/ 2147483647 h 37"/>
                  <a:gd name="T38" fmla="*/ 2147483647 w 32"/>
                  <a:gd name="T39" fmla="*/ 2147483647 h 37"/>
                  <a:gd name="T40" fmla="*/ 2147483647 w 32"/>
                  <a:gd name="T41" fmla="*/ 2147483647 h 37"/>
                  <a:gd name="T42" fmla="*/ 2147483647 w 32"/>
                  <a:gd name="T43" fmla="*/ 2147483647 h 37"/>
                  <a:gd name="T44" fmla="*/ 2147483647 w 32"/>
                  <a:gd name="T45" fmla="*/ 2147483647 h 37"/>
                  <a:gd name="T46" fmla="*/ 2147483647 w 32"/>
                  <a:gd name="T47" fmla="*/ 2147483647 h 37"/>
                  <a:gd name="T48" fmla="*/ 2147483647 w 32"/>
                  <a:gd name="T49" fmla="*/ 2147483647 h 37"/>
                  <a:gd name="T50" fmla="*/ 2147483647 w 32"/>
                  <a:gd name="T51" fmla="*/ 2147483647 h 37"/>
                  <a:gd name="T52" fmla="*/ 2147483647 w 32"/>
                  <a:gd name="T53" fmla="*/ 2147483647 h 37"/>
                  <a:gd name="T54" fmla="*/ 2147483647 w 32"/>
                  <a:gd name="T55" fmla="*/ 0 h 37"/>
                  <a:gd name="T56" fmla="*/ 2147483647 w 32"/>
                  <a:gd name="T57" fmla="*/ 0 h 37"/>
                  <a:gd name="T58" fmla="*/ 2147483647 w 32"/>
                  <a:gd name="T59" fmla="*/ 0 h 37"/>
                  <a:gd name="T60" fmla="*/ 2147483647 w 32"/>
                  <a:gd name="T61" fmla="*/ 2147483647 h 37"/>
                  <a:gd name="T62" fmla="*/ 2147483647 w 32"/>
                  <a:gd name="T63" fmla="*/ 2147483647 h 37"/>
                  <a:gd name="T64" fmla="*/ 2147483647 w 32"/>
                  <a:gd name="T65" fmla="*/ 2147483647 h 37"/>
                  <a:gd name="T66" fmla="*/ 2147483647 w 32"/>
                  <a:gd name="T67" fmla="*/ 2147483647 h 37"/>
                  <a:gd name="T68" fmla="*/ 2147483647 w 32"/>
                  <a:gd name="T69" fmla="*/ 2147483647 h 37"/>
                  <a:gd name="T70" fmla="*/ 2147483647 w 32"/>
                  <a:gd name="T71" fmla="*/ 2147483647 h 37"/>
                  <a:gd name="T72" fmla="*/ 2147483647 w 32"/>
                  <a:gd name="T73" fmla="*/ 2147483647 h 37"/>
                  <a:gd name="T74" fmla="*/ 2147483647 w 32"/>
                  <a:gd name="T75" fmla="*/ 2147483647 h 37"/>
                  <a:gd name="T76" fmla="*/ 2147483647 w 32"/>
                  <a:gd name="T77" fmla="*/ 2147483647 h 37"/>
                  <a:gd name="T78" fmla="*/ 2147483647 w 32"/>
                  <a:gd name="T79" fmla="*/ 2147483647 h 37"/>
                  <a:gd name="T80" fmla="*/ 2147483647 w 32"/>
                  <a:gd name="T81" fmla="*/ 2147483647 h 37"/>
                  <a:gd name="T82" fmla="*/ 2147483647 w 32"/>
                  <a:gd name="T83" fmla="*/ 2147483647 h 37"/>
                  <a:gd name="T84" fmla="*/ 2147483647 w 32"/>
                  <a:gd name="T85" fmla="*/ 2147483647 h 37"/>
                  <a:gd name="T86" fmla="*/ 2147483647 w 32"/>
                  <a:gd name="T87" fmla="*/ 2147483647 h 37"/>
                  <a:gd name="T88" fmla="*/ 2147483647 w 32"/>
                  <a:gd name="T89" fmla="*/ 2147483647 h 37"/>
                  <a:gd name="T90" fmla="*/ 2147483647 w 32"/>
                  <a:gd name="T91" fmla="*/ 2147483647 h 37"/>
                  <a:gd name="T92" fmla="*/ 2147483647 w 32"/>
                  <a:gd name="T93" fmla="*/ 2147483647 h 37"/>
                  <a:gd name="T94" fmla="*/ 2147483647 w 32"/>
                  <a:gd name="T95" fmla="*/ 2147483647 h 37"/>
                  <a:gd name="T96" fmla="*/ 2147483647 w 32"/>
                  <a:gd name="T97" fmla="*/ 2147483647 h 37"/>
                  <a:gd name="T98" fmla="*/ 2147483647 w 32"/>
                  <a:gd name="T99" fmla="*/ 2147483647 h 37"/>
                  <a:gd name="T100" fmla="*/ 2147483647 w 32"/>
                  <a:gd name="T101" fmla="*/ 2147483647 h 37"/>
                  <a:gd name="T102" fmla="*/ 2147483647 w 32"/>
                  <a:gd name="T103" fmla="*/ 2147483647 h 37"/>
                  <a:gd name="T104" fmla="*/ 2147483647 w 32"/>
                  <a:gd name="T105" fmla="*/ 2147483647 h 37"/>
                  <a:gd name="T106" fmla="*/ 2147483647 w 32"/>
                  <a:gd name="T107" fmla="*/ 2147483647 h 37"/>
                  <a:gd name="T108" fmla="*/ 2147483647 w 32"/>
                  <a:gd name="T109" fmla="*/ 2147483647 h 37"/>
                  <a:gd name="T110" fmla="*/ 2147483647 w 32"/>
                  <a:gd name="T111" fmla="*/ 2147483647 h 37"/>
                  <a:gd name="T112" fmla="*/ 2147483647 w 32"/>
                  <a:gd name="T113" fmla="*/ 2147483647 h 37"/>
                  <a:gd name="T114" fmla="*/ 0 w 32"/>
                  <a:gd name="T115" fmla="*/ 2147483647 h 37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32" h="37">
                    <a:moveTo>
                      <a:pt x="0" y="20"/>
                    </a:moveTo>
                    <a:lnTo>
                      <a:pt x="1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2" y="16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5" y="16"/>
                    </a:lnTo>
                    <a:lnTo>
                      <a:pt x="5" y="15"/>
                    </a:lnTo>
                    <a:lnTo>
                      <a:pt x="6" y="14"/>
                    </a:lnTo>
                    <a:lnTo>
                      <a:pt x="7" y="15"/>
                    </a:lnTo>
                    <a:lnTo>
                      <a:pt x="8" y="15"/>
                    </a:lnTo>
                    <a:lnTo>
                      <a:pt x="9" y="16"/>
                    </a:lnTo>
                    <a:lnTo>
                      <a:pt x="10" y="15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1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5" y="11"/>
                    </a:lnTo>
                    <a:lnTo>
                      <a:pt x="16" y="10"/>
                    </a:lnTo>
                    <a:lnTo>
                      <a:pt x="17" y="9"/>
                    </a:lnTo>
                    <a:lnTo>
                      <a:pt x="17" y="8"/>
                    </a:lnTo>
                    <a:lnTo>
                      <a:pt x="16" y="8"/>
                    </a:lnTo>
                    <a:lnTo>
                      <a:pt x="16" y="7"/>
                    </a:lnTo>
                    <a:lnTo>
                      <a:pt x="16" y="6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6" y="3"/>
                    </a:lnTo>
                    <a:lnTo>
                      <a:pt x="16" y="2"/>
                    </a:lnTo>
                    <a:lnTo>
                      <a:pt x="17" y="2"/>
                    </a:lnTo>
                    <a:lnTo>
                      <a:pt x="18" y="2"/>
                    </a:lnTo>
                    <a:lnTo>
                      <a:pt x="19" y="4"/>
                    </a:lnTo>
                    <a:lnTo>
                      <a:pt x="21" y="4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5"/>
                    </a:lnTo>
                    <a:lnTo>
                      <a:pt x="24" y="5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4" y="2"/>
                    </a:ln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2"/>
                    </a:lnTo>
                    <a:lnTo>
                      <a:pt x="30" y="5"/>
                    </a:lnTo>
                    <a:lnTo>
                      <a:pt x="32" y="9"/>
                    </a:lnTo>
                    <a:lnTo>
                      <a:pt x="31" y="10"/>
                    </a:lnTo>
                    <a:lnTo>
                      <a:pt x="31" y="9"/>
                    </a:lnTo>
                    <a:lnTo>
                      <a:pt x="30" y="10"/>
                    </a:lnTo>
                    <a:lnTo>
                      <a:pt x="30" y="11"/>
                    </a:lnTo>
                    <a:lnTo>
                      <a:pt x="29" y="11"/>
                    </a:lnTo>
                    <a:lnTo>
                      <a:pt x="28" y="11"/>
                    </a:lnTo>
                    <a:lnTo>
                      <a:pt x="27" y="10"/>
                    </a:lnTo>
                    <a:lnTo>
                      <a:pt x="26" y="10"/>
                    </a:lnTo>
                    <a:lnTo>
                      <a:pt x="26" y="11"/>
                    </a:lnTo>
                    <a:lnTo>
                      <a:pt x="25" y="15"/>
                    </a:lnTo>
                    <a:lnTo>
                      <a:pt x="23" y="17"/>
                    </a:lnTo>
                    <a:lnTo>
                      <a:pt x="22" y="18"/>
                    </a:lnTo>
                    <a:lnTo>
                      <a:pt x="22" y="19"/>
                    </a:lnTo>
                    <a:lnTo>
                      <a:pt x="22" y="20"/>
                    </a:lnTo>
                    <a:lnTo>
                      <a:pt x="22" y="21"/>
                    </a:lnTo>
                    <a:lnTo>
                      <a:pt x="20" y="21"/>
                    </a:lnTo>
                    <a:lnTo>
                      <a:pt x="19" y="22"/>
                    </a:lnTo>
                    <a:lnTo>
                      <a:pt x="17" y="23"/>
                    </a:lnTo>
                    <a:lnTo>
                      <a:pt x="16" y="23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4" y="29"/>
                    </a:lnTo>
                    <a:lnTo>
                      <a:pt x="15" y="31"/>
                    </a:lnTo>
                    <a:lnTo>
                      <a:pt x="16" y="31"/>
                    </a:lnTo>
                    <a:lnTo>
                      <a:pt x="17" y="32"/>
                    </a:lnTo>
                    <a:lnTo>
                      <a:pt x="16" y="36"/>
                    </a:lnTo>
                    <a:lnTo>
                      <a:pt x="15" y="35"/>
                    </a:lnTo>
                    <a:lnTo>
                      <a:pt x="16" y="37"/>
                    </a:lnTo>
                    <a:lnTo>
                      <a:pt x="11" y="36"/>
                    </a:lnTo>
                    <a:lnTo>
                      <a:pt x="10" y="35"/>
                    </a:lnTo>
                    <a:lnTo>
                      <a:pt x="8" y="34"/>
                    </a:lnTo>
                    <a:lnTo>
                      <a:pt x="7" y="33"/>
                    </a:lnTo>
                    <a:lnTo>
                      <a:pt x="6" y="32"/>
                    </a:lnTo>
                    <a:lnTo>
                      <a:pt x="6" y="31"/>
                    </a:lnTo>
                    <a:lnTo>
                      <a:pt x="4" y="30"/>
                    </a:lnTo>
                    <a:lnTo>
                      <a:pt x="3" y="29"/>
                    </a:lnTo>
                    <a:lnTo>
                      <a:pt x="3" y="28"/>
                    </a:lnTo>
                    <a:lnTo>
                      <a:pt x="2" y="27"/>
                    </a:lnTo>
                    <a:lnTo>
                      <a:pt x="2" y="24"/>
                    </a:lnTo>
                    <a:lnTo>
                      <a:pt x="1" y="23"/>
                    </a:lnTo>
                    <a:lnTo>
                      <a:pt x="0" y="21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5" name="Freeform 12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3323513" y="4256551"/>
                <a:ext cx="605204" cy="425946"/>
              </a:xfrm>
              <a:custGeom>
                <a:avLst/>
                <a:gdLst>
                  <a:gd name="T0" fmla="*/ 2147483647 w 79"/>
                  <a:gd name="T1" fmla="*/ 2147483647 h 55"/>
                  <a:gd name="T2" fmla="*/ 2147483647 w 79"/>
                  <a:gd name="T3" fmla="*/ 2147483647 h 55"/>
                  <a:gd name="T4" fmla="*/ 2147483647 w 79"/>
                  <a:gd name="T5" fmla="*/ 2147483647 h 55"/>
                  <a:gd name="T6" fmla="*/ 2147483647 w 79"/>
                  <a:gd name="T7" fmla="*/ 2147483647 h 55"/>
                  <a:gd name="T8" fmla="*/ 2147483647 w 79"/>
                  <a:gd name="T9" fmla="*/ 2147483647 h 55"/>
                  <a:gd name="T10" fmla="*/ 2147483647 w 79"/>
                  <a:gd name="T11" fmla="*/ 2147483647 h 55"/>
                  <a:gd name="T12" fmla="*/ 2147483647 w 79"/>
                  <a:gd name="T13" fmla="*/ 2147483647 h 55"/>
                  <a:gd name="T14" fmla="*/ 2147483647 w 79"/>
                  <a:gd name="T15" fmla="*/ 2147483647 h 55"/>
                  <a:gd name="T16" fmla="*/ 2147483647 w 79"/>
                  <a:gd name="T17" fmla="*/ 2147483647 h 55"/>
                  <a:gd name="T18" fmla="*/ 2147483647 w 79"/>
                  <a:gd name="T19" fmla="*/ 2147483647 h 55"/>
                  <a:gd name="T20" fmla="*/ 2147483647 w 79"/>
                  <a:gd name="T21" fmla="*/ 2147483647 h 55"/>
                  <a:gd name="T22" fmla="*/ 2147483647 w 79"/>
                  <a:gd name="T23" fmla="*/ 2147483647 h 55"/>
                  <a:gd name="T24" fmla="*/ 2147483647 w 79"/>
                  <a:gd name="T25" fmla="*/ 2147483647 h 55"/>
                  <a:gd name="T26" fmla="*/ 2147483647 w 79"/>
                  <a:gd name="T27" fmla="*/ 2147483647 h 55"/>
                  <a:gd name="T28" fmla="*/ 2147483647 w 79"/>
                  <a:gd name="T29" fmla="*/ 2147483647 h 55"/>
                  <a:gd name="T30" fmla="*/ 2147483647 w 79"/>
                  <a:gd name="T31" fmla="*/ 2147483647 h 55"/>
                  <a:gd name="T32" fmla="*/ 2147483647 w 79"/>
                  <a:gd name="T33" fmla="*/ 2147483647 h 55"/>
                  <a:gd name="T34" fmla="*/ 2147483647 w 79"/>
                  <a:gd name="T35" fmla="*/ 2147483647 h 55"/>
                  <a:gd name="T36" fmla="*/ 2147483647 w 79"/>
                  <a:gd name="T37" fmla="*/ 2147483647 h 55"/>
                  <a:gd name="T38" fmla="*/ 2147483647 w 79"/>
                  <a:gd name="T39" fmla="*/ 2147483647 h 55"/>
                  <a:gd name="T40" fmla="*/ 2147483647 w 79"/>
                  <a:gd name="T41" fmla="*/ 2147483647 h 55"/>
                  <a:gd name="T42" fmla="*/ 2147483647 w 79"/>
                  <a:gd name="T43" fmla="*/ 2147483647 h 55"/>
                  <a:gd name="T44" fmla="*/ 2147483647 w 79"/>
                  <a:gd name="T45" fmla="*/ 2147483647 h 55"/>
                  <a:gd name="T46" fmla="*/ 2147483647 w 79"/>
                  <a:gd name="T47" fmla="*/ 2147483647 h 55"/>
                  <a:gd name="T48" fmla="*/ 2147483647 w 79"/>
                  <a:gd name="T49" fmla="*/ 2147483647 h 55"/>
                  <a:gd name="T50" fmla="*/ 2147483647 w 79"/>
                  <a:gd name="T51" fmla="*/ 2147483647 h 55"/>
                  <a:gd name="T52" fmla="*/ 2147483647 w 79"/>
                  <a:gd name="T53" fmla="*/ 2147483647 h 55"/>
                  <a:gd name="T54" fmla="*/ 2147483647 w 79"/>
                  <a:gd name="T55" fmla="*/ 2147483647 h 55"/>
                  <a:gd name="T56" fmla="*/ 2147483647 w 79"/>
                  <a:gd name="T57" fmla="*/ 2147483647 h 55"/>
                  <a:gd name="T58" fmla="*/ 2147483647 w 79"/>
                  <a:gd name="T59" fmla="*/ 2147483647 h 55"/>
                  <a:gd name="T60" fmla="*/ 2147483647 w 79"/>
                  <a:gd name="T61" fmla="*/ 2147483647 h 55"/>
                  <a:gd name="T62" fmla="*/ 2147483647 w 79"/>
                  <a:gd name="T63" fmla="*/ 2147483647 h 55"/>
                  <a:gd name="T64" fmla="*/ 2147483647 w 79"/>
                  <a:gd name="T65" fmla="*/ 2147483647 h 55"/>
                  <a:gd name="T66" fmla="*/ 2147483647 w 79"/>
                  <a:gd name="T67" fmla="*/ 2147483647 h 55"/>
                  <a:gd name="T68" fmla="*/ 2147483647 w 79"/>
                  <a:gd name="T69" fmla="*/ 2147483647 h 55"/>
                  <a:gd name="T70" fmla="*/ 2147483647 w 79"/>
                  <a:gd name="T71" fmla="*/ 2147483647 h 55"/>
                  <a:gd name="T72" fmla="*/ 2147483647 w 79"/>
                  <a:gd name="T73" fmla="*/ 2147483647 h 55"/>
                  <a:gd name="T74" fmla="*/ 2147483647 w 79"/>
                  <a:gd name="T75" fmla="*/ 2147483647 h 55"/>
                  <a:gd name="T76" fmla="*/ 2147483647 w 79"/>
                  <a:gd name="T77" fmla="*/ 2147483647 h 55"/>
                  <a:gd name="T78" fmla="*/ 2147483647 w 79"/>
                  <a:gd name="T79" fmla="*/ 2147483647 h 55"/>
                  <a:gd name="T80" fmla="*/ 2147483647 w 79"/>
                  <a:gd name="T81" fmla="*/ 2147483647 h 55"/>
                  <a:gd name="T82" fmla="*/ 2147483647 w 79"/>
                  <a:gd name="T83" fmla="*/ 2147483647 h 55"/>
                  <a:gd name="T84" fmla="*/ 2147483647 w 79"/>
                  <a:gd name="T85" fmla="*/ 2147483647 h 55"/>
                  <a:gd name="T86" fmla="*/ 2147483647 w 79"/>
                  <a:gd name="T87" fmla="*/ 2147483647 h 55"/>
                  <a:gd name="T88" fmla="*/ 2147483647 w 79"/>
                  <a:gd name="T89" fmla="*/ 2147483647 h 55"/>
                  <a:gd name="T90" fmla="*/ 2147483647 w 79"/>
                  <a:gd name="T91" fmla="*/ 2147483647 h 55"/>
                  <a:gd name="T92" fmla="*/ 2147483647 w 79"/>
                  <a:gd name="T93" fmla="*/ 2147483647 h 55"/>
                  <a:gd name="T94" fmla="*/ 2147483647 w 79"/>
                  <a:gd name="T95" fmla="*/ 2147483647 h 55"/>
                  <a:gd name="T96" fmla="*/ 2147483647 w 79"/>
                  <a:gd name="T97" fmla="*/ 2147483647 h 55"/>
                  <a:gd name="T98" fmla="*/ 2147483647 w 79"/>
                  <a:gd name="T99" fmla="*/ 2147483647 h 55"/>
                  <a:gd name="T100" fmla="*/ 2147483647 w 79"/>
                  <a:gd name="T101" fmla="*/ 2147483647 h 55"/>
                  <a:gd name="T102" fmla="*/ 2147483647 w 79"/>
                  <a:gd name="T103" fmla="*/ 2147483647 h 55"/>
                  <a:gd name="T104" fmla="*/ 2147483647 w 79"/>
                  <a:gd name="T105" fmla="*/ 2147483647 h 55"/>
                  <a:gd name="T106" fmla="*/ 2147483647 w 79"/>
                  <a:gd name="T107" fmla="*/ 2147483647 h 55"/>
                  <a:gd name="T108" fmla="*/ 2147483647 w 79"/>
                  <a:gd name="T109" fmla="*/ 2147483647 h 55"/>
                  <a:gd name="T110" fmla="*/ 2147483647 w 79"/>
                  <a:gd name="T111" fmla="*/ 2147483647 h 55"/>
                  <a:gd name="T112" fmla="*/ 2147483647 w 79"/>
                  <a:gd name="T113" fmla="*/ 2147483647 h 55"/>
                  <a:gd name="T114" fmla="*/ 2147483647 w 79"/>
                  <a:gd name="T115" fmla="*/ 2147483647 h 55"/>
                  <a:gd name="T116" fmla="*/ 2147483647 w 79"/>
                  <a:gd name="T117" fmla="*/ 2147483647 h 55"/>
                  <a:gd name="T118" fmla="*/ 2147483647 w 79"/>
                  <a:gd name="T119" fmla="*/ 2147483647 h 55"/>
                  <a:gd name="T120" fmla="*/ 2147483647 w 79"/>
                  <a:gd name="T121" fmla="*/ 2147483647 h 55"/>
                  <a:gd name="T122" fmla="*/ 2147483647 w 79"/>
                  <a:gd name="T123" fmla="*/ 2147483647 h 55"/>
                  <a:gd name="T124" fmla="*/ 2147483647 w 79"/>
                  <a:gd name="T125" fmla="*/ 2147483647 h 55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79" h="55">
                    <a:moveTo>
                      <a:pt x="0" y="19"/>
                    </a:moveTo>
                    <a:lnTo>
                      <a:pt x="0" y="18"/>
                    </a:lnTo>
                    <a:lnTo>
                      <a:pt x="0" y="15"/>
                    </a:lnTo>
                    <a:lnTo>
                      <a:pt x="1" y="14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2" y="14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4" y="14"/>
                    </a:lnTo>
                    <a:lnTo>
                      <a:pt x="5" y="13"/>
                    </a:lnTo>
                    <a:lnTo>
                      <a:pt x="5" y="12"/>
                    </a:lnTo>
                    <a:lnTo>
                      <a:pt x="5" y="11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7" y="6"/>
                    </a:lnTo>
                    <a:lnTo>
                      <a:pt x="8" y="6"/>
                    </a:lnTo>
                    <a:lnTo>
                      <a:pt x="9" y="6"/>
                    </a:lnTo>
                    <a:lnTo>
                      <a:pt x="10" y="6"/>
                    </a:lnTo>
                    <a:lnTo>
                      <a:pt x="11" y="6"/>
                    </a:lnTo>
                    <a:lnTo>
                      <a:pt x="11" y="7"/>
                    </a:lnTo>
                    <a:lnTo>
                      <a:pt x="12" y="8"/>
                    </a:lnTo>
                    <a:lnTo>
                      <a:pt x="13" y="9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6" y="9"/>
                    </a:lnTo>
                    <a:lnTo>
                      <a:pt x="17" y="8"/>
                    </a:lnTo>
                    <a:lnTo>
                      <a:pt x="19" y="9"/>
                    </a:lnTo>
                    <a:lnTo>
                      <a:pt x="21" y="9"/>
                    </a:lnTo>
                    <a:lnTo>
                      <a:pt x="22" y="10"/>
                    </a:lnTo>
                    <a:lnTo>
                      <a:pt x="24" y="10"/>
                    </a:lnTo>
                    <a:lnTo>
                      <a:pt x="25" y="10"/>
                    </a:lnTo>
                    <a:lnTo>
                      <a:pt x="25" y="11"/>
                    </a:lnTo>
                    <a:lnTo>
                      <a:pt x="26" y="11"/>
                    </a:lnTo>
                    <a:lnTo>
                      <a:pt x="27" y="11"/>
                    </a:lnTo>
                    <a:lnTo>
                      <a:pt x="28" y="11"/>
                    </a:lnTo>
                    <a:lnTo>
                      <a:pt x="29" y="11"/>
                    </a:lnTo>
                    <a:lnTo>
                      <a:pt x="29" y="12"/>
                    </a:lnTo>
                    <a:lnTo>
                      <a:pt x="29" y="13"/>
                    </a:lnTo>
                    <a:lnTo>
                      <a:pt x="30" y="13"/>
                    </a:lnTo>
                    <a:lnTo>
                      <a:pt x="31" y="12"/>
                    </a:lnTo>
                    <a:lnTo>
                      <a:pt x="31" y="11"/>
                    </a:lnTo>
                    <a:lnTo>
                      <a:pt x="30" y="10"/>
                    </a:lnTo>
                    <a:lnTo>
                      <a:pt x="30" y="8"/>
                    </a:lnTo>
                    <a:lnTo>
                      <a:pt x="30" y="7"/>
                    </a:lnTo>
                    <a:lnTo>
                      <a:pt x="29" y="7"/>
                    </a:lnTo>
                    <a:lnTo>
                      <a:pt x="29" y="6"/>
                    </a:lnTo>
                    <a:lnTo>
                      <a:pt x="29" y="5"/>
                    </a:lnTo>
                    <a:lnTo>
                      <a:pt x="29" y="4"/>
                    </a:lnTo>
                    <a:lnTo>
                      <a:pt x="29" y="3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0"/>
                    </a:lnTo>
                    <a:lnTo>
                      <a:pt x="34" y="1"/>
                    </a:lnTo>
                    <a:lnTo>
                      <a:pt x="35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4"/>
                    </a:lnTo>
                    <a:lnTo>
                      <a:pt x="36" y="5"/>
                    </a:lnTo>
                    <a:lnTo>
                      <a:pt x="36" y="6"/>
                    </a:lnTo>
                    <a:lnTo>
                      <a:pt x="36" y="7"/>
                    </a:lnTo>
                    <a:lnTo>
                      <a:pt x="36" y="8"/>
                    </a:lnTo>
                    <a:lnTo>
                      <a:pt x="35" y="8"/>
                    </a:lnTo>
                    <a:lnTo>
                      <a:pt x="35" y="9"/>
                    </a:lnTo>
                    <a:lnTo>
                      <a:pt x="36" y="9"/>
                    </a:lnTo>
                    <a:lnTo>
                      <a:pt x="36" y="8"/>
                    </a:lnTo>
                    <a:lnTo>
                      <a:pt x="37" y="9"/>
                    </a:lnTo>
                    <a:lnTo>
                      <a:pt x="37" y="10"/>
                    </a:lnTo>
                    <a:lnTo>
                      <a:pt x="38" y="10"/>
                    </a:lnTo>
                    <a:lnTo>
                      <a:pt x="39" y="10"/>
                    </a:lnTo>
                    <a:lnTo>
                      <a:pt x="40" y="8"/>
                    </a:lnTo>
                    <a:lnTo>
                      <a:pt x="41" y="7"/>
                    </a:lnTo>
                    <a:lnTo>
                      <a:pt x="43" y="6"/>
                    </a:lnTo>
                    <a:lnTo>
                      <a:pt x="44" y="6"/>
                    </a:lnTo>
                    <a:lnTo>
                      <a:pt x="45" y="5"/>
                    </a:lnTo>
                    <a:lnTo>
                      <a:pt x="46" y="6"/>
                    </a:lnTo>
                    <a:lnTo>
                      <a:pt x="46" y="5"/>
                    </a:lnTo>
                    <a:lnTo>
                      <a:pt x="47" y="5"/>
                    </a:lnTo>
                    <a:lnTo>
                      <a:pt x="48" y="5"/>
                    </a:lnTo>
                    <a:lnTo>
                      <a:pt x="49" y="3"/>
                    </a:lnTo>
                    <a:lnTo>
                      <a:pt x="49" y="2"/>
                    </a:lnTo>
                    <a:lnTo>
                      <a:pt x="50" y="2"/>
                    </a:lnTo>
                    <a:lnTo>
                      <a:pt x="49" y="2"/>
                    </a:lnTo>
                    <a:lnTo>
                      <a:pt x="50" y="1"/>
                    </a:lnTo>
                    <a:lnTo>
                      <a:pt x="50" y="2"/>
                    </a:lnTo>
                    <a:lnTo>
                      <a:pt x="51" y="2"/>
                    </a:lnTo>
                    <a:lnTo>
                      <a:pt x="51" y="3"/>
                    </a:lnTo>
                    <a:lnTo>
                      <a:pt x="51" y="4"/>
                    </a:lnTo>
                    <a:lnTo>
                      <a:pt x="52" y="4"/>
                    </a:lnTo>
                    <a:lnTo>
                      <a:pt x="53" y="6"/>
                    </a:lnTo>
                    <a:lnTo>
                      <a:pt x="53" y="7"/>
                    </a:lnTo>
                    <a:lnTo>
                      <a:pt x="54" y="8"/>
                    </a:lnTo>
                    <a:lnTo>
                      <a:pt x="56" y="8"/>
                    </a:lnTo>
                    <a:lnTo>
                      <a:pt x="56" y="7"/>
                    </a:lnTo>
                    <a:lnTo>
                      <a:pt x="57" y="6"/>
                    </a:lnTo>
                    <a:lnTo>
                      <a:pt x="57" y="7"/>
                    </a:lnTo>
                    <a:lnTo>
                      <a:pt x="58" y="8"/>
                    </a:lnTo>
                    <a:lnTo>
                      <a:pt x="58" y="9"/>
                    </a:lnTo>
                    <a:lnTo>
                      <a:pt x="59" y="9"/>
                    </a:lnTo>
                    <a:lnTo>
                      <a:pt x="59" y="10"/>
                    </a:lnTo>
                    <a:lnTo>
                      <a:pt x="60" y="11"/>
                    </a:lnTo>
                    <a:lnTo>
                      <a:pt x="61" y="13"/>
                    </a:lnTo>
                    <a:lnTo>
                      <a:pt x="62" y="13"/>
                    </a:lnTo>
                    <a:lnTo>
                      <a:pt x="63" y="14"/>
                    </a:lnTo>
                    <a:lnTo>
                      <a:pt x="63" y="15"/>
                    </a:lnTo>
                    <a:lnTo>
                      <a:pt x="65" y="15"/>
                    </a:lnTo>
                    <a:lnTo>
                      <a:pt x="65" y="16"/>
                    </a:lnTo>
                    <a:lnTo>
                      <a:pt x="66" y="17"/>
                    </a:lnTo>
                    <a:lnTo>
                      <a:pt x="67" y="18"/>
                    </a:lnTo>
                    <a:lnTo>
                      <a:pt x="68" y="18"/>
                    </a:lnTo>
                    <a:lnTo>
                      <a:pt x="69" y="18"/>
                    </a:lnTo>
                    <a:lnTo>
                      <a:pt x="70" y="18"/>
                    </a:lnTo>
                    <a:lnTo>
                      <a:pt x="71" y="19"/>
                    </a:lnTo>
                    <a:lnTo>
                      <a:pt x="72" y="20"/>
                    </a:lnTo>
                    <a:lnTo>
                      <a:pt x="72" y="21"/>
                    </a:lnTo>
                    <a:lnTo>
                      <a:pt x="72" y="23"/>
                    </a:lnTo>
                    <a:lnTo>
                      <a:pt x="71" y="27"/>
                    </a:lnTo>
                    <a:lnTo>
                      <a:pt x="72" y="28"/>
                    </a:lnTo>
                    <a:lnTo>
                      <a:pt x="73" y="29"/>
                    </a:lnTo>
                    <a:lnTo>
                      <a:pt x="73" y="36"/>
                    </a:lnTo>
                    <a:lnTo>
                      <a:pt x="74" y="36"/>
                    </a:lnTo>
                    <a:lnTo>
                      <a:pt x="75" y="36"/>
                    </a:lnTo>
                    <a:lnTo>
                      <a:pt x="75" y="38"/>
                    </a:lnTo>
                    <a:lnTo>
                      <a:pt x="76" y="39"/>
                    </a:lnTo>
                    <a:lnTo>
                      <a:pt x="76" y="40"/>
                    </a:lnTo>
                    <a:lnTo>
                      <a:pt x="77" y="40"/>
                    </a:lnTo>
                    <a:lnTo>
                      <a:pt x="79" y="40"/>
                    </a:lnTo>
                    <a:lnTo>
                      <a:pt x="79" y="42"/>
                    </a:lnTo>
                    <a:lnTo>
                      <a:pt x="78" y="42"/>
                    </a:lnTo>
                    <a:lnTo>
                      <a:pt x="78" y="43"/>
                    </a:lnTo>
                    <a:lnTo>
                      <a:pt x="78" y="44"/>
                    </a:lnTo>
                    <a:lnTo>
                      <a:pt x="77" y="46"/>
                    </a:lnTo>
                    <a:lnTo>
                      <a:pt x="77" y="47"/>
                    </a:lnTo>
                    <a:lnTo>
                      <a:pt x="76" y="47"/>
                    </a:lnTo>
                    <a:lnTo>
                      <a:pt x="75" y="48"/>
                    </a:lnTo>
                    <a:lnTo>
                      <a:pt x="74" y="48"/>
                    </a:lnTo>
                    <a:lnTo>
                      <a:pt x="75" y="50"/>
                    </a:lnTo>
                    <a:lnTo>
                      <a:pt x="74" y="50"/>
                    </a:lnTo>
                    <a:lnTo>
                      <a:pt x="73" y="51"/>
                    </a:lnTo>
                    <a:lnTo>
                      <a:pt x="72" y="51"/>
                    </a:lnTo>
                    <a:lnTo>
                      <a:pt x="71" y="52"/>
                    </a:lnTo>
                    <a:lnTo>
                      <a:pt x="70" y="52"/>
                    </a:lnTo>
                    <a:lnTo>
                      <a:pt x="71" y="54"/>
                    </a:lnTo>
                    <a:lnTo>
                      <a:pt x="71" y="55"/>
                    </a:lnTo>
                    <a:lnTo>
                      <a:pt x="70" y="55"/>
                    </a:lnTo>
                    <a:lnTo>
                      <a:pt x="69" y="54"/>
                    </a:lnTo>
                    <a:lnTo>
                      <a:pt x="68" y="53"/>
                    </a:lnTo>
                    <a:lnTo>
                      <a:pt x="68" y="52"/>
                    </a:lnTo>
                    <a:lnTo>
                      <a:pt x="67" y="52"/>
                    </a:lnTo>
                    <a:lnTo>
                      <a:pt x="67" y="51"/>
                    </a:lnTo>
                    <a:lnTo>
                      <a:pt x="66" y="51"/>
                    </a:lnTo>
                    <a:lnTo>
                      <a:pt x="65" y="51"/>
                    </a:lnTo>
                    <a:lnTo>
                      <a:pt x="65" y="52"/>
                    </a:lnTo>
                    <a:lnTo>
                      <a:pt x="62" y="51"/>
                    </a:lnTo>
                    <a:lnTo>
                      <a:pt x="62" y="50"/>
                    </a:lnTo>
                    <a:lnTo>
                      <a:pt x="62" y="51"/>
                    </a:lnTo>
                    <a:lnTo>
                      <a:pt x="59" y="50"/>
                    </a:lnTo>
                    <a:lnTo>
                      <a:pt x="58" y="50"/>
                    </a:lnTo>
                    <a:lnTo>
                      <a:pt x="57" y="50"/>
                    </a:lnTo>
                    <a:lnTo>
                      <a:pt x="56" y="50"/>
                    </a:lnTo>
                    <a:lnTo>
                      <a:pt x="55" y="49"/>
                    </a:lnTo>
                    <a:lnTo>
                      <a:pt x="53" y="49"/>
                    </a:lnTo>
                    <a:lnTo>
                      <a:pt x="51" y="48"/>
                    </a:lnTo>
                    <a:lnTo>
                      <a:pt x="49" y="48"/>
                    </a:lnTo>
                    <a:lnTo>
                      <a:pt x="47" y="48"/>
                    </a:lnTo>
                    <a:lnTo>
                      <a:pt x="45" y="47"/>
                    </a:lnTo>
                    <a:lnTo>
                      <a:pt x="44" y="46"/>
                    </a:lnTo>
                    <a:lnTo>
                      <a:pt x="43" y="46"/>
                    </a:lnTo>
                    <a:lnTo>
                      <a:pt x="42" y="45"/>
                    </a:lnTo>
                    <a:lnTo>
                      <a:pt x="41" y="44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7" y="43"/>
                    </a:lnTo>
                    <a:lnTo>
                      <a:pt x="34" y="41"/>
                    </a:lnTo>
                    <a:lnTo>
                      <a:pt x="31" y="40"/>
                    </a:lnTo>
                    <a:lnTo>
                      <a:pt x="29" y="39"/>
                    </a:lnTo>
                    <a:lnTo>
                      <a:pt x="28" y="39"/>
                    </a:lnTo>
                    <a:lnTo>
                      <a:pt x="26" y="38"/>
                    </a:lnTo>
                    <a:lnTo>
                      <a:pt x="23" y="37"/>
                    </a:lnTo>
                    <a:lnTo>
                      <a:pt x="22" y="37"/>
                    </a:lnTo>
                    <a:lnTo>
                      <a:pt x="20" y="36"/>
                    </a:lnTo>
                    <a:lnTo>
                      <a:pt x="18" y="35"/>
                    </a:lnTo>
                    <a:lnTo>
                      <a:pt x="18" y="36"/>
                    </a:lnTo>
                    <a:lnTo>
                      <a:pt x="18" y="35"/>
                    </a:lnTo>
                    <a:lnTo>
                      <a:pt x="17" y="35"/>
                    </a:lnTo>
                    <a:lnTo>
                      <a:pt x="17" y="34"/>
                    </a:lnTo>
                    <a:lnTo>
                      <a:pt x="15" y="32"/>
                    </a:lnTo>
                    <a:lnTo>
                      <a:pt x="14" y="32"/>
                    </a:lnTo>
                    <a:lnTo>
                      <a:pt x="13" y="31"/>
                    </a:lnTo>
                    <a:lnTo>
                      <a:pt x="12" y="31"/>
                    </a:lnTo>
                    <a:lnTo>
                      <a:pt x="10" y="30"/>
                    </a:lnTo>
                    <a:lnTo>
                      <a:pt x="9" y="29"/>
                    </a:lnTo>
                    <a:lnTo>
                      <a:pt x="8" y="29"/>
                    </a:lnTo>
                    <a:lnTo>
                      <a:pt x="9" y="29"/>
                    </a:lnTo>
                    <a:lnTo>
                      <a:pt x="8" y="27"/>
                    </a:lnTo>
                    <a:lnTo>
                      <a:pt x="7" y="27"/>
                    </a:lnTo>
                    <a:lnTo>
                      <a:pt x="6" y="27"/>
                    </a:lnTo>
                    <a:lnTo>
                      <a:pt x="7" y="27"/>
                    </a:lnTo>
                    <a:lnTo>
                      <a:pt x="6" y="27"/>
                    </a:lnTo>
                    <a:lnTo>
                      <a:pt x="5" y="27"/>
                    </a:lnTo>
                    <a:lnTo>
                      <a:pt x="5" y="26"/>
                    </a:lnTo>
                    <a:lnTo>
                      <a:pt x="4" y="26"/>
                    </a:lnTo>
                    <a:lnTo>
                      <a:pt x="4" y="25"/>
                    </a:lnTo>
                    <a:lnTo>
                      <a:pt x="3" y="24"/>
                    </a:lnTo>
                    <a:lnTo>
                      <a:pt x="2" y="23"/>
                    </a:lnTo>
                    <a:lnTo>
                      <a:pt x="2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0" y="2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6" name="Freeform 13"/>
              <p:cNvSpPr>
                <a:spLocks/>
              </p:cNvSpPr>
              <p:nvPr/>
            </p:nvSpPr>
            <p:spPr bwMode="auto">
              <a:xfrm>
                <a:off x="3664419" y="3793173"/>
                <a:ext cx="321754" cy="317523"/>
              </a:xfrm>
              <a:custGeom>
                <a:avLst/>
                <a:gdLst>
                  <a:gd name="T0" fmla="*/ 2147483647 w 42"/>
                  <a:gd name="T1" fmla="*/ 2147483647 h 41"/>
                  <a:gd name="T2" fmla="*/ 2147483647 w 42"/>
                  <a:gd name="T3" fmla="*/ 2147483647 h 41"/>
                  <a:gd name="T4" fmla="*/ 2147483647 w 42"/>
                  <a:gd name="T5" fmla="*/ 2147483647 h 41"/>
                  <a:gd name="T6" fmla="*/ 2147483647 w 42"/>
                  <a:gd name="T7" fmla="*/ 2147483647 h 41"/>
                  <a:gd name="T8" fmla="*/ 2147483647 w 42"/>
                  <a:gd name="T9" fmla="*/ 2147483647 h 41"/>
                  <a:gd name="T10" fmla="*/ 2147483647 w 42"/>
                  <a:gd name="T11" fmla="*/ 2147483647 h 41"/>
                  <a:gd name="T12" fmla="*/ 2147483647 w 42"/>
                  <a:gd name="T13" fmla="*/ 2147483647 h 41"/>
                  <a:gd name="T14" fmla="*/ 2147483647 w 42"/>
                  <a:gd name="T15" fmla="*/ 2147483647 h 41"/>
                  <a:gd name="T16" fmla="*/ 2147483647 w 42"/>
                  <a:gd name="T17" fmla="*/ 2147483647 h 41"/>
                  <a:gd name="T18" fmla="*/ 2147483647 w 42"/>
                  <a:gd name="T19" fmla="*/ 2147483647 h 41"/>
                  <a:gd name="T20" fmla="*/ 2147483647 w 42"/>
                  <a:gd name="T21" fmla="*/ 2147483647 h 41"/>
                  <a:gd name="T22" fmla="*/ 2147483647 w 42"/>
                  <a:gd name="T23" fmla="*/ 2147483647 h 41"/>
                  <a:gd name="T24" fmla="*/ 2147483647 w 42"/>
                  <a:gd name="T25" fmla="*/ 2147483647 h 41"/>
                  <a:gd name="T26" fmla="*/ 2147483647 w 42"/>
                  <a:gd name="T27" fmla="*/ 2147483647 h 41"/>
                  <a:gd name="T28" fmla="*/ 2147483647 w 42"/>
                  <a:gd name="T29" fmla="*/ 2147483647 h 41"/>
                  <a:gd name="T30" fmla="*/ 2147483647 w 42"/>
                  <a:gd name="T31" fmla="*/ 2147483647 h 41"/>
                  <a:gd name="T32" fmla="*/ 2147483647 w 42"/>
                  <a:gd name="T33" fmla="*/ 2147483647 h 41"/>
                  <a:gd name="T34" fmla="*/ 2147483647 w 42"/>
                  <a:gd name="T35" fmla="*/ 2147483647 h 41"/>
                  <a:gd name="T36" fmla="*/ 2147483647 w 42"/>
                  <a:gd name="T37" fmla="*/ 2147483647 h 41"/>
                  <a:gd name="T38" fmla="*/ 2147483647 w 42"/>
                  <a:gd name="T39" fmla="*/ 2147483647 h 41"/>
                  <a:gd name="T40" fmla="*/ 2147483647 w 42"/>
                  <a:gd name="T41" fmla="*/ 2147483647 h 41"/>
                  <a:gd name="T42" fmla="*/ 2147483647 w 42"/>
                  <a:gd name="T43" fmla="*/ 2147483647 h 41"/>
                  <a:gd name="T44" fmla="*/ 2147483647 w 42"/>
                  <a:gd name="T45" fmla="*/ 2147483647 h 41"/>
                  <a:gd name="T46" fmla="*/ 2147483647 w 42"/>
                  <a:gd name="T47" fmla="*/ 2147483647 h 41"/>
                  <a:gd name="T48" fmla="*/ 2147483647 w 42"/>
                  <a:gd name="T49" fmla="*/ 2147483647 h 41"/>
                  <a:gd name="T50" fmla="*/ 2147483647 w 42"/>
                  <a:gd name="T51" fmla="*/ 2147483647 h 41"/>
                  <a:gd name="T52" fmla="*/ 2147483647 w 42"/>
                  <a:gd name="T53" fmla="*/ 2147483647 h 41"/>
                  <a:gd name="T54" fmla="*/ 2147483647 w 42"/>
                  <a:gd name="T55" fmla="*/ 2147483647 h 41"/>
                  <a:gd name="T56" fmla="*/ 2147483647 w 42"/>
                  <a:gd name="T57" fmla="*/ 2147483647 h 41"/>
                  <a:gd name="T58" fmla="*/ 2147483647 w 42"/>
                  <a:gd name="T59" fmla="*/ 2147483647 h 41"/>
                  <a:gd name="T60" fmla="*/ 2147483647 w 42"/>
                  <a:gd name="T61" fmla="*/ 2147483647 h 41"/>
                  <a:gd name="T62" fmla="*/ 2147483647 w 42"/>
                  <a:gd name="T63" fmla="*/ 2147483647 h 41"/>
                  <a:gd name="T64" fmla="*/ 2147483647 w 42"/>
                  <a:gd name="T65" fmla="*/ 2147483647 h 41"/>
                  <a:gd name="T66" fmla="*/ 2147483647 w 42"/>
                  <a:gd name="T67" fmla="*/ 2147483647 h 41"/>
                  <a:gd name="T68" fmla="*/ 2147483647 w 42"/>
                  <a:gd name="T69" fmla="*/ 2147483647 h 41"/>
                  <a:gd name="T70" fmla="*/ 2147483647 w 42"/>
                  <a:gd name="T71" fmla="*/ 2147483647 h 41"/>
                  <a:gd name="T72" fmla="*/ 2147483647 w 42"/>
                  <a:gd name="T73" fmla="*/ 2147483647 h 41"/>
                  <a:gd name="T74" fmla="*/ 2147483647 w 42"/>
                  <a:gd name="T75" fmla="*/ 2147483647 h 41"/>
                  <a:gd name="T76" fmla="*/ 2147483647 w 42"/>
                  <a:gd name="T77" fmla="*/ 2147483647 h 41"/>
                  <a:gd name="T78" fmla="*/ 2147483647 w 42"/>
                  <a:gd name="T79" fmla="*/ 2147483647 h 41"/>
                  <a:gd name="T80" fmla="*/ 2147483647 w 42"/>
                  <a:gd name="T81" fmla="*/ 2147483647 h 41"/>
                  <a:gd name="T82" fmla="*/ 2147483647 w 42"/>
                  <a:gd name="T83" fmla="*/ 2147483647 h 41"/>
                  <a:gd name="T84" fmla="*/ 2147483647 w 42"/>
                  <a:gd name="T85" fmla="*/ 2147483647 h 41"/>
                  <a:gd name="T86" fmla="*/ 2147483647 w 42"/>
                  <a:gd name="T87" fmla="*/ 2147483647 h 41"/>
                  <a:gd name="T88" fmla="*/ 2147483647 w 42"/>
                  <a:gd name="T89" fmla="*/ 2147483647 h 41"/>
                  <a:gd name="T90" fmla="*/ 2147483647 w 42"/>
                  <a:gd name="T91" fmla="*/ 2147483647 h 41"/>
                  <a:gd name="T92" fmla="*/ 2147483647 w 42"/>
                  <a:gd name="T93" fmla="*/ 2147483647 h 41"/>
                  <a:gd name="T94" fmla="*/ 2147483647 w 42"/>
                  <a:gd name="T95" fmla="*/ 2147483647 h 41"/>
                  <a:gd name="T96" fmla="*/ 2147483647 w 42"/>
                  <a:gd name="T97" fmla="*/ 2147483647 h 4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" h="41">
                    <a:moveTo>
                      <a:pt x="0" y="25"/>
                    </a:moveTo>
                    <a:lnTo>
                      <a:pt x="1" y="24"/>
                    </a:lnTo>
                    <a:lnTo>
                      <a:pt x="1" y="23"/>
                    </a:lnTo>
                    <a:lnTo>
                      <a:pt x="2" y="19"/>
                    </a:lnTo>
                    <a:lnTo>
                      <a:pt x="3" y="19"/>
                    </a:lnTo>
                    <a:lnTo>
                      <a:pt x="5" y="18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8" y="16"/>
                    </a:lnTo>
                    <a:lnTo>
                      <a:pt x="8" y="15"/>
                    </a:lnTo>
                    <a:lnTo>
                      <a:pt x="8" y="14"/>
                    </a:lnTo>
                    <a:lnTo>
                      <a:pt x="9" y="13"/>
                    </a:lnTo>
                    <a:lnTo>
                      <a:pt x="11" y="11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3" y="6"/>
                    </a:lnTo>
                    <a:lnTo>
                      <a:pt x="14" y="7"/>
                    </a:lnTo>
                    <a:lnTo>
                      <a:pt x="15" y="7"/>
                    </a:lnTo>
                    <a:lnTo>
                      <a:pt x="16" y="7"/>
                    </a:lnTo>
                    <a:lnTo>
                      <a:pt x="16" y="6"/>
                    </a:lnTo>
                    <a:lnTo>
                      <a:pt x="17" y="5"/>
                    </a:lnTo>
                    <a:lnTo>
                      <a:pt x="17" y="6"/>
                    </a:lnTo>
                    <a:lnTo>
                      <a:pt x="18" y="5"/>
                    </a:lnTo>
                    <a:lnTo>
                      <a:pt x="19" y="3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3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5" y="4"/>
                    </a:lnTo>
                    <a:lnTo>
                      <a:pt x="26" y="4"/>
                    </a:lnTo>
                    <a:lnTo>
                      <a:pt x="27" y="4"/>
                    </a:lnTo>
                    <a:lnTo>
                      <a:pt x="28" y="5"/>
                    </a:lnTo>
                    <a:lnTo>
                      <a:pt x="28" y="4"/>
                    </a:lnTo>
                    <a:lnTo>
                      <a:pt x="29" y="4"/>
                    </a:lnTo>
                    <a:lnTo>
                      <a:pt x="29" y="2"/>
                    </a:lnTo>
                    <a:lnTo>
                      <a:pt x="28" y="1"/>
                    </a:lnTo>
                    <a:lnTo>
                      <a:pt x="30" y="0"/>
                    </a:lnTo>
                    <a:lnTo>
                      <a:pt x="31" y="0"/>
                    </a:lnTo>
                    <a:lnTo>
                      <a:pt x="31" y="1"/>
                    </a:lnTo>
                    <a:lnTo>
                      <a:pt x="31" y="3"/>
                    </a:lnTo>
                    <a:lnTo>
                      <a:pt x="31" y="4"/>
                    </a:lnTo>
                    <a:lnTo>
                      <a:pt x="33" y="6"/>
                    </a:lnTo>
                    <a:lnTo>
                      <a:pt x="34" y="6"/>
                    </a:lnTo>
                    <a:lnTo>
                      <a:pt x="35" y="5"/>
                    </a:lnTo>
                    <a:lnTo>
                      <a:pt x="36" y="5"/>
                    </a:lnTo>
                    <a:lnTo>
                      <a:pt x="35" y="6"/>
                    </a:lnTo>
                    <a:lnTo>
                      <a:pt x="35" y="7"/>
                    </a:lnTo>
                    <a:lnTo>
                      <a:pt x="36" y="7"/>
                    </a:lnTo>
                    <a:lnTo>
                      <a:pt x="37" y="7"/>
                    </a:lnTo>
                    <a:lnTo>
                      <a:pt x="38" y="8"/>
                    </a:lnTo>
                    <a:lnTo>
                      <a:pt x="38" y="9"/>
                    </a:lnTo>
                    <a:lnTo>
                      <a:pt x="37" y="10"/>
                    </a:lnTo>
                    <a:lnTo>
                      <a:pt x="36" y="11"/>
                    </a:lnTo>
                    <a:lnTo>
                      <a:pt x="36" y="12"/>
                    </a:lnTo>
                    <a:lnTo>
                      <a:pt x="36" y="14"/>
                    </a:lnTo>
                    <a:lnTo>
                      <a:pt x="35" y="14"/>
                    </a:lnTo>
                    <a:lnTo>
                      <a:pt x="34" y="14"/>
                    </a:lnTo>
                    <a:lnTo>
                      <a:pt x="34" y="13"/>
                    </a:lnTo>
                    <a:lnTo>
                      <a:pt x="33" y="13"/>
                    </a:lnTo>
                    <a:lnTo>
                      <a:pt x="32" y="13"/>
                    </a:lnTo>
                    <a:lnTo>
                      <a:pt x="32" y="15"/>
                    </a:lnTo>
                    <a:lnTo>
                      <a:pt x="31" y="16"/>
                    </a:lnTo>
                    <a:lnTo>
                      <a:pt x="30" y="16"/>
                    </a:lnTo>
                    <a:lnTo>
                      <a:pt x="29" y="16"/>
                    </a:lnTo>
                    <a:lnTo>
                      <a:pt x="29" y="17"/>
                    </a:lnTo>
                    <a:lnTo>
                      <a:pt x="30" y="17"/>
                    </a:lnTo>
                    <a:lnTo>
                      <a:pt x="31" y="17"/>
                    </a:lnTo>
                    <a:lnTo>
                      <a:pt x="32" y="16"/>
                    </a:lnTo>
                    <a:lnTo>
                      <a:pt x="32" y="17"/>
                    </a:lnTo>
                    <a:lnTo>
                      <a:pt x="31" y="18"/>
                    </a:lnTo>
                    <a:lnTo>
                      <a:pt x="30" y="19"/>
                    </a:lnTo>
                    <a:lnTo>
                      <a:pt x="30" y="20"/>
                    </a:lnTo>
                    <a:lnTo>
                      <a:pt x="30" y="25"/>
                    </a:lnTo>
                    <a:lnTo>
                      <a:pt x="31" y="25"/>
                    </a:lnTo>
                    <a:lnTo>
                      <a:pt x="32" y="25"/>
                    </a:lnTo>
                    <a:lnTo>
                      <a:pt x="33" y="24"/>
                    </a:lnTo>
                    <a:lnTo>
                      <a:pt x="34" y="23"/>
                    </a:lnTo>
                    <a:lnTo>
                      <a:pt x="36" y="21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9"/>
                    </a:lnTo>
                    <a:lnTo>
                      <a:pt x="42" y="20"/>
                    </a:lnTo>
                    <a:lnTo>
                      <a:pt x="42" y="22"/>
                    </a:lnTo>
                    <a:lnTo>
                      <a:pt x="41" y="23"/>
                    </a:lnTo>
                    <a:lnTo>
                      <a:pt x="39" y="24"/>
                    </a:lnTo>
                    <a:lnTo>
                      <a:pt x="38" y="26"/>
                    </a:lnTo>
                    <a:lnTo>
                      <a:pt x="37" y="26"/>
                    </a:lnTo>
                    <a:lnTo>
                      <a:pt x="36" y="26"/>
                    </a:lnTo>
                    <a:lnTo>
                      <a:pt x="35" y="26"/>
                    </a:lnTo>
                    <a:lnTo>
                      <a:pt x="35" y="27"/>
                    </a:lnTo>
                    <a:lnTo>
                      <a:pt x="36" y="28"/>
                    </a:lnTo>
                    <a:lnTo>
                      <a:pt x="38" y="29"/>
                    </a:lnTo>
                    <a:lnTo>
                      <a:pt x="38" y="31"/>
                    </a:lnTo>
                    <a:lnTo>
                      <a:pt x="37" y="31"/>
                    </a:lnTo>
                    <a:lnTo>
                      <a:pt x="37" y="32"/>
                    </a:lnTo>
                    <a:lnTo>
                      <a:pt x="37" y="33"/>
                    </a:lnTo>
                    <a:lnTo>
                      <a:pt x="37" y="34"/>
                    </a:lnTo>
                    <a:lnTo>
                      <a:pt x="35" y="35"/>
                    </a:lnTo>
                    <a:lnTo>
                      <a:pt x="35" y="37"/>
                    </a:lnTo>
                    <a:lnTo>
                      <a:pt x="35" y="38"/>
                    </a:lnTo>
                    <a:lnTo>
                      <a:pt x="35" y="39"/>
                    </a:lnTo>
                    <a:lnTo>
                      <a:pt x="34" y="40"/>
                    </a:lnTo>
                    <a:lnTo>
                      <a:pt x="33" y="40"/>
                    </a:lnTo>
                    <a:lnTo>
                      <a:pt x="32" y="41"/>
                    </a:lnTo>
                    <a:lnTo>
                      <a:pt x="30" y="41"/>
                    </a:lnTo>
                    <a:lnTo>
                      <a:pt x="29" y="41"/>
                    </a:lnTo>
                    <a:lnTo>
                      <a:pt x="28" y="41"/>
                    </a:lnTo>
                    <a:lnTo>
                      <a:pt x="27" y="41"/>
                    </a:lnTo>
                    <a:lnTo>
                      <a:pt x="26" y="41"/>
                    </a:lnTo>
                    <a:lnTo>
                      <a:pt x="27" y="40"/>
                    </a:lnTo>
                    <a:lnTo>
                      <a:pt x="27" y="39"/>
                    </a:lnTo>
                    <a:lnTo>
                      <a:pt x="26" y="39"/>
                    </a:lnTo>
                    <a:lnTo>
                      <a:pt x="26" y="38"/>
                    </a:lnTo>
                    <a:lnTo>
                      <a:pt x="26" y="37"/>
                    </a:lnTo>
                    <a:lnTo>
                      <a:pt x="25" y="37"/>
                    </a:lnTo>
                    <a:lnTo>
                      <a:pt x="25" y="36"/>
                    </a:lnTo>
                    <a:lnTo>
                      <a:pt x="23" y="36"/>
                    </a:lnTo>
                    <a:lnTo>
                      <a:pt x="21" y="36"/>
                    </a:lnTo>
                    <a:lnTo>
                      <a:pt x="21" y="37"/>
                    </a:lnTo>
                    <a:lnTo>
                      <a:pt x="20" y="37"/>
                    </a:lnTo>
                    <a:lnTo>
                      <a:pt x="19" y="37"/>
                    </a:lnTo>
                    <a:lnTo>
                      <a:pt x="19" y="35"/>
                    </a:lnTo>
                    <a:lnTo>
                      <a:pt x="19" y="33"/>
                    </a:lnTo>
                    <a:lnTo>
                      <a:pt x="18" y="33"/>
                    </a:lnTo>
                    <a:lnTo>
                      <a:pt x="18" y="32"/>
                    </a:lnTo>
                    <a:lnTo>
                      <a:pt x="17" y="33"/>
                    </a:lnTo>
                    <a:lnTo>
                      <a:pt x="16" y="33"/>
                    </a:lnTo>
                    <a:lnTo>
                      <a:pt x="15" y="34"/>
                    </a:lnTo>
                    <a:lnTo>
                      <a:pt x="14" y="36"/>
                    </a:lnTo>
                    <a:lnTo>
                      <a:pt x="13" y="36"/>
                    </a:lnTo>
                    <a:lnTo>
                      <a:pt x="12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0" y="34"/>
                    </a:lnTo>
                    <a:lnTo>
                      <a:pt x="10" y="33"/>
                    </a:lnTo>
                    <a:lnTo>
                      <a:pt x="9" y="32"/>
                    </a:lnTo>
                    <a:lnTo>
                      <a:pt x="9" y="29"/>
                    </a:lnTo>
                    <a:lnTo>
                      <a:pt x="8" y="29"/>
                    </a:lnTo>
                    <a:lnTo>
                      <a:pt x="7" y="29"/>
                    </a:lnTo>
                    <a:lnTo>
                      <a:pt x="5" y="29"/>
                    </a:lnTo>
                    <a:lnTo>
                      <a:pt x="4" y="28"/>
                    </a:lnTo>
                    <a:lnTo>
                      <a:pt x="3" y="28"/>
                    </a:lnTo>
                    <a:lnTo>
                      <a:pt x="2" y="27"/>
                    </a:lnTo>
                    <a:lnTo>
                      <a:pt x="1" y="27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7" name="Freeform 14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3024741" y="3977750"/>
                <a:ext cx="651169" cy="433690"/>
              </a:xfrm>
              <a:custGeom>
                <a:avLst/>
                <a:gdLst>
                  <a:gd name="T0" fmla="*/ 2147483647 w 85"/>
                  <a:gd name="T1" fmla="*/ 2147483647 h 56"/>
                  <a:gd name="T2" fmla="*/ 2147483647 w 85"/>
                  <a:gd name="T3" fmla="*/ 2147483647 h 56"/>
                  <a:gd name="T4" fmla="*/ 2147483647 w 85"/>
                  <a:gd name="T5" fmla="*/ 2147483647 h 56"/>
                  <a:gd name="T6" fmla="*/ 2147483647 w 85"/>
                  <a:gd name="T7" fmla="*/ 2147483647 h 56"/>
                  <a:gd name="T8" fmla="*/ 2147483647 w 85"/>
                  <a:gd name="T9" fmla="*/ 2147483647 h 56"/>
                  <a:gd name="T10" fmla="*/ 2147483647 w 85"/>
                  <a:gd name="T11" fmla="*/ 2147483647 h 56"/>
                  <a:gd name="T12" fmla="*/ 2147483647 w 85"/>
                  <a:gd name="T13" fmla="*/ 2147483647 h 56"/>
                  <a:gd name="T14" fmla="*/ 2147483647 w 85"/>
                  <a:gd name="T15" fmla="*/ 2147483647 h 56"/>
                  <a:gd name="T16" fmla="*/ 2147483647 w 85"/>
                  <a:gd name="T17" fmla="*/ 2147483647 h 56"/>
                  <a:gd name="T18" fmla="*/ 2147483647 w 85"/>
                  <a:gd name="T19" fmla="*/ 2147483647 h 56"/>
                  <a:gd name="T20" fmla="*/ 2147483647 w 85"/>
                  <a:gd name="T21" fmla="*/ 2147483647 h 56"/>
                  <a:gd name="T22" fmla="*/ 2147483647 w 85"/>
                  <a:gd name="T23" fmla="*/ 2147483647 h 56"/>
                  <a:gd name="T24" fmla="*/ 2147483647 w 85"/>
                  <a:gd name="T25" fmla="*/ 2147483647 h 56"/>
                  <a:gd name="T26" fmla="*/ 2147483647 w 85"/>
                  <a:gd name="T27" fmla="*/ 2147483647 h 56"/>
                  <a:gd name="T28" fmla="*/ 2147483647 w 85"/>
                  <a:gd name="T29" fmla="*/ 2147483647 h 56"/>
                  <a:gd name="T30" fmla="*/ 2147483647 w 85"/>
                  <a:gd name="T31" fmla="*/ 2147483647 h 56"/>
                  <a:gd name="T32" fmla="*/ 2147483647 w 85"/>
                  <a:gd name="T33" fmla="*/ 2147483647 h 56"/>
                  <a:gd name="T34" fmla="*/ 2147483647 w 85"/>
                  <a:gd name="T35" fmla="*/ 2147483647 h 56"/>
                  <a:gd name="T36" fmla="*/ 2147483647 w 85"/>
                  <a:gd name="T37" fmla="*/ 2147483647 h 56"/>
                  <a:gd name="T38" fmla="*/ 2147483647 w 85"/>
                  <a:gd name="T39" fmla="*/ 2147483647 h 56"/>
                  <a:gd name="T40" fmla="*/ 2147483647 w 85"/>
                  <a:gd name="T41" fmla="*/ 2147483647 h 56"/>
                  <a:gd name="T42" fmla="*/ 2147483647 w 85"/>
                  <a:gd name="T43" fmla="*/ 2147483647 h 56"/>
                  <a:gd name="T44" fmla="*/ 2147483647 w 85"/>
                  <a:gd name="T45" fmla="*/ 2147483647 h 56"/>
                  <a:gd name="T46" fmla="*/ 2147483647 w 85"/>
                  <a:gd name="T47" fmla="*/ 2147483647 h 56"/>
                  <a:gd name="T48" fmla="*/ 2147483647 w 85"/>
                  <a:gd name="T49" fmla="*/ 2147483647 h 56"/>
                  <a:gd name="T50" fmla="*/ 2147483647 w 85"/>
                  <a:gd name="T51" fmla="*/ 2147483647 h 56"/>
                  <a:gd name="T52" fmla="*/ 2147483647 w 85"/>
                  <a:gd name="T53" fmla="*/ 2147483647 h 56"/>
                  <a:gd name="T54" fmla="*/ 2147483647 w 85"/>
                  <a:gd name="T55" fmla="*/ 2147483647 h 56"/>
                  <a:gd name="T56" fmla="*/ 2147483647 w 85"/>
                  <a:gd name="T57" fmla="*/ 2147483647 h 56"/>
                  <a:gd name="T58" fmla="*/ 2147483647 w 85"/>
                  <a:gd name="T59" fmla="*/ 2147483647 h 56"/>
                  <a:gd name="T60" fmla="*/ 2147483647 w 85"/>
                  <a:gd name="T61" fmla="*/ 2147483647 h 56"/>
                  <a:gd name="T62" fmla="*/ 2147483647 w 85"/>
                  <a:gd name="T63" fmla="*/ 2147483647 h 56"/>
                  <a:gd name="T64" fmla="*/ 2147483647 w 85"/>
                  <a:gd name="T65" fmla="*/ 2147483647 h 56"/>
                  <a:gd name="T66" fmla="*/ 2147483647 w 85"/>
                  <a:gd name="T67" fmla="*/ 2147483647 h 56"/>
                  <a:gd name="T68" fmla="*/ 2147483647 w 85"/>
                  <a:gd name="T69" fmla="*/ 2147483647 h 56"/>
                  <a:gd name="T70" fmla="*/ 2147483647 w 85"/>
                  <a:gd name="T71" fmla="*/ 2147483647 h 56"/>
                  <a:gd name="T72" fmla="*/ 2147483647 w 85"/>
                  <a:gd name="T73" fmla="*/ 2147483647 h 56"/>
                  <a:gd name="T74" fmla="*/ 2147483647 w 85"/>
                  <a:gd name="T75" fmla="*/ 2147483647 h 56"/>
                  <a:gd name="T76" fmla="*/ 2147483647 w 85"/>
                  <a:gd name="T77" fmla="*/ 2147483647 h 56"/>
                  <a:gd name="T78" fmla="*/ 2147483647 w 85"/>
                  <a:gd name="T79" fmla="*/ 0 h 56"/>
                  <a:gd name="T80" fmla="*/ 2147483647 w 85"/>
                  <a:gd name="T81" fmla="*/ 2147483647 h 56"/>
                  <a:gd name="T82" fmla="*/ 2147483647 w 85"/>
                  <a:gd name="T83" fmla="*/ 2147483647 h 56"/>
                  <a:gd name="T84" fmla="*/ 2147483647 w 85"/>
                  <a:gd name="T85" fmla="*/ 2147483647 h 56"/>
                  <a:gd name="T86" fmla="*/ 2147483647 w 85"/>
                  <a:gd name="T87" fmla="*/ 2147483647 h 56"/>
                  <a:gd name="T88" fmla="*/ 2147483647 w 85"/>
                  <a:gd name="T89" fmla="*/ 2147483647 h 56"/>
                  <a:gd name="T90" fmla="*/ 2147483647 w 85"/>
                  <a:gd name="T91" fmla="*/ 2147483647 h 56"/>
                  <a:gd name="T92" fmla="*/ 2147483647 w 85"/>
                  <a:gd name="T93" fmla="*/ 2147483647 h 56"/>
                  <a:gd name="T94" fmla="*/ 2147483647 w 85"/>
                  <a:gd name="T95" fmla="*/ 2147483647 h 56"/>
                  <a:gd name="T96" fmla="*/ 2147483647 w 85"/>
                  <a:gd name="T97" fmla="*/ 2147483647 h 56"/>
                  <a:gd name="T98" fmla="*/ 2147483647 w 85"/>
                  <a:gd name="T99" fmla="*/ 2147483647 h 56"/>
                  <a:gd name="T100" fmla="*/ 2147483647 w 85"/>
                  <a:gd name="T101" fmla="*/ 2147483647 h 56"/>
                  <a:gd name="T102" fmla="*/ 2147483647 w 85"/>
                  <a:gd name="T103" fmla="*/ 2147483647 h 56"/>
                  <a:gd name="T104" fmla="*/ 2147483647 w 85"/>
                  <a:gd name="T105" fmla="*/ 2147483647 h 56"/>
                  <a:gd name="T106" fmla="*/ 2147483647 w 85"/>
                  <a:gd name="T107" fmla="*/ 2147483647 h 56"/>
                  <a:gd name="T108" fmla="*/ 2147483647 w 85"/>
                  <a:gd name="T109" fmla="*/ 2147483647 h 56"/>
                  <a:gd name="T110" fmla="*/ 2147483647 w 85"/>
                  <a:gd name="T111" fmla="*/ 2147483647 h 56"/>
                  <a:gd name="T112" fmla="*/ 2147483647 w 85"/>
                  <a:gd name="T113" fmla="*/ 2147483647 h 56"/>
                  <a:gd name="T114" fmla="*/ 0 w 85"/>
                  <a:gd name="T115" fmla="*/ 2147483647 h 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85" h="56">
                    <a:moveTo>
                      <a:pt x="0" y="40"/>
                    </a:moveTo>
                    <a:lnTo>
                      <a:pt x="0" y="40"/>
                    </a:lnTo>
                    <a:lnTo>
                      <a:pt x="1" y="41"/>
                    </a:lnTo>
                    <a:lnTo>
                      <a:pt x="2" y="42"/>
                    </a:lnTo>
                    <a:lnTo>
                      <a:pt x="3" y="44"/>
                    </a:lnTo>
                    <a:lnTo>
                      <a:pt x="4" y="45"/>
                    </a:lnTo>
                    <a:lnTo>
                      <a:pt x="4" y="46"/>
                    </a:lnTo>
                    <a:lnTo>
                      <a:pt x="5" y="47"/>
                    </a:lnTo>
                    <a:lnTo>
                      <a:pt x="7" y="48"/>
                    </a:lnTo>
                    <a:lnTo>
                      <a:pt x="8" y="48"/>
                    </a:lnTo>
                    <a:lnTo>
                      <a:pt x="9" y="49"/>
                    </a:lnTo>
                    <a:lnTo>
                      <a:pt x="10" y="49"/>
                    </a:lnTo>
                    <a:lnTo>
                      <a:pt x="11" y="49"/>
                    </a:lnTo>
                    <a:lnTo>
                      <a:pt x="12" y="49"/>
                    </a:lnTo>
                    <a:lnTo>
                      <a:pt x="12" y="50"/>
                    </a:lnTo>
                    <a:lnTo>
                      <a:pt x="13" y="50"/>
                    </a:lnTo>
                    <a:lnTo>
                      <a:pt x="14" y="50"/>
                    </a:lnTo>
                    <a:lnTo>
                      <a:pt x="15" y="51"/>
                    </a:lnTo>
                    <a:lnTo>
                      <a:pt x="16" y="51"/>
                    </a:lnTo>
                    <a:lnTo>
                      <a:pt x="17" y="51"/>
                    </a:lnTo>
                    <a:lnTo>
                      <a:pt x="18" y="52"/>
                    </a:lnTo>
                    <a:lnTo>
                      <a:pt x="19" y="52"/>
                    </a:lnTo>
                    <a:lnTo>
                      <a:pt x="20" y="53"/>
                    </a:lnTo>
                    <a:lnTo>
                      <a:pt x="21" y="53"/>
                    </a:lnTo>
                    <a:lnTo>
                      <a:pt x="22" y="53"/>
                    </a:lnTo>
                    <a:lnTo>
                      <a:pt x="23" y="53"/>
                    </a:lnTo>
                    <a:lnTo>
                      <a:pt x="24" y="54"/>
                    </a:lnTo>
                    <a:lnTo>
                      <a:pt x="25" y="54"/>
                    </a:lnTo>
                    <a:lnTo>
                      <a:pt x="30" y="55"/>
                    </a:lnTo>
                    <a:lnTo>
                      <a:pt x="31" y="56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4" y="55"/>
                    </a:lnTo>
                    <a:lnTo>
                      <a:pt x="35" y="55"/>
                    </a:lnTo>
                    <a:lnTo>
                      <a:pt x="36" y="55"/>
                    </a:lnTo>
                    <a:lnTo>
                      <a:pt x="37" y="55"/>
                    </a:lnTo>
                    <a:lnTo>
                      <a:pt x="38" y="56"/>
                    </a:lnTo>
                    <a:lnTo>
                      <a:pt x="39" y="56"/>
                    </a:lnTo>
                    <a:lnTo>
                      <a:pt x="39" y="55"/>
                    </a:lnTo>
                    <a:lnTo>
                      <a:pt x="39" y="54"/>
                    </a:lnTo>
                    <a:lnTo>
                      <a:pt x="39" y="51"/>
                    </a:lnTo>
                    <a:lnTo>
                      <a:pt x="40" y="50"/>
                    </a:lnTo>
                    <a:lnTo>
                      <a:pt x="41" y="51"/>
                    </a:lnTo>
                    <a:lnTo>
                      <a:pt x="42" y="50"/>
                    </a:lnTo>
                    <a:lnTo>
                      <a:pt x="41" y="50"/>
                    </a:lnTo>
                    <a:lnTo>
                      <a:pt x="42" y="50"/>
                    </a:lnTo>
                    <a:lnTo>
                      <a:pt x="42" y="51"/>
                    </a:lnTo>
                    <a:lnTo>
                      <a:pt x="43" y="50"/>
                    </a:lnTo>
                    <a:lnTo>
                      <a:pt x="44" y="49"/>
                    </a:lnTo>
                    <a:lnTo>
                      <a:pt x="44" y="48"/>
                    </a:lnTo>
                    <a:lnTo>
                      <a:pt x="44" y="47"/>
                    </a:lnTo>
                    <a:lnTo>
                      <a:pt x="44" y="46"/>
                    </a:lnTo>
                    <a:lnTo>
                      <a:pt x="44" y="44"/>
                    </a:lnTo>
                    <a:lnTo>
                      <a:pt x="44" y="42"/>
                    </a:lnTo>
                    <a:lnTo>
                      <a:pt x="46" y="42"/>
                    </a:lnTo>
                    <a:lnTo>
                      <a:pt x="47" y="42"/>
                    </a:lnTo>
                    <a:lnTo>
                      <a:pt x="48" y="42"/>
                    </a:lnTo>
                    <a:lnTo>
                      <a:pt x="49" y="42"/>
                    </a:lnTo>
                    <a:lnTo>
                      <a:pt x="50" y="42"/>
                    </a:lnTo>
                    <a:lnTo>
                      <a:pt x="50" y="43"/>
                    </a:lnTo>
                    <a:lnTo>
                      <a:pt x="51" y="44"/>
                    </a:lnTo>
                    <a:lnTo>
                      <a:pt x="52" y="45"/>
                    </a:lnTo>
                    <a:lnTo>
                      <a:pt x="53" y="45"/>
                    </a:lnTo>
                    <a:lnTo>
                      <a:pt x="54" y="45"/>
                    </a:lnTo>
                    <a:lnTo>
                      <a:pt x="55" y="45"/>
                    </a:lnTo>
                    <a:lnTo>
                      <a:pt x="56" y="44"/>
                    </a:lnTo>
                    <a:lnTo>
                      <a:pt x="58" y="45"/>
                    </a:lnTo>
                    <a:lnTo>
                      <a:pt x="60" y="45"/>
                    </a:lnTo>
                    <a:lnTo>
                      <a:pt x="61" y="46"/>
                    </a:lnTo>
                    <a:lnTo>
                      <a:pt x="63" y="46"/>
                    </a:lnTo>
                    <a:lnTo>
                      <a:pt x="64" y="46"/>
                    </a:lnTo>
                    <a:lnTo>
                      <a:pt x="64" y="47"/>
                    </a:lnTo>
                    <a:lnTo>
                      <a:pt x="65" y="47"/>
                    </a:lnTo>
                    <a:lnTo>
                      <a:pt x="66" y="47"/>
                    </a:lnTo>
                    <a:lnTo>
                      <a:pt x="67" y="47"/>
                    </a:lnTo>
                    <a:lnTo>
                      <a:pt x="68" y="47"/>
                    </a:lnTo>
                    <a:lnTo>
                      <a:pt x="68" y="48"/>
                    </a:lnTo>
                    <a:lnTo>
                      <a:pt x="68" y="49"/>
                    </a:lnTo>
                    <a:lnTo>
                      <a:pt x="69" y="49"/>
                    </a:lnTo>
                    <a:lnTo>
                      <a:pt x="70" y="48"/>
                    </a:lnTo>
                    <a:lnTo>
                      <a:pt x="70" y="47"/>
                    </a:lnTo>
                    <a:lnTo>
                      <a:pt x="69" y="46"/>
                    </a:lnTo>
                    <a:lnTo>
                      <a:pt x="69" y="44"/>
                    </a:lnTo>
                    <a:lnTo>
                      <a:pt x="69" y="43"/>
                    </a:lnTo>
                    <a:lnTo>
                      <a:pt x="68" y="43"/>
                    </a:lnTo>
                    <a:lnTo>
                      <a:pt x="68" y="42"/>
                    </a:lnTo>
                    <a:lnTo>
                      <a:pt x="68" y="41"/>
                    </a:lnTo>
                    <a:lnTo>
                      <a:pt x="68" y="40"/>
                    </a:lnTo>
                    <a:lnTo>
                      <a:pt x="68" y="39"/>
                    </a:lnTo>
                    <a:lnTo>
                      <a:pt x="68" y="38"/>
                    </a:lnTo>
                    <a:lnTo>
                      <a:pt x="68" y="37"/>
                    </a:lnTo>
                    <a:lnTo>
                      <a:pt x="69" y="37"/>
                    </a:lnTo>
                    <a:lnTo>
                      <a:pt x="69" y="38"/>
                    </a:lnTo>
                    <a:lnTo>
                      <a:pt x="70" y="38"/>
                    </a:lnTo>
                    <a:lnTo>
                      <a:pt x="70" y="37"/>
                    </a:lnTo>
                    <a:lnTo>
                      <a:pt x="71" y="37"/>
                    </a:lnTo>
                    <a:lnTo>
                      <a:pt x="72" y="37"/>
                    </a:lnTo>
                    <a:lnTo>
                      <a:pt x="73" y="37"/>
                    </a:lnTo>
                    <a:lnTo>
                      <a:pt x="73" y="36"/>
                    </a:lnTo>
                    <a:lnTo>
                      <a:pt x="74" y="36"/>
                    </a:lnTo>
                    <a:lnTo>
                      <a:pt x="74" y="35"/>
                    </a:lnTo>
                    <a:lnTo>
                      <a:pt x="75" y="33"/>
                    </a:lnTo>
                    <a:lnTo>
                      <a:pt x="76" y="32"/>
                    </a:lnTo>
                    <a:lnTo>
                      <a:pt x="77" y="31"/>
                    </a:lnTo>
                    <a:lnTo>
                      <a:pt x="77" y="30"/>
                    </a:lnTo>
                    <a:lnTo>
                      <a:pt x="78" y="30"/>
                    </a:lnTo>
                    <a:lnTo>
                      <a:pt x="78" y="28"/>
                    </a:lnTo>
                    <a:lnTo>
                      <a:pt x="78" y="27"/>
                    </a:lnTo>
                    <a:lnTo>
                      <a:pt x="79" y="27"/>
                    </a:lnTo>
                    <a:lnTo>
                      <a:pt x="78" y="26"/>
                    </a:lnTo>
                    <a:lnTo>
                      <a:pt x="79" y="26"/>
                    </a:lnTo>
                    <a:lnTo>
                      <a:pt x="80" y="26"/>
                    </a:lnTo>
                    <a:lnTo>
                      <a:pt x="81" y="26"/>
                    </a:lnTo>
                    <a:lnTo>
                      <a:pt x="80" y="25"/>
                    </a:lnTo>
                    <a:lnTo>
                      <a:pt x="80" y="24"/>
                    </a:lnTo>
                    <a:lnTo>
                      <a:pt x="80" y="23"/>
                    </a:lnTo>
                    <a:lnTo>
                      <a:pt x="79" y="23"/>
                    </a:lnTo>
                    <a:lnTo>
                      <a:pt x="80" y="22"/>
                    </a:lnTo>
                    <a:lnTo>
                      <a:pt x="80" y="21"/>
                    </a:lnTo>
                    <a:lnTo>
                      <a:pt x="79" y="21"/>
                    </a:lnTo>
                    <a:lnTo>
                      <a:pt x="79" y="20"/>
                    </a:lnTo>
                    <a:lnTo>
                      <a:pt x="80" y="20"/>
                    </a:lnTo>
                    <a:lnTo>
                      <a:pt x="81" y="19"/>
                    </a:lnTo>
                    <a:lnTo>
                      <a:pt x="81" y="17"/>
                    </a:lnTo>
                    <a:lnTo>
                      <a:pt x="82" y="17"/>
                    </a:lnTo>
                    <a:lnTo>
                      <a:pt x="82" y="16"/>
                    </a:lnTo>
                    <a:lnTo>
                      <a:pt x="82" y="15"/>
                    </a:lnTo>
                    <a:lnTo>
                      <a:pt x="81" y="14"/>
                    </a:lnTo>
                    <a:lnTo>
                      <a:pt x="81" y="13"/>
                    </a:lnTo>
                    <a:lnTo>
                      <a:pt x="82" y="13"/>
                    </a:lnTo>
                    <a:lnTo>
                      <a:pt x="83" y="13"/>
                    </a:lnTo>
                    <a:lnTo>
                      <a:pt x="84" y="12"/>
                    </a:lnTo>
                    <a:lnTo>
                      <a:pt x="85" y="11"/>
                    </a:lnTo>
                    <a:lnTo>
                      <a:pt x="85" y="10"/>
                    </a:lnTo>
                    <a:lnTo>
                      <a:pt x="80" y="9"/>
                    </a:lnTo>
                    <a:lnTo>
                      <a:pt x="79" y="8"/>
                    </a:lnTo>
                    <a:lnTo>
                      <a:pt x="77" y="7"/>
                    </a:lnTo>
                    <a:lnTo>
                      <a:pt x="77" y="8"/>
                    </a:lnTo>
                    <a:lnTo>
                      <a:pt x="76" y="9"/>
                    </a:lnTo>
                    <a:lnTo>
                      <a:pt x="75" y="10"/>
                    </a:lnTo>
                    <a:lnTo>
                      <a:pt x="74" y="12"/>
                    </a:lnTo>
                    <a:lnTo>
                      <a:pt x="73" y="12"/>
                    </a:lnTo>
                    <a:lnTo>
                      <a:pt x="72" y="13"/>
                    </a:lnTo>
                    <a:lnTo>
                      <a:pt x="71" y="13"/>
                    </a:lnTo>
                    <a:lnTo>
                      <a:pt x="71" y="12"/>
                    </a:lnTo>
                    <a:lnTo>
                      <a:pt x="70" y="13"/>
                    </a:lnTo>
                    <a:lnTo>
                      <a:pt x="68" y="13"/>
                    </a:lnTo>
                    <a:lnTo>
                      <a:pt x="67" y="13"/>
                    </a:lnTo>
                    <a:lnTo>
                      <a:pt x="67" y="12"/>
                    </a:lnTo>
                    <a:lnTo>
                      <a:pt x="65" y="12"/>
                    </a:lnTo>
                    <a:lnTo>
                      <a:pt x="64" y="13"/>
                    </a:lnTo>
                    <a:lnTo>
                      <a:pt x="63" y="13"/>
                    </a:lnTo>
                    <a:lnTo>
                      <a:pt x="63" y="12"/>
                    </a:lnTo>
                    <a:lnTo>
                      <a:pt x="64" y="12"/>
                    </a:lnTo>
                    <a:lnTo>
                      <a:pt x="64" y="11"/>
                    </a:lnTo>
                    <a:lnTo>
                      <a:pt x="64" y="10"/>
                    </a:lnTo>
                    <a:lnTo>
                      <a:pt x="63" y="9"/>
                    </a:lnTo>
                    <a:lnTo>
                      <a:pt x="62" y="9"/>
                    </a:lnTo>
                    <a:lnTo>
                      <a:pt x="61" y="9"/>
                    </a:lnTo>
                    <a:lnTo>
                      <a:pt x="60" y="10"/>
                    </a:lnTo>
                    <a:lnTo>
                      <a:pt x="59" y="9"/>
                    </a:lnTo>
                    <a:lnTo>
                      <a:pt x="58" y="10"/>
                    </a:lnTo>
                    <a:lnTo>
                      <a:pt x="57" y="10"/>
                    </a:lnTo>
                    <a:lnTo>
                      <a:pt x="56" y="10"/>
                    </a:lnTo>
                    <a:lnTo>
                      <a:pt x="55" y="10"/>
                    </a:lnTo>
                    <a:lnTo>
                      <a:pt x="54" y="9"/>
                    </a:lnTo>
                    <a:lnTo>
                      <a:pt x="53" y="8"/>
                    </a:lnTo>
                    <a:lnTo>
                      <a:pt x="53" y="3"/>
                    </a:lnTo>
                    <a:lnTo>
                      <a:pt x="52" y="3"/>
                    </a:lnTo>
                    <a:lnTo>
                      <a:pt x="51" y="3"/>
                    </a:lnTo>
                    <a:lnTo>
                      <a:pt x="50" y="2"/>
                    </a:lnTo>
                    <a:lnTo>
                      <a:pt x="50" y="3"/>
                    </a:lnTo>
                    <a:lnTo>
                      <a:pt x="49" y="4"/>
                    </a:lnTo>
                    <a:lnTo>
                      <a:pt x="48" y="5"/>
                    </a:lnTo>
                    <a:lnTo>
                      <a:pt x="47" y="5"/>
                    </a:lnTo>
                    <a:lnTo>
                      <a:pt x="46" y="5"/>
                    </a:lnTo>
                    <a:lnTo>
                      <a:pt x="45" y="4"/>
                    </a:lnTo>
                    <a:lnTo>
                      <a:pt x="44" y="4"/>
                    </a:lnTo>
                    <a:lnTo>
                      <a:pt x="43" y="3"/>
                    </a:lnTo>
                    <a:lnTo>
                      <a:pt x="43" y="2"/>
                    </a:lnTo>
                    <a:lnTo>
                      <a:pt x="43" y="1"/>
                    </a:lnTo>
                    <a:lnTo>
                      <a:pt x="42" y="0"/>
                    </a:lnTo>
                    <a:lnTo>
                      <a:pt x="42" y="1"/>
                    </a:lnTo>
                    <a:lnTo>
                      <a:pt x="41" y="1"/>
                    </a:lnTo>
                    <a:lnTo>
                      <a:pt x="41" y="0"/>
                    </a:lnTo>
                    <a:lnTo>
                      <a:pt x="40" y="0"/>
                    </a:lnTo>
                    <a:lnTo>
                      <a:pt x="39" y="0"/>
                    </a:lnTo>
                    <a:lnTo>
                      <a:pt x="36" y="1"/>
                    </a:lnTo>
                    <a:lnTo>
                      <a:pt x="35" y="2"/>
                    </a:lnTo>
                    <a:lnTo>
                      <a:pt x="34" y="1"/>
                    </a:lnTo>
                    <a:lnTo>
                      <a:pt x="33" y="1"/>
                    </a:lnTo>
                    <a:lnTo>
                      <a:pt x="33" y="2"/>
                    </a:lnTo>
                    <a:lnTo>
                      <a:pt x="32" y="2"/>
                    </a:lnTo>
                    <a:lnTo>
                      <a:pt x="30" y="2"/>
                    </a:lnTo>
                    <a:lnTo>
                      <a:pt x="29" y="2"/>
                    </a:lnTo>
                    <a:lnTo>
                      <a:pt x="28" y="2"/>
                    </a:lnTo>
                    <a:lnTo>
                      <a:pt x="28" y="3"/>
                    </a:lnTo>
                    <a:lnTo>
                      <a:pt x="27" y="3"/>
                    </a:lnTo>
                    <a:lnTo>
                      <a:pt x="26" y="3"/>
                    </a:lnTo>
                    <a:lnTo>
                      <a:pt x="26" y="4"/>
                    </a:lnTo>
                    <a:lnTo>
                      <a:pt x="25" y="5"/>
                    </a:lnTo>
                    <a:lnTo>
                      <a:pt x="24" y="5"/>
                    </a:lnTo>
                    <a:lnTo>
                      <a:pt x="23" y="5"/>
                    </a:lnTo>
                    <a:lnTo>
                      <a:pt x="23" y="4"/>
                    </a:lnTo>
                    <a:lnTo>
                      <a:pt x="22" y="4"/>
                    </a:lnTo>
                    <a:lnTo>
                      <a:pt x="21" y="4"/>
                    </a:lnTo>
                    <a:lnTo>
                      <a:pt x="22" y="4"/>
                    </a:lnTo>
                    <a:lnTo>
                      <a:pt x="22" y="5"/>
                    </a:lnTo>
                    <a:lnTo>
                      <a:pt x="21" y="5"/>
                    </a:lnTo>
                    <a:lnTo>
                      <a:pt x="21" y="4"/>
                    </a:lnTo>
                    <a:lnTo>
                      <a:pt x="20" y="4"/>
                    </a:lnTo>
                    <a:lnTo>
                      <a:pt x="19" y="4"/>
                    </a:lnTo>
                    <a:lnTo>
                      <a:pt x="19" y="6"/>
                    </a:lnTo>
                    <a:lnTo>
                      <a:pt x="19" y="7"/>
                    </a:lnTo>
                    <a:lnTo>
                      <a:pt x="19" y="8"/>
                    </a:lnTo>
                    <a:lnTo>
                      <a:pt x="18" y="9"/>
                    </a:lnTo>
                    <a:lnTo>
                      <a:pt x="19" y="9"/>
                    </a:lnTo>
                    <a:lnTo>
                      <a:pt x="20" y="9"/>
                    </a:lnTo>
                    <a:lnTo>
                      <a:pt x="21" y="9"/>
                    </a:lnTo>
                    <a:lnTo>
                      <a:pt x="22" y="8"/>
                    </a:lnTo>
                    <a:lnTo>
                      <a:pt x="23" y="9"/>
                    </a:lnTo>
                    <a:lnTo>
                      <a:pt x="23" y="10"/>
                    </a:lnTo>
                    <a:lnTo>
                      <a:pt x="24" y="10"/>
                    </a:lnTo>
                    <a:lnTo>
                      <a:pt x="25" y="11"/>
                    </a:lnTo>
                    <a:lnTo>
                      <a:pt x="25" y="12"/>
                    </a:lnTo>
                    <a:lnTo>
                      <a:pt x="25" y="13"/>
                    </a:lnTo>
                    <a:lnTo>
                      <a:pt x="24" y="13"/>
                    </a:lnTo>
                    <a:lnTo>
                      <a:pt x="23" y="14"/>
                    </a:lnTo>
                    <a:lnTo>
                      <a:pt x="23" y="15"/>
                    </a:lnTo>
                    <a:lnTo>
                      <a:pt x="24" y="15"/>
                    </a:lnTo>
                    <a:lnTo>
                      <a:pt x="25" y="16"/>
                    </a:lnTo>
                    <a:lnTo>
                      <a:pt x="26" y="17"/>
                    </a:lnTo>
                    <a:lnTo>
                      <a:pt x="26" y="18"/>
                    </a:lnTo>
                    <a:lnTo>
                      <a:pt x="26" y="19"/>
                    </a:lnTo>
                    <a:lnTo>
                      <a:pt x="26" y="20"/>
                    </a:lnTo>
                    <a:lnTo>
                      <a:pt x="27" y="20"/>
                    </a:lnTo>
                    <a:lnTo>
                      <a:pt x="28" y="20"/>
                    </a:lnTo>
                    <a:lnTo>
                      <a:pt x="28" y="19"/>
                    </a:lnTo>
                    <a:lnTo>
                      <a:pt x="29" y="19"/>
                    </a:lnTo>
                    <a:lnTo>
                      <a:pt x="30" y="20"/>
                    </a:lnTo>
                    <a:lnTo>
                      <a:pt x="29" y="20"/>
                    </a:lnTo>
                    <a:lnTo>
                      <a:pt x="29" y="21"/>
                    </a:lnTo>
                    <a:lnTo>
                      <a:pt x="29" y="22"/>
                    </a:lnTo>
                    <a:lnTo>
                      <a:pt x="28" y="23"/>
                    </a:lnTo>
                    <a:lnTo>
                      <a:pt x="27" y="24"/>
                    </a:lnTo>
                    <a:lnTo>
                      <a:pt x="27" y="25"/>
                    </a:lnTo>
                    <a:lnTo>
                      <a:pt x="27" y="26"/>
                    </a:lnTo>
                    <a:lnTo>
                      <a:pt x="26" y="25"/>
                    </a:lnTo>
                    <a:lnTo>
                      <a:pt x="25" y="25"/>
                    </a:lnTo>
                    <a:lnTo>
                      <a:pt x="24" y="25"/>
                    </a:lnTo>
                    <a:lnTo>
                      <a:pt x="23" y="26"/>
                    </a:lnTo>
                    <a:lnTo>
                      <a:pt x="21" y="27"/>
                    </a:lnTo>
                    <a:lnTo>
                      <a:pt x="21" y="28"/>
                    </a:lnTo>
                    <a:lnTo>
                      <a:pt x="20" y="29"/>
                    </a:lnTo>
                    <a:lnTo>
                      <a:pt x="19" y="29"/>
                    </a:lnTo>
                    <a:lnTo>
                      <a:pt x="19" y="30"/>
                    </a:lnTo>
                    <a:lnTo>
                      <a:pt x="17" y="30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5" y="32"/>
                    </a:lnTo>
                    <a:lnTo>
                      <a:pt x="14" y="31"/>
                    </a:lnTo>
                    <a:lnTo>
                      <a:pt x="13" y="30"/>
                    </a:lnTo>
                    <a:lnTo>
                      <a:pt x="12" y="30"/>
                    </a:lnTo>
                    <a:lnTo>
                      <a:pt x="11" y="31"/>
                    </a:lnTo>
                    <a:lnTo>
                      <a:pt x="10" y="31"/>
                    </a:lnTo>
                    <a:lnTo>
                      <a:pt x="9" y="31"/>
                    </a:lnTo>
                    <a:lnTo>
                      <a:pt x="8" y="31"/>
                    </a:lnTo>
                    <a:lnTo>
                      <a:pt x="8" y="32"/>
                    </a:lnTo>
                    <a:lnTo>
                      <a:pt x="7" y="32"/>
                    </a:lnTo>
                    <a:lnTo>
                      <a:pt x="6" y="32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4" y="34"/>
                    </a:lnTo>
                    <a:lnTo>
                      <a:pt x="4" y="35"/>
                    </a:lnTo>
                    <a:lnTo>
                      <a:pt x="4" y="36"/>
                    </a:lnTo>
                    <a:lnTo>
                      <a:pt x="2" y="37"/>
                    </a:lnTo>
                    <a:lnTo>
                      <a:pt x="0" y="39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8" name="Freeform 15"/>
              <p:cNvSpPr>
                <a:spLocks/>
              </p:cNvSpPr>
              <p:nvPr/>
            </p:nvSpPr>
            <p:spPr bwMode="auto">
              <a:xfrm>
                <a:off x="3847001" y="4097789"/>
                <a:ext cx="168538" cy="100678"/>
              </a:xfrm>
              <a:custGeom>
                <a:avLst/>
                <a:gdLst>
                  <a:gd name="T0" fmla="*/ 2147483647 w 22"/>
                  <a:gd name="T1" fmla="*/ 2147483647 h 13"/>
                  <a:gd name="T2" fmla="*/ 2147483647 w 22"/>
                  <a:gd name="T3" fmla="*/ 2147483647 h 13"/>
                  <a:gd name="T4" fmla="*/ 2147483647 w 22"/>
                  <a:gd name="T5" fmla="*/ 2147483647 h 13"/>
                  <a:gd name="T6" fmla="*/ 2147483647 w 22"/>
                  <a:gd name="T7" fmla="*/ 2147483647 h 13"/>
                  <a:gd name="T8" fmla="*/ 2147483647 w 22"/>
                  <a:gd name="T9" fmla="*/ 2147483647 h 13"/>
                  <a:gd name="T10" fmla="*/ 2147483647 w 22"/>
                  <a:gd name="T11" fmla="*/ 2147483647 h 13"/>
                  <a:gd name="T12" fmla="*/ 2147483647 w 22"/>
                  <a:gd name="T13" fmla="*/ 0 h 13"/>
                  <a:gd name="T14" fmla="*/ 2147483647 w 22"/>
                  <a:gd name="T15" fmla="*/ 2147483647 h 13"/>
                  <a:gd name="T16" fmla="*/ 2147483647 w 22"/>
                  <a:gd name="T17" fmla="*/ 2147483647 h 13"/>
                  <a:gd name="T18" fmla="*/ 2147483647 w 22"/>
                  <a:gd name="T19" fmla="*/ 2147483647 h 13"/>
                  <a:gd name="T20" fmla="*/ 2147483647 w 22"/>
                  <a:gd name="T21" fmla="*/ 2147483647 h 13"/>
                  <a:gd name="T22" fmla="*/ 2147483647 w 22"/>
                  <a:gd name="T23" fmla="*/ 2147483647 h 13"/>
                  <a:gd name="T24" fmla="*/ 2147483647 w 22"/>
                  <a:gd name="T25" fmla="*/ 2147483647 h 13"/>
                  <a:gd name="T26" fmla="*/ 2147483647 w 22"/>
                  <a:gd name="T27" fmla="*/ 2147483647 h 13"/>
                  <a:gd name="T28" fmla="*/ 2147483647 w 22"/>
                  <a:gd name="T29" fmla="*/ 2147483647 h 13"/>
                  <a:gd name="T30" fmla="*/ 2147483647 w 22"/>
                  <a:gd name="T31" fmla="*/ 2147483647 h 13"/>
                  <a:gd name="T32" fmla="*/ 2147483647 w 22"/>
                  <a:gd name="T33" fmla="*/ 2147483647 h 13"/>
                  <a:gd name="T34" fmla="*/ 2147483647 w 22"/>
                  <a:gd name="T35" fmla="*/ 2147483647 h 13"/>
                  <a:gd name="T36" fmla="*/ 2147483647 w 22"/>
                  <a:gd name="T37" fmla="*/ 2147483647 h 13"/>
                  <a:gd name="T38" fmla="*/ 2147483647 w 22"/>
                  <a:gd name="T39" fmla="*/ 2147483647 h 13"/>
                  <a:gd name="T40" fmla="*/ 2147483647 w 22"/>
                  <a:gd name="T41" fmla="*/ 2147483647 h 13"/>
                  <a:gd name="T42" fmla="*/ 2147483647 w 22"/>
                  <a:gd name="T43" fmla="*/ 2147483647 h 13"/>
                  <a:gd name="T44" fmla="*/ 2147483647 w 22"/>
                  <a:gd name="T45" fmla="*/ 2147483647 h 13"/>
                  <a:gd name="T46" fmla="*/ 2147483647 w 22"/>
                  <a:gd name="T47" fmla="*/ 2147483647 h 13"/>
                  <a:gd name="T48" fmla="*/ 2147483647 w 22"/>
                  <a:gd name="T49" fmla="*/ 2147483647 h 13"/>
                  <a:gd name="T50" fmla="*/ 2147483647 w 22"/>
                  <a:gd name="T51" fmla="*/ 2147483647 h 13"/>
                  <a:gd name="T52" fmla="*/ 2147483647 w 22"/>
                  <a:gd name="T53" fmla="*/ 2147483647 h 13"/>
                  <a:gd name="T54" fmla="*/ 2147483647 w 22"/>
                  <a:gd name="T55" fmla="*/ 2147483647 h 13"/>
                  <a:gd name="T56" fmla="*/ 2147483647 w 22"/>
                  <a:gd name="T57" fmla="*/ 2147483647 h 13"/>
                  <a:gd name="T58" fmla="*/ 2147483647 w 22"/>
                  <a:gd name="T59" fmla="*/ 2147483647 h 13"/>
                  <a:gd name="T60" fmla="*/ 2147483647 w 22"/>
                  <a:gd name="T61" fmla="*/ 2147483647 h 13"/>
                  <a:gd name="T62" fmla="*/ 2147483647 w 22"/>
                  <a:gd name="T63" fmla="*/ 2147483647 h 13"/>
                  <a:gd name="T64" fmla="*/ 2147483647 w 22"/>
                  <a:gd name="T65" fmla="*/ 2147483647 h 13"/>
                  <a:gd name="T66" fmla="*/ 2147483647 w 22"/>
                  <a:gd name="T67" fmla="*/ 2147483647 h 13"/>
                  <a:gd name="T68" fmla="*/ 2147483647 w 22"/>
                  <a:gd name="T69" fmla="*/ 2147483647 h 13"/>
                  <a:gd name="T70" fmla="*/ 2147483647 w 22"/>
                  <a:gd name="T71" fmla="*/ 2147483647 h 13"/>
                  <a:gd name="T72" fmla="*/ 2147483647 w 22"/>
                  <a:gd name="T73" fmla="*/ 2147483647 h 13"/>
                  <a:gd name="T74" fmla="*/ 2147483647 w 22"/>
                  <a:gd name="T75" fmla="*/ 2147483647 h 13"/>
                  <a:gd name="T76" fmla="*/ 2147483647 w 22"/>
                  <a:gd name="T77" fmla="*/ 2147483647 h 13"/>
                  <a:gd name="T78" fmla="*/ 2147483647 w 22"/>
                  <a:gd name="T79" fmla="*/ 2147483647 h 13"/>
                  <a:gd name="T80" fmla="*/ 2147483647 w 22"/>
                  <a:gd name="T81" fmla="*/ 2147483647 h 13"/>
                  <a:gd name="T82" fmla="*/ 2147483647 w 22"/>
                  <a:gd name="T83" fmla="*/ 2147483647 h 13"/>
                  <a:gd name="T84" fmla="*/ 2147483647 w 22"/>
                  <a:gd name="T85" fmla="*/ 2147483647 h 1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2" h="13">
                    <a:moveTo>
                      <a:pt x="0" y="3"/>
                    </a:moveTo>
                    <a:lnTo>
                      <a:pt x="2" y="2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3"/>
                    </a:lnTo>
                    <a:lnTo>
                      <a:pt x="16" y="3"/>
                    </a:lnTo>
                    <a:lnTo>
                      <a:pt x="16" y="4"/>
                    </a:lnTo>
                    <a:lnTo>
                      <a:pt x="17" y="4"/>
                    </a:lnTo>
                    <a:lnTo>
                      <a:pt x="17" y="5"/>
                    </a:lnTo>
                    <a:lnTo>
                      <a:pt x="17" y="6"/>
                    </a:lnTo>
                    <a:lnTo>
                      <a:pt x="18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7"/>
                    </a:lnTo>
                    <a:lnTo>
                      <a:pt x="21" y="8"/>
                    </a:lnTo>
                    <a:lnTo>
                      <a:pt x="22" y="8"/>
                    </a:lnTo>
                    <a:lnTo>
                      <a:pt x="22" y="9"/>
                    </a:lnTo>
                    <a:lnTo>
                      <a:pt x="22" y="10"/>
                    </a:lnTo>
                    <a:lnTo>
                      <a:pt x="21" y="10"/>
                    </a:lnTo>
                    <a:lnTo>
                      <a:pt x="20" y="10"/>
                    </a:lnTo>
                    <a:lnTo>
                      <a:pt x="19" y="10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5" y="12"/>
                    </a:lnTo>
                    <a:lnTo>
                      <a:pt x="15" y="11"/>
                    </a:lnTo>
                    <a:lnTo>
                      <a:pt x="14" y="12"/>
                    </a:lnTo>
                    <a:lnTo>
                      <a:pt x="13" y="12"/>
                    </a:lnTo>
                    <a:lnTo>
                      <a:pt x="12" y="13"/>
                    </a:lnTo>
                    <a:lnTo>
                      <a:pt x="11" y="13"/>
                    </a:lnTo>
                    <a:lnTo>
                      <a:pt x="10" y="13"/>
                    </a:lnTo>
                    <a:lnTo>
                      <a:pt x="10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7" y="10"/>
                    </a:lnTo>
                    <a:lnTo>
                      <a:pt x="7" y="9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79" name="Freeform 16"/>
              <p:cNvSpPr>
                <a:spLocks/>
              </p:cNvSpPr>
              <p:nvPr/>
            </p:nvSpPr>
            <p:spPr bwMode="auto">
              <a:xfrm>
                <a:off x="5391932" y="3675716"/>
                <a:ext cx="360058" cy="681513"/>
              </a:xfrm>
              <a:custGeom>
                <a:avLst/>
                <a:gdLst>
                  <a:gd name="T0" fmla="*/ 2147483647 w 47"/>
                  <a:gd name="T1" fmla="*/ 2147483647 h 88"/>
                  <a:gd name="T2" fmla="*/ 2147483647 w 47"/>
                  <a:gd name="T3" fmla="*/ 2147483647 h 88"/>
                  <a:gd name="T4" fmla="*/ 2147483647 w 47"/>
                  <a:gd name="T5" fmla="*/ 2147483647 h 88"/>
                  <a:gd name="T6" fmla="*/ 2147483647 w 47"/>
                  <a:gd name="T7" fmla="*/ 2147483647 h 88"/>
                  <a:gd name="T8" fmla="*/ 2147483647 w 47"/>
                  <a:gd name="T9" fmla="*/ 2147483647 h 88"/>
                  <a:gd name="T10" fmla="*/ 2147483647 w 47"/>
                  <a:gd name="T11" fmla="*/ 2147483647 h 88"/>
                  <a:gd name="T12" fmla="*/ 2147483647 w 47"/>
                  <a:gd name="T13" fmla="*/ 2147483647 h 88"/>
                  <a:gd name="T14" fmla="*/ 2147483647 w 47"/>
                  <a:gd name="T15" fmla="*/ 2147483647 h 88"/>
                  <a:gd name="T16" fmla="*/ 2147483647 w 47"/>
                  <a:gd name="T17" fmla="*/ 2147483647 h 88"/>
                  <a:gd name="T18" fmla="*/ 2147483647 w 47"/>
                  <a:gd name="T19" fmla="*/ 2147483647 h 88"/>
                  <a:gd name="T20" fmla="*/ 2147483647 w 47"/>
                  <a:gd name="T21" fmla="*/ 2147483647 h 88"/>
                  <a:gd name="T22" fmla="*/ 2147483647 w 47"/>
                  <a:gd name="T23" fmla="*/ 2147483647 h 88"/>
                  <a:gd name="T24" fmla="*/ 2147483647 w 47"/>
                  <a:gd name="T25" fmla="*/ 2147483647 h 88"/>
                  <a:gd name="T26" fmla="*/ 2147483647 w 47"/>
                  <a:gd name="T27" fmla="*/ 2147483647 h 88"/>
                  <a:gd name="T28" fmla="*/ 2147483647 w 47"/>
                  <a:gd name="T29" fmla="*/ 2147483647 h 88"/>
                  <a:gd name="T30" fmla="*/ 2147483647 w 47"/>
                  <a:gd name="T31" fmla="*/ 2147483647 h 88"/>
                  <a:gd name="T32" fmla="*/ 2147483647 w 47"/>
                  <a:gd name="T33" fmla="*/ 2147483647 h 88"/>
                  <a:gd name="T34" fmla="*/ 2147483647 w 47"/>
                  <a:gd name="T35" fmla="*/ 2147483647 h 88"/>
                  <a:gd name="T36" fmla="*/ 2147483647 w 47"/>
                  <a:gd name="T37" fmla="*/ 2147483647 h 88"/>
                  <a:gd name="T38" fmla="*/ 2147483647 w 47"/>
                  <a:gd name="T39" fmla="*/ 2147483647 h 88"/>
                  <a:gd name="T40" fmla="*/ 2147483647 w 47"/>
                  <a:gd name="T41" fmla="*/ 2147483647 h 88"/>
                  <a:gd name="T42" fmla="*/ 2147483647 w 47"/>
                  <a:gd name="T43" fmla="*/ 2147483647 h 88"/>
                  <a:gd name="T44" fmla="*/ 2147483647 w 47"/>
                  <a:gd name="T45" fmla="*/ 2147483647 h 88"/>
                  <a:gd name="T46" fmla="*/ 2147483647 w 47"/>
                  <a:gd name="T47" fmla="*/ 2147483647 h 88"/>
                  <a:gd name="T48" fmla="*/ 2147483647 w 47"/>
                  <a:gd name="T49" fmla="*/ 2147483647 h 88"/>
                  <a:gd name="T50" fmla="*/ 2147483647 w 47"/>
                  <a:gd name="T51" fmla="*/ 2147483647 h 88"/>
                  <a:gd name="T52" fmla="*/ 2147483647 w 47"/>
                  <a:gd name="T53" fmla="*/ 2147483647 h 88"/>
                  <a:gd name="T54" fmla="*/ 2147483647 w 47"/>
                  <a:gd name="T55" fmla="*/ 2147483647 h 88"/>
                  <a:gd name="T56" fmla="*/ 2147483647 w 47"/>
                  <a:gd name="T57" fmla="*/ 2147483647 h 88"/>
                  <a:gd name="T58" fmla="*/ 2147483647 w 47"/>
                  <a:gd name="T59" fmla="*/ 2147483647 h 88"/>
                  <a:gd name="T60" fmla="*/ 2147483647 w 47"/>
                  <a:gd name="T61" fmla="*/ 2147483647 h 88"/>
                  <a:gd name="T62" fmla="*/ 2147483647 w 47"/>
                  <a:gd name="T63" fmla="*/ 2147483647 h 88"/>
                  <a:gd name="T64" fmla="*/ 2147483647 w 47"/>
                  <a:gd name="T65" fmla="*/ 2147483647 h 88"/>
                  <a:gd name="T66" fmla="*/ 2147483647 w 47"/>
                  <a:gd name="T67" fmla="*/ 2147483647 h 88"/>
                  <a:gd name="T68" fmla="*/ 2147483647 w 47"/>
                  <a:gd name="T69" fmla="*/ 2147483647 h 88"/>
                  <a:gd name="T70" fmla="*/ 2147483647 w 47"/>
                  <a:gd name="T71" fmla="*/ 2147483647 h 88"/>
                  <a:gd name="T72" fmla="*/ 2147483647 w 47"/>
                  <a:gd name="T73" fmla="*/ 2147483647 h 88"/>
                  <a:gd name="T74" fmla="*/ 2147483647 w 47"/>
                  <a:gd name="T75" fmla="*/ 2147483647 h 88"/>
                  <a:gd name="T76" fmla="*/ 2147483647 w 47"/>
                  <a:gd name="T77" fmla="*/ 2147483647 h 88"/>
                  <a:gd name="T78" fmla="*/ 2147483647 w 47"/>
                  <a:gd name="T79" fmla="*/ 2147483647 h 88"/>
                  <a:gd name="T80" fmla="*/ 2147483647 w 47"/>
                  <a:gd name="T81" fmla="*/ 2147483647 h 88"/>
                  <a:gd name="T82" fmla="*/ 2147483647 w 47"/>
                  <a:gd name="T83" fmla="*/ 2147483647 h 88"/>
                  <a:gd name="T84" fmla="*/ 2147483647 w 47"/>
                  <a:gd name="T85" fmla="*/ 2147483647 h 88"/>
                  <a:gd name="T86" fmla="*/ 2147483647 w 47"/>
                  <a:gd name="T87" fmla="*/ 2147483647 h 88"/>
                  <a:gd name="T88" fmla="*/ 2147483647 w 47"/>
                  <a:gd name="T89" fmla="*/ 2147483647 h 88"/>
                  <a:gd name="T90" fmla="*/ 2147483647 w 47"/>
                  <a:gd name="T91" fmla="*/ 2147483647 h 88"/>
                  <a:gd name="T92" fmla="*/ 2147483647 w 47"/>
                  <a:gd name="T93" fmla="*/ 2147483647 h 88"/>
                  <a:gd name="T94" fmla="*/ 2147483647 w 47"/>
                  <a:gd name="T95" fmla="*/ 2147483647 h 88"/>
                  <a:gd name="T96" fmla="*/ 2147483647 w 47"/>
                  <a:gd name="T97" fmla="*/ 2147483647 h 88"/>
                  <a:gd name="T98" fmla="*/ 2147483647 w 47"/>
                  <a:gd name="T99" fmla="*/ 2147483647 h 88"/>
                  <a:gd name="T100" fmla="*/ 2147483647 w 47"/>
                  <a:gd name="T101" fmla="*/ 2147483647 h 88"/>
                  <a:gd name="T102" fmla="*/ 2147483647 w 47"/>
                  <a:gd name="T103" fmla="*/ 2147483647 h 88"/>
                  <a:gd name="T104" fmla="*/ 2147483647 w 47"/>
                  <a:gd name="T105" fmla="*/ 2147483647 h 88"/>
                  <a:gd name="T106" fmla="*/ 2147483647 w 47"/>
                  <a:gd name="T107" fmla="*/ 2147483647 h 88"/>
                  <a:gd name="T108" fmla="*/ 2147483647 w 47"/>
                  <a:gd name="T109" fmla="*/ 2147483647 h 88"/>
                  <a:gd name="T110" fmla="*/ 2147483647 w 47"/>
                  <a:gd name="T111" fmla="*/ 2147483647 h 88"/>
                  <a:gd name="T112" fmla="*/ 2147483647 w 47"/>
                  <a:gd name="T113" fmla="*/ 2147483647 h 88"/>
                  <a:gd name="T114" fmla="*/ 2147483647 w 47"/>
                  <a:gd name="T115" fmla="*/ 2147483647 h 88"/>
                  <a:gd name="T116" fmla="*/ 2147483647 w 47"/>
                  <a:gd name="T117" fmla="*/ 2147483647 h 88"/>
                  <a:gd name="T118" fmla="*/ 0 w 47"/>
                  <a:gd name="T119" fmla="*/ 2147483647 h 8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47" h="88">
                    <a:moveTo>
                      <a:pt x="0" y="57"/>
                    </a:moveTo>
                    <a:lnTo>
                      <a:pt x="1" y="63"/>
                    </a:lnTo>
                    <a:lnTo>
                      <a:pt x="2" y="86"/>
                    </a:lnTo>
                    <a:lnTo>
                      <a:pt x="3" y="86"/>
                    </a:lnTo>
                    <a:lnTo>
                      <a:pt x="3" y="85"/>
                    </a:lnTo>
                    <a:lnTo>
                      <a:pt x="5" y="85"/>
                    </a:lnTo>
                    <a:lnTo>
                      <a:pt x="6" y="86"/>
                    </a:lnTo>
                    <a:lnTo>
                      <a:pt x="7" y="86"/>
                    </a:lnTo>
                    <a:lnTo>
                      <a:pt x="7" y="87"/>
                    </a:lnTo>
                    <a:lnTo>
                      <a:pt x="8" y="87"/>
                    </a:lnTo>
                    <a:lnTo>
                      <a:pt x="9" y="88"/>
                    </a:lnTo>
                    <a:lnTo>
                      <a:pt x="9" y="87"/>
                    </a:lnTo>
                    <a:lnTo>
                      <a:pt x="9" y="86"/>
                    </a:lnTo>
                    <a:lnTo>
                      <a:pt x="10" y="86"/>
                    </a:lnTo>
                    <a:lnTo>
                      <a:pt x="10" y="85"/>
                    </a:lnTo>
                    <a:lnTo>
                      <a:pt x="10" y="84"/>
                    </a:lnTo>
                    <a:lnTo>
                      <a:pt x="11" y="84"/>
                    </a:lnTo>
                    <a:lnTo>
                      <a:pt x="12" y="83"/>
                    </a:lnTo>
                    <a:lnTo>
                      <a:pt x="12" y="82"/>
                    </a:lnTo>
                    <a:lnTo>
                      <a:pt x="12" y="81"/>
                    </a:lnTo>
                    <a:lnTo>
                      <a:pt x="13" y="81"/>
                    </a:lnTo>
                    <a:lnTo>
                      <a:pt x="13" y="80"/>
                    </a:lnTo>
                    <a:lnTo>
                      <a:pt x="13" y="79"/>
                    </a:lnTo>
                    <a:lnTo>
                      <a:pt x="14" y="78"/>
                    </a:lnTo>
                    <a:lnTo>
                      <a:pt x="15" y="76"/>
                    </a:lnTo>
                    <a:lnTo>
                      <a:pt x="14" y="76"/>
                    </a:lnTo>
                    <a:lnTo>
                      <a:pt x="15" y="75"/>
                    </a:lnTo>
                    <a:lnTo>
                      <a:pt x="15" y="74"/>
                    </a:lnTo>
                    <a:lnTo>
                      <a:pt x="16" y="73"/>
                    </a:lnTo>
                    <a:lnTo>
                      <a:pt x="17" y="73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20" y="73"/>
                    </a:lnTo>
                    <a:lnTo>
                      <a:pt x="20" y="72"/>
                    </a:lnTo>
                    <a:lnTo>
                      <a:pt x="21" y="70"/>
                    </a:lnTo>
                    <a:lnTo>
                      <a:pt x="22" y="69"/>
                    </a:lnTo>
                    <a:lnTo>
                      <a:pt x="22" y="68"/>
                    </a:lnTo>
                    <a:lnTo>
                      <a:pt x="23" y="68"/>
                    </a:lnTo>
                    <a:lnTo>
                      <a:pt x="23" y="67"/>
                    </a:lnTo>
                    <a:lnTo>
                      <a:pt x="23" y="66"/>
                    </a:lnTo>
                    <a:lnTo>
                      <a:pt x="23" y="65"/>
                    </a:lnTo>
                    <a:lnTo>
                      <a:pt x="24" y="65"/>
                    </a:lnTo>
                    <a:lnTo>
                      <a:pt x="24" y="64"/>
                    </a:lnTo>
                    <a:lnTo>
                      <a:pt x="25" y="64"/>
                    </a:lnTo>
                    <a:lnTo>
                      <a:pt x="25" y="65"/>
                    </a:lnTo>
                    <a:lnTo>
                      <a:pt x="25" y="66"/>
                    </a:lnTo>
                    <a:lnTo>
                      <a:pt x="25" y="67"/>
                    </a:lnTo>
                    <a:lnTo>
                      <a:pt x="25" y="68"/>
                    </a:lnTo>
                    <a:lnTo>
                      <a:pt x="25" y="69"/>
                    </a:lnTo>
                    <a:lnTo>
                      <a:pt x="25" y="70"/>
                    </a:lnTo>
                    <a:lnTo>
                      <a:pt x="25" y="71"/>
                    </a:lnTo>
                    <a:lnTo>
                      <a:pt x="24" y="72"/>
                    </a:lnTo>
                    <a:lnTo>
                      <a:pt x="25" y="73"/>
                    </a:lnTo>
                    <a:lnTo>
                      <a:pt x="26" y="73"/>
                    </a:lnTo>
                    <a:lnTo>
                      <a:pt x="27" y="73"/>
                    </a:lnTo>
                    <a:lnTo>
                      <a:pt x="27" y="74"/>
                    </a:lnTo>
                    <a:lnTo>
                      <a:pt x="28" y="75"/>
                    </a:lnTo>
                    <a:lnTo>
                      <a:pt x="28" y="74"/>
                    </a:lnTo>
                    <a:lnTo>
                      <a:pt x="28" y="75"/>
                    </a:lnTo>
                    <a:lnTo>
                      <a:pt x="29" y="75"/>
                    </a:lnTo>
                    <a:lnTo>
                      <a:pt x="29" y="76"/>
                    </a:lnTo>
                    <a:lnTo>
                      <a:pt x="28" y="76"/>
                    </a:lnTo>
                    <a:lnTo>
                      <a:pt x="28" y="77"/>
                    </a:lnTo>
                    <a:lnTo>
                      <a:pt x="29" y="77"/>
                    </a:lnTo>
                    <a:lnTo>
                      <a:pt x="29" y="78"/>
                    </a:lnTo>
                    <a:lnTo>
                      <a:pt x="29" y="79"/>
                    </a:lnTo>
                    <a:lnTo>
                      <a:pt x="29" y="78"/>
                    </a:lnTo>
                    <a:lnTo>
                      <a:pt x="30" y="78"/>
                    </a:lnTo>
                    <a:lnTo>
                      <a:pt x="29" y="78"/>
                    </a:lnTo>
                    <a:lnTo>
                      <a:pt x="30" y="79"/>
                    </a:lnTo>
                    <a:lnTo>
                      <a:pt x="30" y="78"/>
                    </a:lnTo>
                    <a:lnTo>
                      <a:pt x="30" y="76"/>
                    </a:lnTo>
                    <a:lnTo>
                      <a:pt x="30" y="75"/>
                    </a:lnTo>
                    <a:lnTo>
                      <a:pt x="31" y="75"/>
                    </a:lnTo>
                    <a:lnTo>
                      <a:pt x="31" y="74"/>
                    </a:lnTo>
                    <a:lnTo>
                      <a:pt x="31" y="73"/>
                    </a:lnTo>
                    <a:lnTo>
                      <a:pt x="31" y="71"/>
                    </a:lnTo>
                    <a:lnTo>
                      <a:pt x="32" y="71"/>
                    </a:lnTo>
                    <a:lnTo>
                      <a:pt x="31" y="69"/>
                    </a:lnTo>
                    <a:lnTo>
                      <a:pt x="32" y="68"/>
                    </a:lnTo>
                    <a:lnTo>
                      <a:pt x="32" y="67"/>
                    </a:lnTo>
                    <a:lnTo>
                      <a:pt x="32" y="66"/>
                    </a:lnTo>
                    <a:lnTo>
                      <a:pt x="33" y="66"/>
                    </a:lnTo>
                    <a:lnTo>
                      <a:pt x="33" y="65"/>
                    </a:lnTo>
                    <a:lnTo>
                      <a:pt x="33" y="64"/>
                    </a:lnTo>
                    <a:lnTo>
                      <a:pt x="33" y="63"/>
                    </a:lnTo>
                    <a:lnTo>
                      <a:pt x="33" y="61"/>
                    </a:lnTo>
                    <a:lnTo>
                      <a:pt x="34" y="60"/>
                    </a:lnTo>
                    <a:lnTo>
                      <a:pt x="34" y="59"/>
                    </a:lnTo>
                    <a:lnTo>
                      <a:pt x="34" y="58"/>
                    </a:lnTo>
                    <a:lnTo>
                      <a:pt x="34" y="57"/>
                    </a:lnTo>
                    <a:lnTo>
                      <a:pt x="35" y="55"/>
                    </a:lnTo>
                    <a:lnTo>
                      <a:pt x="36" y="53"/>
                    </a:lnTo>
                    <a:lnTo>
                      <a:pt x="36" y="52"/>
                    </a:lnTo>
                    <a:lnTo>
                      <a:pt x="36" y="53"/>
                    </a:lnTo>
                    <a:lnTo>
                      <a:pt x="35" y="53"/>
                    </a:lnTo>
                    <a:lnTo>
                      <a:pt x="35" y="52"/>
                    </a:lnTo>
                    <a:lnTo>
                      <a:pt x="35" y="53"/>
                    </a:lnTo>
                    <a:lnTo>
                      <a:pt x="34" y="53"/>
                    </a:lnTo>
                    <a:lnTo>
                      <a:pt x="33" y="55"/>
                    </a:lnTo>
                    <a:lnTo>
                      <a:pt x="32" y="55"/>
                    </a:lnTo>
                    <a:lnTo>
                      <a:pt x="32" y="54"/>
                    </a:lnTo>
                    <a:lnTo>
                      <a:pt x="32" y="53"/>
                    </a:lnTo>
                    <a:lnTo>
                      <a:pt x="32" y="52"/>
                    </a:lnTo>
                    <a:lnTo>
                      <a:pt x="32" y="51"/>
                    </a:lnTo>
                    <a:lnTo>
                      <a:pt x="33" y="51"/>
                    </a:lnTo>
                    <a:lnTo>
                      <a:pt x="34" y="51"/>
                    </a:lnTo>
                    <a:lnTo>
                      <a:pt x="35" y="50"/>
                    </a:lnTo>
                    <a:lnTo>
                      <a:pt x="36" y="49"/>
                    </a:lnTo>
                    <a:lnTo>
                      <a:pt x="36" y="47"/>
                    </a:lnTo>
                    <a:lnTo>
                      <a:pt x="36" y="46"/>
                    </a:lnTo>
                    <a:lnTo>
                      <a:pt x="35" y="46"/>
                    </a:lnTo>
                    <a:lnTo>
                      <a:pt x="35" y="47"/>
                    </a:lnTo>
                    <a:lnTo>
                      <a:pt x="34" y="47"/>
                    </a:lnTo>
                    <a:lnTo>
                      <a:pt x="33" y="47"/>
                    </a:lnTo>
                    <a:lnTo>
                      <a:pt x="33" y="48"/>
                    </a:lnTo>
                    <a:lnTo>
                      <a:pt x="32" y="48"/>
                    </a:lnTo>
                    <a:lnTo>
                      <a:pt x="31" y="48"/>
                    </a:lnTo>
                    <a:lnTo>
                      <a:pt x="30" y="48"/>
                    </a:lnTo>
                    <a:lnTo>
                      <a:pt x="30" y="47"/>
                    </a:lnTo>
                    <a:lnTo>
                      <a:pt x="31" y="46"/>
                    </a:lnTo>
                    <a:lnTo>
                      <a:pt x="31" y="45"/>
                    </a:lnTo>
                    <a:lnTo>
                      <a:pt x="32" y="44"/>
                    </a:lnTo>
                    <a:lnTo>
                      <a:pt x="33" y="42"/>
                    </a:lnTo>
                    <a:lnTo>
                      <a:pt x="34" y="42"/>
                    </a:lnTo>
                    <a:lnTo>
                      <a:pt x="35" y="42"/>
                    </a:lnTo>
                    <a:lnTo>
                      <a:pt x="35" y="41"/>
                    </a:lnTo>
                    <a:lnTo>
                      <a:pt x="36" y="40"/>
                    </a:lnTo>
                    <a:lnTo>
                      <a:pt x="35" y="39"/>
                    </a:lnTo>
                    <a:lnTo>
                      <a:pt x="35" y="38"/>
                    </a:lnTo>
                    <a:lnTo>
                      <a:pt x="34" y="37"/>
                    </a:lnTo>
                    <a:lnTo>
                      <a:pt x="34" y="35"/>
                    </a:lnTo>
                    <a:lnTo>
                      <a:pt x="35" y="32"/>
                    </a:lnTo>
                    <a:lnTo>
                      <a:pt x="36" y="31"/>
                    </a:lnTo>
                    <a:lnTo>
                      <a:pt x="36" y="30"/>
                    </a:lnTo>
                    <a:lnTo>
                      <a:pt x="38" y="27"/>
                    </a:lnTo>
                    <a:lnTo>
                      <a:pt x="38" y="26"/>
                    </a:lnTo>
                    <a:lnTo>
                      <a:pt x="40" y="24"/>
                    </a:lnTo>
                    <a:lnTo>
                      <a:pt x="42" y="22"/>
                    </a:lnTo>
                    <a:lnTo>
                      <a:pt x="43" y="21"/>
                    </a:lnTo>
                    <a:lnTo>
                      <a:pt x="43" y="20"/>
                    </a:lnTo>
                    <a:lnTo>
                      <a:pt x="44" y="20"/>
                    </a:lnTo>
                    <a:lnTo>
                      <a:pt x="44" y="19"/>
                    </a:lnTo>
                    <a:lnTo>
                      <a:pt x="45" y="18"/>
                    </a:lnTo>
                    <a:lnTo>
                      <a:pt x="45" y="17"/>
                    </a:lnTo>
                    <a:lnTo>
                      <a:pt x="45" y="16"/>
                    </a:lnTo>
                    <a:lnTo>
                      <a:pt x="46" y="16"/>
                    </a:lnTo>
                    <a:lnTo>
                      <a:pt x="46" y="14"/>
                    </a:lnTo>
                    <a:lnTo>
                      <a:pt x="46" y="13"/>
                    </a:lnTo>
                    <a:lnTo>
                      <a:pt x="47" y="13"/>
                    </a:lnTo>
                    <a:lnTo>
                      <a:pt x="47" y="12"/>
                    </a:lnTo>
                    <a:lnTo>
                      <a:pt x="47" y="11"/>
                    </a:lnTo>
                    <a:lnTo>
                      <a:pt x="47" y="10"/>
                    </a:lnTo>
                    <a:lnTo>
                      <a:pt x="46" y="10"/>
                    </a:lnTo>
                    <a:lnTo>
                      <a:pt x="46" y="9"/>
                    </a:lnTo>
                    <a:lnTo>
                      <a:pt x="46" y="8"/>
                    </a:lnTo>
                    <a:lnTo>
                      <a:pt x="45" y="7"/>
                    </a:lnTo>
                    <a:lnTo>
                      <a:pt x="46" y="6"/>
                    </a:lnTo>
                    <a:lnTo>
                      <a:pt x="46" y="5"/>
                    </a:lnTo>
                    <a:lnTo>
                      <a:pt x="45" y="4"/>
                    </a:lnTo>
                    <a:lnTo>
                      <a:pt x="44" y="4"/>
                    </a:lnTo>
                    <a:lnTo>
                      <a:pt x="43" y="3"/>
                    </a:lnTo>
                    <a:lnTo>
                      <a:pt x="42" y="2"/>
                    </a:lnTo>
                    <a:lnTo>
                      <a:pt x="41" y="1"/>
                    </a:lnTo>
                    <a:lnTo>
                      <a:pt x="39" y="0"/>
                    </a:lnTo>
                    <a:lnTo>
                      <a:pt x="38" y="1"/>
                    </a:lnTo>
                    <a:lnTo>
                      <a:pt x="37" y="2"/>
                    </a:lnTo>
                    <a:lnTo>
                      <a:pt x="36" y="2"/>
                    </a:lnTo>
                    <a:lnTo>
                      <a:pt x="35" y="2"/>
                    </a:lnTo>
                    <a:lnTo>
                      <a:pt x="34" y="2"/>
                    </a:lnTo>
                    <a:lnTo>
                      <a:pt x="33" y="2"/>
                    </a:lnTo>
                    <a:lnTo>
                      <a:pt x="33" y="3"/>
                    </a:lnTo>
                    <a:lnTo>
                      <a:pt x="32" y="3"/>
                    </a:lnTo>
                    <a:lnTo>
                      <a:pt x="31" y="4"/>
                    </a:lnTo>
                    <a:lnTo>
                      <a:pt x="31" y="12"/>
                    </a:lnTo>
                    <a:lnTo>
                      <a:pt x="30" y="19"/>
                    </a:lnTo>
                    <a:lnTo>
                      <a:pt x="24" y="27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0" name="Freeform 17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4595207" y="4256551"/>
                <a:ext cx="520935" cy="247823"/>
              </a:xfrm>
              <a:custGeom>
                <a:avLst/>
                <a:gdLst>
                  <a:gd name="T0" fmla="*/ 0 w 68"/>
                  <a:gd name="T1" fmla="*/ 2147483647 h 32"/>
                  <a:gd name="T2" fmla="*/ 2147483647 w 68"/>
                  <a:gd name="T3" fmla="*/ 2147483647 h 32"/>
                  <a:gd name="T4" fmla="*/ 2147483647 w 68"/>
                  <a:gd name="T5" fmla="*/ 2147483647 h 32"/>
                  <a:gd name="T6" fmla="*/ 2147483647 w 68"/>
                  <a:gd name="T7" fmla="*/ 2147483647 h 32"/>
                  <a:gd name="T8" fmla="*/ 2147483647 w 68"/>
                  <a:gd name="T9" fmla="*/ 2147483647 h 32"/>
                  <a:gd name="T10" fmla="*/ 2147483647 w 68"/>
                  <a:gd name="T11" fmla="*/ 2147483647 h 32"/>
                  <a:gd name="T12" fmla="*/ 2147483647 w 68"/>
                  <a:gd name="T13" fmla="*/ 2147483647 h 32"/>
                  <a:gd name="T14" fmla="*/ 2147483647 w 68"/>
                  <a:gd name="T15" fmla="*/ 2147483647 h 32"/>
                  <a:gd name="T16" fmla="*/ 2147483647 w 68"/>
                  <a:gd name="T17" fmla="*/ 2147483647 h 32"/>
                  <a:gd name="T18" fmla="*/ 2147483647 w 68"/>
                  <a:gd name="T19" fmla="*/ 2147483647 h 32"/>
                  <a:gd name="T20" fmla="*/ 2147483647 w 68"/>
                  <a:gd name="T21" fmla="*/ 2147483647 h 32"/>
                  <a:gd name="T22" fmla="*/ 2147483647 w 68"/>
                  <a:gd name="T23" fmla="*/ 2147483647 h 32"/>
                  <a:gd name="T24" fmla="*/ 2147483647 w 68"/>
                  <a:gd name="T25" fmla="*/ 2147483647 h 32"/>
                  <a:gd name="T26" fmla="*/ 2147483647 w 68"/>
                  <a:gd name="T27" fmla="*/ 2147483647 h 32"/>
                  <a:gd name="T28" fmla="*/ 2147483647 w 68"/>
                  <a:gd name="T29" fmla="*/ 2147483647 h 32"/>
                  <a:gd name="T30" fmla="*/ 2147483647 w 68"/>
                  <a:gd name="T31" fmla="*/ 2147483647 h 32"/>
                  <a:gd name="T32" fmla="*/ 2147483647 w 68"/>
                  <a:gd name="T33" fmla="*/ 2147483647 h 32"/>
                  <a:gd name="T34" fmla="*/ 2147483647 w 68"/>
                  <a:gd name="T35" fmla="*/ 2147483647 h 32"/>
                  <a:gd name="T36" fmla="*/ 2147483647 w 68"/>
                  <a:gd name="T37" fmla="*/ 2147483647 h 32"/>
                  <a:gd name="T38" fmla="*/ 2147483647 w 68"/>
                  <a:gd name="T39" fmla="*/ 2147483647 h 32"/>
                  <a:gd name="T40" fmla="*/ 2147483647 w 68"/>
                  <a:gd name="T41" fmla="*/ 2147483647 h 32"/>
                  <a:gd name="T42" fmla="*/ 2147483647 w 68"/>
                  <a:gd name="T43" fmla="*/ 2147483647 h 32"/>
                  <a:gd name="T44" fmla="*/ 2147483647 w 68"/>
                  <a:gd name="T45" fmla="*/ 2147483647 h 32"/>
                  <a:gd name="T46" fmla="*/ 2147483647 w 68"/>
                  <a:gd name="T47" fmla="*/ 2147483647 h 32"/>
                  <a:gd name="T48" fmla="*/ 2147483647 w 68"/>
                  <a:gd name="T49" fmla="*/ 2147483647 h 32"/>
                  <a:gd name="T50" fmla="*/ 2147483647 w 68"/>
                  <a:gd name="T51" fmla="*/ 2147483647 h 32"/>
                  <a:gd name="T52" fmla="*/ 2147483647 w 68"/>
                  <a:gd name="T53" fmla="*/ 2147483647 h 32"/>
                  <a:gd name="T54" fmla="*/ 2147483647 w 68"/>
                  <a:gd name="T55" fmla="*/ 2147483647 h 32"/>
                  <a:gd name="T56" fmla="*/ 2147483647 w 68"/>
                  <a:gd name="T57" fmla="*/ 2147483647 h 32"/>
                  <a:gd name="T58" fmla="*/ 2147483647 w 68"/>
                  <a:gd name="T59" fmla="*/ 2147483647 h 32"/>
                  <a:gd name="T60" fmla="*/ 2147483647 w 68"/>
                  <a:gd name="T61" fmla="*/ 2147483647 h 32"/>
                  <a:gd name="T62" fmla="*/ 2147483647 w 68"/>
                  <a:gd name="T63" fmla="*/ 2147483647 h 32"/>
                  <a:gd name="T64" fmla="*/ 2147483647 w 68"/>
                  <a:gd name="T65" fmla="*/ 2147483647 h 32"/>
                  <a:gd name="T66" fmla="*/ 2147483647 w 68"/>
                  <a:gd name="T67" fmla="*/ 2147483647 h 32"/>
                  <a:gd name="T68" fmla="*/ 2147483647 w 68"/>
                  <a:gd name="T69" fmla="*/ 2147483647 h 32"/>
                  <a:gd name="T70" fmla="*/ 2147483647 w 68"/>
                  <a:gd name="T71" fmla="*/ 2147483647 h 32"/>
                  <a:gd name="T72" fmla="*/ 2147483647 w 68"/>
                  <a:gd name="T73" fmla="*/ 2147483647 h 32"/>
                  <a:gd name="T74" fmla="*/ 2147483647 w 68"/>
                  <a:gd name="T75" fmla="*/ 2147483647 h 32"/>
                  <a:gd name="T76" fmla="*/ 2147483647 w 68"/>
                  <a:gd name="T77" fmla="*/ 2147483647 h 32"/>
                  <a:gd name="T78" fmla="*/ 2147483647 w 68"/>
                  <a:gd name="T79" fmla="*/ 2147483647 h 32"/>
                  <a:gd name="T80" fmla="*/ 2147483647 w 68"/>
                  <a:gd name="T81" fmla="*/ 2147483647 h 32"/>
                  <a:gd name="T82" fmla="*/ 2147483647 w 68"/>
                  <a:gd name="T83" fmla="*/ 2147483647 h 32"/>
                  <a:gd name="T84" fmla="*/ 2147483647 w 68"/>
                  <a:gd name="T85" fmla="*/ 2147483647 h 32"/>
                  <a:gd name="T86" fmla="*/ 2147483647 w 68"/>
                  <a:gd name="T87" fmla="*/ 2147483647 h 32"/>
                  <a:gd name="T88" fmla="*/ 2147483647 w 68"/>
                  <a:gd name="T89" fmla="*/ 2147483647 h 32"/>
                  <a:gd name="T90" fmla="*/ 2147483647 w 68"/>
                  <a:gd name="T91" fmla="*/ 0 h 32"/>
                  <a:gd name="T92" fmla="*/ 2147483647 w 68"/>
                  <a:gd name="T93" fmla="*/ 2147483647 h 32"/>
                  <a:gd name="T94" fmla="*/ 2147483647 w 68"/>
                  <a:gd name="T95" fmla="*/ 2147483647 h 32"/>
                  <a:gd name="T96" fmla="*/ 2147483647 w 68"/>
                  <a:gd name="T97" fmla="*/ 2147483647 h 32"/>
                  <a:gd name="T98" fmla="*/ 2147483647 w 68"/>
                  <a:gd name="T99" fmla="*/ 2147483647 h 32"/>
                  <a:gd name="T100" fmla="*/ 2147483647 w 68"/>
                  <a:gd name="T101" fmla="*/ 2147483647 h 32"/>
                  <a:gd name="T102" fmla="*/ 2147483647 w 68"/>
                  <a:gd name="T103" fmla="*/ 2147483647 h 32"/>
                  <a:gd name="T104" fmla="*/ 2147483647 w 68"/>
                  <a:gd name="T105" fmla="*/ 2147483647 h 32"/>
                  <a:gd name="T106" fmla="*/ 2147483647 w 68"/>
                  <a:gd name="T107" fmla="*/ 2147483647 h 32"/>
                  <a:gd name="T108" fmla="*/ 2147483647 w 68"/>
                  <a:gd name="T109" fmla="*/ 2147483647 h 32"/>
                  <a:gd name="T110" fmla="*/ 2147483647 w 68"/>
                  <a:gd name="T111" fmla="*/ 2147483647 h 3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68" h="32">
                    <a:moveTo>
                      <a:pt x="0" y="11"/>
                    </a:moveTo>
                    <a:lnTo>
                      <a:pt x="0" y="14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2" y="20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5" y="23"/>
                    </a:lnTo>
                    <a:lnTo>
                      <a:pt x="6" y="24"/>
                    </a:lnTo>
                    <a:lnTo>
                      <a:pt x="7" y="24"/>
                    </a:lnTo>
                    <a:lnTo>
                      <a:pt x="8" y="25"/>
                    </a:lnTo>
                    <a:lnTo>
                      <a:pt x="8" y="26"/>
                    </a:lnTo>
                    <a:lnTo>
                      <a:pt x="8" y="27"/>
                    </a:lnTo>
                    <a:lnTo>
                      <a:pt x="9" y="27"/>
                    </a:lnTo>
                    <a:lnTo>
                      <a:pt x="9" y="28"/>
                    </a:lnTo>
                    <a:lnTo>
                      <a:pt x="10" y="31"/>
                    </a:lnTo>
                    <a:lnTo>
                      <a:pt x="10" y="32"/>
                    </a:lnTo>
                    <a:lnTo>
                      <a:pt x="11" y="32"/>
                    </a:lnTo>
                    <a:lnTo>
                      <a:pt x="13" y="27"/>
                    </a:lnTo>
                    <a:lnTo>
                      <a:pt x="14" y="27"/>
                    </a:lnTo>
                    <a:lnTo>
                      <a:pt x="14" y="26"/>
                    </a:lnTo>
                    <a:lnTo>
                      <a:pt x="14" y="25"/>
                    </a:lnTo>
                    <a:lnTo>
                      <a:pt x="15" y="24"/>
                    </a:lnTo>
                    <a:lnTo>
                      <a:pt x="16" y="19"/>
                    </a:lnTo>
                    <a:lnTo>
                      <a:pt x="17" y="17"/>
                    </a:lnTo>
                    <a:lnTo>
                      <a:pt x="18" y="17"/>
                    </a:lnTo>
                    <a:lnTo>
                      <a:pt x="20" y="17"/>
                    </a:lnTo>
                    <a:lnTo>
                      <a:pt x="20" y="18"/>
                    </a:lnTo>
                    <a:lnTo>
                      <a:pt x="22" y="19"/>
                    </a:lnTo>
                    <a:lnTo>
                      <a:pt x="23" y="20"/>
                    </a:lnTo>
                    <a:lnTo>
                      <a:pt x="23" y="21"/>
                    </a:lnTo>
                    <a:lnTo>
                      <a:pt x="23" y="22"/>
                    </a:lnTo>
                    <a:lnTo>
                      <a:pt x="23" y="24"/>
                    </a:lnTo>
                    <a:lnTo>
                      <a:pt x="23" y="25"/>
                    </a:lnTo>
                    <a:lnTo>
                      <a:pt x="24" y="27"/>
                    </a:lnTo>
                    <a:lnTo>
                      <a:pt x="24" y="28"/>
                    </a:lnTo>
                    <a:lnTo>
                      <a:pt x="26" y="28"/>
                    </a:lnTo>
                    <a:lnTo>
                      <a:pt x="27" y="28"/>
                    </a:lnTo>
                    <a:lnTo>
                      <a:pt x="29" y="30"/>
                    </a:lnTo>
                    <a:lnTo>
                      <a:pt x="30" y="30"/>
                    </a:lnTo>
                    <a:lnTo>
                      <a:pt x="31" y="30"/>
                    </a:lnTo>
                    <a:lnTo>
                      <a:pt x="33" y="26"/>
                    </a:lnTo>
                    <a:lnTo>
                      <a:pt x="37" y="22"/>
                    </a:lnTo>
                    <a:lnTo>
                      <a:pt x="37" y="21"/>
                    </a:lnTo>
                    <a:lnTo>
                      <a:pt x="38" y="21"/>
                    </a:lnTo>
                    <a:lnTo>
                      <a:pt x="40" y="20"/>
                    </a:lnTo>
                    <a:lnTo>
                      <a:pt x="41" y="19"/>
                    </a:lnTo>
                    <a:lnTo>
                      <a:pt x="42" y="19"/>
                    </a:lnTo>
                    <a:lnTo>
                      <a:pt x="43" y="19"/>
                    </a:lnTo>
                    <a:lnTo>
                      <a:pt x="43" y="17"/>
                    </a:lnTo>
                    <a:lnTo>
                      <a:pt x="45" y="17"/>
                    </a:lnTo>
                    <a:lnTo>
                      <a:pt x="45" y="18"/>
                    </a:lnTo>
                    <a:lnTo>
                      <a:pt x="46" y="18"/>
                    </a:lnTo>
                    <a:lnTo>
                      <a:pt x="47" y="18"/>
                    </a:lnTo>
                    <a:lnTo>
                      <a:pt x="48" y="19"/>
                    </a:lnTo>
                    <a:lnTo>
                      <a:pt x="48" y="18"/>
                    </a:lnTo>
                    <a:lnTo>
                      <a:pt x="49" y="18"/>
                    </a:lnTo>
                    <a:lnTo>
                      <a:pt x="49" y="19"/>
                    </a:lnTo>
                    <a:lnTo>
                      <a:pt x="49" y="20"/>
                    </a:lnTo>
                    <a:lnTo>
                      <a:pt x="50" y="21"/>
                    </a:lnTo>
                    <a:lnTo>
                      <a:pt x="50" y="22"/>
                    </a:lnTo>
                    <a:lnTo>
                      <a:pt x="52" y="22"/>
                    </a:lnTo>
                    <a:lnTo>
                      <a:pt x="53" y="24"/>
                    </a:lnTo>
                    <a:lnTo>
                      <a:pt x="52" y="25"/>
                    </a:lnTo>
                    <a:lnTo>
                      <a:pt x="52" y="26"/>
                    </a:lnTo>
                    <a:lnTo>
                      <a:pt x="53" y="27"/>
                    </a:lnTo>
                    <a:lnTo>
                      <a:pt x="55" y="27"/>
                    </a:lnTo>
                    <a:lnTo>
                      <a:pt x="56" y="27"/>
                    </a:lnTo>
                    <a:lnTo>
                      <a:pt x="56" y="28"/>
                    </a:lnTo>
                    <a:lnTo>
                      <a:pt x="57" y="28"/>
                    </a:lnTo>
                    <a:lnTo>
                      <a:pt x="58" y="28"/>
                    </a:lnTo>
                    <a:lnTo>
                      <a:pt x="58" y="29"/>
                    </a:lnTo>
                    <a:lnTo>
                      <a:pt x="59" y="29"/>
                    </a:lnTo>
                    <a:lnTo>
                      <a:pt x="59" y="30"/>
                    </a:lnTo>
                    <a:lnTo>
                      <a:pt x="58" y="30"/>
                    </a:lnTo>
                    <a:lnTo>
                      <a:pt x="68" y="30"/>
                    </a:lnTo>
                    <a:lnTo>
                      <a:pt x="67" y="17"/>
                    </a:lnTo>
                    <a:lnTo>
                      <a:pt x="67" y="14"/>
                    </a:lnTo>
                    <a:lnTo>
                      <a:pt x="63" y="14"/>
                    </a:lnTo>
                    <a:lnTo>
                      <a:pt x="59" y="12"/>
                    </a:lnTo>
                    <a:lnTo>
                      <a:pt x="58" y="12"/>
                    </a:lnTo>
                    <a:lnTo>
                      <a:pt x="57" y="11"/>
                    </a:lnTo>
                    <a:lnTo>
                      <a:pt x="55" y="11"/>
                    </a:lnTo>
                    <a:lnTo>
                      <a:pt x="54" y="11"/>
                    </a:lnTo>
                    <a:lnTo>
                      <a:pt x="54" y="12"/>
                    </a:lnTo>
                    <a:lnTo>
                      <a:pt x="54" y="15"/>
                    </a:lnTo>
                    <a:lnTo>
                      <a:pt x="53" y="15"/>
                    </a:lnTo>
                    <a:lnTo>
                      <a:pt x="53" y="16"/>
                    </a:lnTo>
                    <a:lnTo>
                      <a:pt x="52" y="16"/>
                    </a:lnTo>
                    <a:lnTo>
                      <a:pt x="47" y="16"/>
                    </a:lnTo>
                    <a:lnTo>
                      <a:pt x="47" y="15"/>
                    </a:lnTo>
                    <a:lnTo>
                      <a:pt x="45" y="14"/>
                    </a:lnTo>
                    <a:lnTo>
                      <a:pt x="45" y="13"/>
                    </a:lnTo>
                    <a:lnTo>
                      <a:pt x="44" y="13"/>
                    </a:lnTo>
                    <a:lnTo>
                      <a:pt x="43" y="13"/>
                    </a:lnTo>
                    <a:lnTo>
                      <a:pt x="43" y="12"/>
                    </a:lnTo>
                    <a:lnTo>
                      <a:pt x="42" y="12"/>
                    </a:lnTo>
                    <a:lnTo>
                      <a:pt x="42" y="11"/>
                    </a:lnTo>
                    <a:lnTo>
                      <a:pt x="41" y="11"/>
                    </a:lnTo>
                    <a:lnTo>
                      <a:pt x="41" y="10"/>
                    </a:lnTo>
                    <a:lnTo>
                      <a:pt x="41" y="7"/>
                    </a:lnTo>
                    <a:lnTo>
                      <a:pt x="40" y="4"/>
                    </a:lnTo>
                    <a:lnTo>
                      <a:pt x="37" y="3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2" y="1"/>
                    </a:lnTo>
                    <a:lnTo>
                      <a:pt x="31" y="1"/>
                    </a:lnTo>
                    <a:lnTo>
                      <a:pt x="30" y="1"/>
                    </a:lnTo>
                    <a:lnTo>
                      <a:pt x="30" y="2"/>
                    </a:lnTo>
                    <a:lnTo>
                      <a:pt x="29" y="2"/>
                    </a:lnTo>
                    <a:lnTo>
                      <a:pt x="28" y="4"/>
                    </a:lnTo>
                    <a:lnTo>
                      <a:pt x="26" y="4"/>
                    </a:lnTo>
                    <a:lnTo>
                      <a:pt x="25" y="5"/>
                    </a:lnTo>
                    <a:lnTo>
                      <a:pt x="24" y="5"/>
                    </a:lnTo>
                    <a:lnTo>
                      <a:pt x="22" y="5"/>
                    </a:lnTo>
                    <a:lnTo>
                      <a:pt x="21" y="5"/>
                    </a:lnTo>
                    <a:lnTo>
                      <a:pt x="20" y="5"/>
                    </a:lnTo>
                    <a:lnTo>
                      <a:pt x="18" y="5"/>
                    </a:lnTo>
                    <a:lnTo>
                      <a:pt x="15" y="5"/>
                    </a:lnTo>
                    <a:lnTo>
                      <a:pt x="13" y="6"/>
                    </a:lnTo>
                    <a:lnTo>
                      <a:pt x="11" y="6"/>
                    </a:lnTo>
                    <a:lnTo>
                      <a:pt x="8" y="8"/>
                    </a:lnTo>
                    <a:lnTo>
                      <a:pt x="7" y="8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1" name="Freeform 18"/>
              <p:cNvSpPr>
                <a:spLocks/>
              </p:cNvSpPr>
              <p:nvPr/>
            </p:nvSpPr>
            <p:spPr bwMode="auto">
              <a:xfrm>
                <a:off x="2235677" y="1948699"/>
                <a:ext cx="919297" cy="1091970"/>
              </a:xfrm>
              <a:custGeom>
                <a:avLst/>
                <a:gdLst>
                  <a:gd name="T0" fmla="*/ 2147483647 w 120"/>
                  <a:gd name="T1" fmla="*/ 0 h 141"/>
                  <a:gd name="T2" fmla="*/ 2147483647 w 120"/>
                  <a:gd name="T3" fmla="*/ 2147483647 h 141"/>
                  <a:gd name="T4" fmla="*/ 2147483647 w 120"/>
                  <a:gd name="T5" fmla="*/ 2147483647 h 141"/>
                  <a:gd name="T6" fmla="*/ 2147483647 w 120"/>
                  <a:gd name="T7" fmla="*/ 2147483647 h 141"/>
                  <a:gd name="T8" fmla="*/ 2147483647 w 120"/>
                  <a:gd name="T9" fmla="*/ 2147483647 h 141"/>
                  <a:gd name="T10" fmla="*/ 2147483647 w 120"/>
                  <a:gd name="T11" fmla="*/ 2147483647 h 141"/>
                  <a:gd name="T12" fmla="*/ 2147483647 w 120"/>
                  <a:gd name="T13" fmla="*/ 2147483647 h 141"/>
                  <a:gd name="T14" fmla="*/ 2147483647 w 120"/>
                  <a:gd name="T15" fmla="*/ 2147483647 h 141"/>
                  <a:gd name="T16" fmla="*/ 2147483647 w 120"/>
                  <a:gd name="T17" fmla="*/ 2147483647 h 141"/>
                  <a:gd name="T18" fmla="*/ 2147483647 w 120"/>
                  <a:gd name="T19" fmla="*/ 2147483647 h 141"/>
                  <a:gd name="T20" fmla="*/ 2147483647 w 120"/>
                  <a:gd name="T21" fmla="*/ 2147483647 h 141"/>
                  <a:gd name="T22" fmla="*/ 0 w 120"/>
                  <a:gd name="T23" fmla="*/ 2147483647 h 141"/>
                  <a:gd name="T24" fmla="*/ 2147483647 w 120"/>
                  <a:gd name="T25" fmla="*/ 2147483647 h 141"/>
                  <a:gd name="T26" fmla="*/ 2147483647 w 120"/>
                  <a:gd name="T27" fmla="*/ 2147483647 h 141"/>
                  <a:gd name="T28" fmla="*/ 2147483647 w 120"/>
                  <a:gd name="T29" fmla="*/ 2147483647 h 141"/>
                  <a:gd name="T30" fmla="*/ 2147483647 w 120"/>
                  <a:gd name="T31" fmla="*/ 2147483647 h 141"/>
                  <a:gd name="T32" fmla="*/ 2147483647 w 120"/>
                  <a:gd name="T33" fmla="*/ 2147483647 h 141"/>
                  <a:gd name="T34" fmla="*/ 2147483647 w 120"/>
                  <a:gd name="T35" fmla="*/ 2147483647 h 141"/>
                  <a:gd name="T36" fmla="*/ 2147483647 w 120"/>
                  <a:gd name="T37" fmla="*/ 2147483647 h 141"/>
                  <a:gd name="T38" fmla="*/ 2147483647 w 120"/>
                  <a:gd name="T39" fmla="*/ 2147483647 h 141"/>
                  <a:gd name="T40" fmla="*/ 2147483647 w 120"/>
                  <a:gd name="T41" fmla="*/ 2147483647 h 141"/>
                  <a:gd name="T42" fmla="*/ 2147483647 w 120"/>
                  <a:gd name="T43" fmla="*/ 2147483647 h 141"/>
                  <a:gd name="T44" fmla="*/ 2147483647 w 120"/>
                  <a:gd name="T45" fmla="*/ 2147483647 h 141"/>
                  <a:gd name="T46" fmla="*/ 2147483647 w 120"/>
                  <a:gd name="T47" fmla="*/ 2147483647 h 141"/>
                  <a:gd name="T48" fmla="*/ 2147483647 w 120"/>
                  <a:gd name="T49" fmla="*/ 2147483647 h 141"/>
                  <a:gd name="T50" fmla="*/ 2147483647 w 120"/>
                  <a:gd name="T51" fmla="*/ 2147483647 h 141"/>
                  <a:gd name="T52" fmla="*/ 2147483647 w 120"/>
                  <a:gd name="T53" fmla="*/ 2147483647 h 141"/>
                  <a:gd name="T54" fmla="*/ 2147483647 w 120"/>
                  <a:gd name="T55" fmla="*/ 2147483647 h 141"/>
                  <a:gd name="T56" fmla="*/ 2147483647 w 120"/>
                  <a:gd name="T57" fmla="*/ 2147483647 h 141"/>
                  <a:gd name="T58" fmla="*/ 2147483647 w 120"/>
                  <a:gd name="T59" fmla="*/ 2147483647 h 141"/>
                  <a:gd name="T60" fmla="*/ 2147483647 w 120"/>
                  <a:gd name="T61" fmla="*/ 2147483647 h 141"/>
                  <a:gd name="T62" fmla="*/ 2147483647 w 120"/>
                  <a:gd name="T63" fmla="*/ 2147483647 h 141"/>
                  <a:gd name="T64" fmla="*/ 2147483647 w 120"/>
                  <a:gd name="T65" fmla="*/ 2147483647 h 141"/>
                  <a:gd name="T66" fmla="*/ 2147483647 w 120"/>
                  <a:gd name="T67" fmla="*/ 2147483647 h 141"/>
                  <a:gd name="T68" fmla="*/ 2147483647 w 120"/>
                  <a:gd name="T69" fmla="*/ 2147483647 h 141"/>
                  <a:gd name="T70" fmla="*/ 2147483647 w 120"/>
                  <a:gd name="T71" fmla="*/ 2147483647 h 141"/>
                  <a:gd name="T72" fmla="*/ 2147483647 w 120"/>
                  <a:gd name="T73" fmla="*/ 2147483647 h 141"/>
                  <a:gd name="T74" fmla="*/ 2147483647 w 120"/>
                  <a:gd name="T75" fmla="*/ 2147483647 h 141"/>
                  <a:gd name="T76" fmla="*/ 2147483647 w 120"/>
                  <a:gd name="T77" fmla="*/ 2147483647 h 141"/>
                  <a:gd name="T78" fmla="*/ 2147483647 w 120"/>
                  <a:gd name="T79" fmla="*/ 2147483647 h 141"/>
                  <a:gd name="T80" fmla="*/ 2147483647 w 120"/>
                  <a:gd name="T81" fmla="*/ 2147483647 h 141"/>
                  <a:gd name="T82" fmla="*/ 2147483647 w 120"/>
                  <a:gd name="T83" fmla="*/ 2147483647 h 141"/>
                  <a:gd name="T84" fmla="*/ 2147483647 w 120"/>
                  <a:gd name="T85" fmla="*/ 2147483647 h 141"/>
                  <a:gd name="T86" fmla="*/ 2147483647 w 120"/>
                  <a:gd name="T87" fmla="*/ 2147483647 h 141"/>
                  <a:gd name="T88" fmla="*/ 2147483647 w 120"/>
                  <a:gd name="T89" fmla="*/ 2147483647 h 141"/>
                  <a:gd name="T90" fmla="*/ 2147483647 w 120"/>
                  <a:gd name="T91" fmla="*/ 2147483647 h 141"/>
                  <a:gd name="T92" fmla="*/ 2147483647 w 120"/>
                  <a:gd name="T93" fmla="*/ 2147483647 h 141"/>
                  <a:gd name="T94" fmla="*/ 2147483647 w 120"/>
                  <a:gd name="T95" fmla="*/ 2147483647 h 141"/>
                  <a:gd name="T96" fmla="*/ 2147483647 w 120"/>
                  <a:gd name="T97" fmla="*/ 2147483647 h 141"/>
                  <a:gd name="T98" fmla="*/ 2147483647 w 120"/>
                  <a:gd name="T99" fmla="*/ 2147483647 h 141"/>
                  <a:gd name="T100" fmla="*/ 2147483647 w 120"/>
                  <a:gd name="T101" fmla="*/ 2147483647 h 141"/>
                  <a:gd name="T102" fmla="*/ 2147483647 w 120"/>
                  <a:gd name="T103" fmla="*/ 2147483647 h 141"/>
                  <a:gd name="T104" fmla="*/ 2147483647 w 120"/>
                  <a:gd name="T105" fmla="*/ 2147483647 h 141"/>
                  <a:gd name="T106" fmla="*/ 2147483647 w 120"/>
                  <a:gd name="T107" fmla="*/ 2147483647 h 141"/>
                  <a:gd name="T108" fmla="*/ 2147483647 w 120"/>
                  <a:gd name="T109" fmla="*/ 2147483647 h 141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20" h="141">
                    <a:moveTo>
                      <a:pt x="56" y="2"/>
                    </a:moveTo>
                    <a:lnTo>
                      <a:pt x="41" y="1"/>
                    </a:lnTo>
                    <a:lnTo>
                      <a:pt x="23" y="0"/>
                    </a:lnTo>
                    <a:lnTo>
                      <a:pt x="23" y="10"/>
                    </a:lnTo>
                    <a:lnTo>
                      <a:pt x="10" y="9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5"/>
                    </a:lnTo>
                    <a:lnTo>
                      <a:pt x="11" y="25"/>
                    </a:lnTo>
                    <a:lnTo>
                      <a:pt x="13" y="30"/>
                    </a:lnTo>
                    <a:lnTo>
                      <a:pt x="14" y="37"/>
                    </a:lnTo>
                    <a:lnTo>
                      <a:pt x="12" y="53"/>
                    </a:lnTo>
                    <a:lnTo>
                      <a:pt x="11" y="53"/>
                    </a:lnTo>
                    <a:lnTo>
                      <a:pt x="11" y="56"/>
                    </a:lnTo>
                    <a:lnTo>
                      <a:pt x="12" y="61"/>
                    </a:lnTo>
                    <a:lnTo>
                      <a:pt x="12" y="65"/>
                    </a:lnTo>
                    <a:lnTo>
                      <a:pt x="12" y="68"/>
                    </a:lnTo>
                    <a:lnTo>
                      <a:pt x="11" y="70"/>
                    </a:lnTo>
                    <a:lnTo>
                      <a:pt x="12" y="72"/>
                    </a:lnTo>
                    <a:lnTo>
                      <a:pt x="12" y="74"/>
                    </a:lnTo>
                    <a:lnTo>
                      <a:pt x="12" y="76"/>
                    </a:lnTo>
                    <a:lnTo>
                      <a:pt x="12" y="77"/>
                    </a:lnTo>
                    <a:lnTo>
                      <a:pt x="12" y="78"/>
                    </a:lnTo>
                    <a:lnTo>
                      <a:pt x="10" y="79"/>
                    </a:lnTo>
                    <a:lnTo>
                      <a:pt x="8" y="78"/>
                    </a:lnTo>
                    <a:lnTo>
                      <a:pt x="7" y="78"/>
                    </a:lnTo>
                    <a:lnTo>
                      <a:pt x="4" y="78"/>
                    </a:lnTo>
                    <a:lnTo>
                      <a:pt x="3" y="78"/>
                    </a:lnTo>
                    <a:lnTo>
                      <a:pt x="3" y="77"/>
                    </a:lnTo>
                    <a:lnTo>
                      <a:pt x="2" y="77"/>
                    </a:lnTo>
                    <a:lnTo>
                      <a:pt x="2" y="78"/>
                    </a:lnTo>
                    <a:lnTo>
                      <a:pt x="1" y="78"/>
                    </a:lnTo>
                    <a:lnTo>
                      <a:pt x="0" y="79"/>
                    </a:lnTo>
                    <a:lnTo>
                      <a:pt x="0" y="80"/>
                    </a:lnTo>
                    <a:lnTo>
                      <a:pt x="0" y="81"/>
                    </a:lnTo>
                    <a:lnTo>
                      <a:pt x="1" y="83"/>
                    </a:lnTo>
                    <a:lnTo>
                      <a:pt x="2" y="84"/>
                    </a:lnTo>
                    <a:lnTo>
                      <a:pt x="3" y="84"/>
                    </a:lnTo>
                    <a:lnTo>
                      <a:pt x="3" y="85"/>
                    </a:lnTo>
                    <a:lnTo>
                      <a:pt x="4" y="86"/>
                    </a:lnTo>
                    <a:lnTo>
                      <a:pt x="5" y="89"/>
                    </a:lnTo>
                    <a:lnTo>
                      <a:pt x="7" y="92"/>
                    </a:lnTo>
                    <a:lnTo>
                      <a:pt x="7" y="93"/>
                    </a:lnTo>
                    <a:lnTo>
                      <a:pt x="7" y="94"/>
                    </a:lnTo>
                    <a:lnTo>
                      <a:pt x="9" y="95"/>
                    </a:lnTo>
                    <a:lnTo>
                      <a:pt x="9" y="97"/>
                    </a:lnTo>
                    <a:lnTo>
                      <a:pt x="10" y="99"/>
                    </a:lnTo>
                    <a:lnTo>
                      <a:pt x="9" y="100"/>
                    </a:lnTo>
                    <a:lnTo>
                      <a:pt x="8" y="101"/>
                    </a:lnTo>
                    <a:lnTo>
                      <a:pt x="8" y="102"/>
                    </a:lnTo>
                    <a:lnTo>
                      <a:pt x="8" y="104"/>
                    </a:lnTo>
                    <a:lnTo>
                      <a:pt x="9" y="105"/>
                    </a:lnTo>
                    <a:lnTo>
                      <a:pt x="10" y="106"/>
                    </a:lnTo>
                    <a:lnTo>
                      <a:pt x="11" y="107"/>
                    </a:lnTo>
                    <a:lnTo>
                      <a:pt x="13" y="106"/>
                    </a:lnTo>
                    <a:lnTo>
                      <a:pt x="14" y="106"/>
                    </a:lnTo>
                    <a:lnTo>
                      <a:pt x="15" y="106"/>
                    </a:lnTo>
                    <a:lnTo>
                      <a:pt x="16" y="106"/>
                    </a:lnTo>
                    <a:lnTo>
                      <a:pt x="17" y="107"/>
                    </a:lnTo>
                    <a:lnTo>
                      <a:pt x="19" y="108"/>
                    </a:lnTo>
                    <a:lnTo>
                      <a:pt x="20" y="110"/>
                    </a:lnTo>
                    <a:lnTo>
                      <a:pt x="20" y="111"/>
                    </a:lnTo>
                    <a:lnTo>
                      <a:pt x="21" y="113"/>
                    </a:lnTo>
                    <a:lnTo>
                      <a:pt x="21" y="115"/>
                    </a:lnTo>
                    <a:lnTo>
                      <a:pt x="22" y="117"/>
                    </a:lnTo>
                    <a:lnTo>
                      <a:pt x="23" y="121"/>
                    </a:lnTo>
                    <a:lnTo>
                      <a:pt x="23" y="123"/>
                    </a:lnTo>
                    <a:lnTo>
                      <a:pt x="24" y="126"/>
                    </a:lnTo>
                    <a:lnTo>
                      <a:pt x="24" y="127"/>
                    </a:lnTo>
                    <a:lnTo>
                      <a:pt x="25" y="127"/>
                    </a:lnTo>
                    <a:lnTo>
                      <a:pt x="25" y="128"/>
                    </a:lnTo>
                    <a:lnTo>
                      <a:pt x="26" y="128"/>
                    </a:lnTo>
                    <a:lnTo>
                      <a:pt x="29" y="129"/>
                    </a:lnTo>
                    <a:lnTo>
                      <a:pt x="30" y="129"/>
                    </a:lnTo>
                    <a:lnTo>
                      <a:pt x="31" y="129"/>
                    </a:lnTo>
                    <a:lnTo>
                      <a:pt x="32" y="129"/>
                    </a:lnTo>
                    <a:lnTo>
                      <a:pt x="33" y="130"/>
                    </a:lnTo>
                    <a:lnTo>
                      <a:pt x="33" y="133"/>
                    </a:lnTo>
                    <a:lnTo>
                      <a:pt x="33" y="134"/>
                    </a:lnTo>
                    <a:lnTo>
                      <a:pt x="35" y="134"/>
                    </a:lnTo>
                    <a:lnTo>
                      <a:pt x="37" y="137"/>
                    </a:lnTo>
                    <a:lnTo>
                      <a:pt x="37" y="138"/>
                    </a:lnTo>
                    <a:lnTo>
                      <a:pt x="38" y="140"/>
                    </a:lnTo>
                    <a:lnTo>
                      <a:pt x="41" y="140"/>
                    </a:lnTo>
                    <a:lnTo>
                      <a:pt x="43" y="140"/>
                    </a:lnTo>
                    <a:lnTo>
                      <a:pt x="43" y="141"/>
                    </a:lnTo>
                    <a:lnTo>
                      <a:pt x="44" y="141"/>
                    </a:lnTo>
                    <a:lnTo>
                      <a:pt x="47" y="140"/>
                    </a:lnTo>
                    <a:lnTo>
                      <a:pt x="49" y="139"/>
                    </a:lnTo>
                    <a:lnTo>
                      <a:pt x="49" y="133"/>
                    </a:lnTo>
                    <a:lnTo>
                      <a:pt x="50" y="132"/>
                    </a:lnTo>
                    <a:lnTo>
                      <a:pt x="51" y="131"/>
                    </a:lnTo>
                    <a:lnTo>
                      <a:pt x="52" y="130"/>
                    </a:lnTo>
                    <a:lnTo>
                      <a:pt x="52" y="129"/>
                    </a:lnTo>
                    <a:lnTo>
                      <a:pt x="51" y="126"/>
                    </a:lnTo>
                    <a:lnTo>
                      <a:pt x="51" y="125"/>
                    </a:lnTo>
                    <a:lnTo>
                      <a:pt x="52" y="125"/>
                    </a:lnTo>
                    <a:lnTo>
                      <a:pt x="53" y="125"/>
                    </a:lnTo>
                    <a:lnTo>
                      <a:pt x="55" y="125"/>
                    </a:lnTo>
                    <a:lnTo>
                      <a:pt x="56" y="124"/>
                    </a:lnTo>
                    <a:lnTo>
                      <a:pt x="56" y="123"/>
                    </a:lnTo>
                    <a:lnTo>
                      <a:pt x="56" y="120"/>
                    </a:lnTo>
                    <a:lnTo>
                      <a:pt x="57" y="118"/>
                    </a:lnTo>
                    <a:lnTo>
                      <a:pt x="58" y="117"/>
                    </a:lnTo>
                    <a:lnTo>
                      <a:pt x="59" y="117"/>
                    </a:lnTo>
                    <a:lnTo>
                      <a:pt x="60" y="116"/>
                    </a:lnTo>
                    <a:lnTo>
                      <a:pt x="61" y="115"/>
                    </a:lnTo>
                    <a:lnTo>
                      <a:pt x="62" y="116"/>
                    </a:lnTo>
                    <a:lnTo>
                      <a:pt x="64" y="118"/>
                    </a:lnTo>
                    <a:lnTo>
                      <a:pt x="67" y="120"/>
                    </a:lnTo>
                    <a:lnTo>
                      <a:pt x="68" y="120"/>
                    </a:lnTo>
                    <a:lnTo>
                      <a:pt x="69" y="120"/>
                    </a:lnTo>
                    <a:lnTo>
                      <a:pt x="72" y="124"/>
                    </a:lnTo>
                    <a:lnTo>
                      <a:pt x="73" y="124"/>
                    </a:lnTo>
                    <a:lnTo>
                      <a:pt x="75" y="125"/>
                    </a:lnTo>
                    <a:lnTo>
                      <a:pt x="76" y="125"/>
                    </a:lnTo>
                    <a:lnTo>
                      <a:pt x="77" y="124"/>
                    </a:lnTo>
                    <a:lnTo>
                      <a:pt x="79" y="124"/>
                    </a:lnTo>
                    <a:lnTo>
                      <a:pt x="81" y="125"/>
                    </a:lnTo>
                    <a:lnTo>
                      <a:pt x="83" y="124"/>
                    </a:lnTo>
                    <a:lnTo>
                      <a:pt x="84" y="124"/>
                    </a:lnTo>
                    <a:lnTo>
                      <a:pt x="88" y="125"/>
                    </a:lnTo>
                    <a:lnTo>
                      <a:pt x="89" y="127"/>
                    </a:lnTo>
                    <a:lnTo>
                      <a:pt x="91" y="127"/>
                    </a:lnTo>
                    <a:lnTo>
                      <a:pt x="94" y="124"/>
                    </a:lnTo>
                    <a:lnTo>
                      <a:pt x="95" y="121"/>
                    </a:lnTo>
                    <a:lnTo>
                      <a:pt x="98" y="119"/>
                    </a:lnTo>
                    <a:lnTo>
                      <a:pt x="102" y="119"/>
                    </a:lnTo>
                    <a:lnTo>
                      <a:pt x="103" y="120"/>
                    </a:lnTo>
                    <a:lnTo>
                      <a:pt x="109" y="121"/>
                    </a:lnTo>
                    <a:lnTo>
                      <a:pt x="108" y="118"/>
                    </a:lnTo>
                    <a:lnTo>
                      <a:pt x="104" y="100"/>
                    </a:lnTo>
                    <a:lnTo>
                      <a:pt x="103" y="95"/>
                    </a:lnTo>
                    <a:lnTo>
                      <a:pt x="120" y="67"/>
                    </a:lnTo>
                    <a:lnTo>
                      <a:pt x="115" y="66"/>
                    </a:lnTo>
                    <a:lnTo>
                      <a:pt x="112" y="63"/>
                    </a:lnTo>
                    <a:lnTo>
                      <a:pt x="108" y="61"/>
                    </a:lnTo>
                    <a:lnTo>
                      <a:pt x="107" y="60"/>
                    </a:lnTo>
                    <a:lnTo>
                      <a:pt x="103" y="59"/>
                    </a:lnTo>
                    <a:lnTo>
                      <a:pt x="101" y="57"/>
                    </a:lnTo>
                    <a:lnTo>
                      <a:pt x="98" y="54"/>
                    </a:lnTo>
                    <a:lnTo>
                      <a:pt x="93" y="51"/>
                    </a:lnTo>
                    <a:lnTo>
                      <a:pt x="90" y="43"/>
                    </a:lnTo>
                    <a:lnTo>
                      <a:pt x="89" y="37"/>
                    </a:lnTo>
                    <a:lnTo>
                      <a:pt x="86" y="31"/>
                    </a:lnTo>
                    <a:lnTo>
                      <a:pt x="85" y="29"/>
                    </a:lnTo>
                    <a:lnTo>
                      <a:pt x="84" y="28"/>
                    </a:lnTo>
                    <a:lnTo>
                      <a:pt x="77" y="23"/>
                    </a:lnTo>
                    <a:lnTo>
                      <a:pt x="72" y="18"/>
                    </a:lnTo>
                    <a:lnTo>
                      <a:pt x="70" y="16"/>
                    </a:lnTo>
                    <a:lnTo>
                      <a:pt x="66" y="11"/>
                    </a:lnTo>
                    <a:lnTo>
                      <a:pt x="63" y="10"/>
                    </a:lnTo>
                    <a:lnTo>
                      <a:pt x="61" y="8"/>
                    </a:lnTo>
                    <a:lnTo>
                      <a:pt x="58" y="2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2" name="Freeform 19"/>
              <p:cNvSpPr>
                <a:spLocks/>
              </p:cNvSpPr>
              <p:nvPr/>
            </p:nvSpPr>
            <p:spPr bwMode="auto">
              <a:xfrm>
                <a:off x="3784439" y="3913213"/>
                <a:ext cx="360058" cy="503391"/>
              </a:xfrm>
              <a:custGeom>
                <a:avLst/>
                <a:gdLst>
                  <a:gd name="T0" fmla="*/ 2147483647 w 47"/>
                  <a:gd name="T1" fmla="*/ 2147483647 h 65"/>
                  <a:gd name="T2" fmla="*/ 2147483647 w 47"/>
                  <a:gd name="T3" fmla="*/ 2147483647 h 65"/>
                  <a:gd name="T4" fmla="*/ 2147483647 w 47"/>
                  <a:gd name="T5" fmla="*/ 2147483647 h 65"/>
                  <a:gd name="T6" fmla="*/ 2147483647 w 47"/>
                  <a:gd name="T7" fmla="*/ 2147483647 h 65"/>
                  <a:gd name="T8" fmla="*/ 2147483647 w 47"/>
                  <a:gd name="T9" fmla="*/ 2147483647 h 65"/>
                  <a:gd name="T10" fmla="*/ 2147483647 w 47"/>
                  <a:gd name="T11" fmla="*/ 2147483647 h 65"/>
                  <a:gd name="T12" fmla="*/ 2147483647 w 47"/>
                  <a:gd name="T13" fmla="*/ 2147483647 h 65"/>
                  <a:gd name="T14" fmla="*/ 2147483647 w 47"/>
                  <a:gd name="T15" fmla="*/ 2147483647 h 65"/>
                  <a:gd name="T16" fmla="*/ 2147483647 w 47"/>
                  <a:gd name="T17" fmla="*/ 2147483647 h 65"/>
                  <a:gd name="T18" fmla="*/ 2147483647 w 47"/>
                  <a:gd name="T19" fmla="*/ 2147483647 h 65"/>
                  <a:gd name="T20" fmla="*/ 2147483647 w 47"/>
                  <a:gd name="T21" fmla="*/ 2147483647 h 65"/>
                  <a:gd name="T22" fmla="*/ 2147483647 w 47"/>
                  <a:gd name="T23" fmla="*/ 2147483647 h 65"/>
                  <a:gd name="T24" fmla="*/ 2147483647 w 47"/>
                  <a:gd name="T25" fmla="*/ 2147483647 h 65"/>
                  <a:gd name="T26" fmla="*/ 2147483647 w 47"/>
                  <a:gd name="T27" fmla="*/ 2147483647 h 65"/>
                  <a:gd name="T28" fmla="*/ 2147483647 w 47"/>
                  <a:gd name="T29" fmla="*/ 2147483647 h 65"/>
                  <a:gd name="T30" fmla="*/ 2147483647 w 47"/>
                  <a:gd name="T31" fmla="*/ 2147483647 h 65"/>
                  <a:gd name="T32" fmla="*/ 2147483647 w 47"/>
                  <a:gd name="T33" fmla="*/ 2147483647 h 65"/>
                  <a:gd name="T34" fmla="*/ 2147483647 w 47"/>
                  <a:gd name="T35" fmla="*/ 2147483647 h 65"/>
                  <a:gd name="T36" fmla="*/ 2147483647 w 47"/>
                  <a:gd name="T37" fmla="*/ 2147483647 h 65"/>
                  <a:gd name="T38" fmla="*/ 2147483647 w 47"/>
                  <a:gd name="T39" fmla="*/ 2147483647 h 65"/>
                  <a:gd name="T40" fmla="*/ 2147483647 w 47"/>
                  <a:gd name="T41" fmla="*/ 2147483647 h 65"/>
                  <a:gd name="T42" fmla="*/ 2147483647 w 47"/>
                  <a:gd name="T43" fmla="*/ 2147483647 h 65"/>
                  <a:gd name="T44" fmla="*/ 2147483647 w 47"/>
                  <a:gd name="T45" fmla="*/ 2147483647 h 65"/>
                  <a:gd name="T46" fmla="*/ 2147483647 w 47"/>
                  <a:gd name="T47" fmla="*/ 2147483647 h 65"/>
                  <a:gd name="T48" fmla="*/ 2147483647 w 47"/>
                  <a:gd name="T49" fmla="*/ 2147483647 h 65"/>
                  <a:gd name="T50" fmla="*/ 2147483647 w 47"/>
                  <a:gd name="T51" fmla="*/ 0 h 65"/>
                  <a:gd name="T52" fmla="*/ 2147483647 w 47"/>
                  <a:gd name="T53" fmla="*/ 2147483647 h 65"/>
                  <a:gd name="T54" fmla="*/ 2147483647 w 47"/>
                  <a:gd name="T55" fmla="*/ 2147483647 h 65"/>
                  <a:gd name="T56" fmla="*/ 2147483647 w 47"/>
                  <a:gd name="T57" fmla="*/ 2147483647 h 65"/>
                  <a:gd name="T58" fmla="*/ 2147483647 w 47"/>
                  <a:gd name="T59" fmla="*/ 2147483647 h 65"/>
                  <a:gd name="T60" fmla="*/ 2147483647 w 47"/>
                  <a:gd name="T61" fmla="*/ 2147483647 h 65"/>
                  <a:gd name="T62" fmla="*/ 2147483647 w 47"/>
                  <a:gd name="T63" fmla="*/ 2147483647 h 65"/>
                  <a:gd name="T64" fmla="*/ 2147483647 w 47"/>
                  <a:gd name="T65" fmla="*/ 2147483647 h 65"/>
                  <a:gd name="T66" fmla="*/ 2147483647 w 47"/>
                  <a:gd name="T67" fmla="*/ 2147483647 h 65"/>
                  <a:gd name="T68" fmla="*/ 2147483647 w 47"/>
                  <a:gd name="T69" fmla="*/ 2147483647 h 65"/>
                  <a:gd name="T70" fmla="*/ 2147483647 w 47"/>
                  <a:gd name="T71" fmla="*/ 2147483647 h 65"/>
                  <a:gd name="T72" fmla="*/ 2147483647 w 47"/>
                  <a:gd name="T73" fmla="*/ 2147483647 h 65"/>
                  <a:gd name="T74" fmla="*/ 2147483647 w 47"/>
                  <a:gd name="T75" fmla="*/ 2147483647 h 65"/>
                  <a:gd name="T76" fmla="*/ 2147483647 w 47"/>
                  <a:gd name="T77" fmla="*/ 2147483647 h 65"/>
                  <a:gd name="T78" fmla="*/ 2147483647 w 47"/>
                  <a:gd name="T79" fmla="*/ 2147483647 h 65"/>
                  <a:gd name="T80" fmla="*/ 2147483647 w 47"/>
                  <a:gd name="T81" fmla="*/ 2147483647 h 65"/>
                  <a:gd name="T82" fmla="*/ 2147483647 w 47"/>
                  <a:gd name="T83" fmla="*/ 2147483647 h 65"/>
                  <a:gd name="T84" fmla="*/ 2147483647 w 47"/>
                  <a:gd name="T85" fmla="*/ 2147483647 h 65"/>
                  <a:gd name="T86" fmla="*/ 2147483647 w 47"/>
                  <a:gd name="T87" fmla="*/ 2147483647 h 65"/>
                  <a:gd name="T88" fmla="*/ 2147483647 w 47"/>
                  <a:gd name="T89" fmla="*/ 2147483647 h 65"/>
                  <a:gd name="T90" fmla="*/ 2147483647 w 47"/>
                  <a:gd name="T91" fmla="*/ 2147483647 h 65"/>
                  <a:gd name="T92" fmla="*/ 2147483647 w 47"/>
                  <a:gd name="T93" fmla="*/ 2147483647 h 65"/>
                  <a:gd name="T94" fmla="*/ 2147483647 w 47"/>
                  <a:gd name="T95" fmla="*/ 2147483647 h 65"/>
                  <a:gd name="T96" fmla="*/ 2147483647 w 47"/>
                  <a:gd name="T97" fmla="*/ 2147483647 h 65"/>
                  <a:gd name="T98" fmla="*/ 2147483647 w 47"/>
                  <a:gd name="T99" fmla="*/ 2147483647 h 65"/>
                  <a:gd name="T100" fmla="*/ 2147483647 w 47"/>
                  <a:gd name="T101" fmla="*/ 2147483647 h 65"/>
                  <a:gd name="T102" fmla="*/ 2147483647 w 47"/>
                  <a:gd name="T103" fmla="*/ 2147483647 h 65"/>
                  <a:gd name="T104" fmla="*/ 2147483647 w 47"/>
                  <a:gd name="T105" fmla="*/ 2147483647 h 65"/>
                  <a:gd name="T106" fmla="*/ 2147483647 w 47"/>
                  <a:gd name="T107" fmla="*/ 2147483647 h 65"/>
                  <a:gd name="T108" fmla="*/ 2147483647 w 47"/>
                  <a:gd name="T109" fmla="*/ 2147483647 h 65"/>
                  <a:gd name="T110" fmla="*/ 2147483647 w 47"/>
                  <a:gd name="T111" fmla="*/ 2147483647 h 65"/>
                  <a:gd name="T112" fmla="*/ 2147483647 w 47"/>
                  <a:gd name="T113" fmla="*/ 2147483647 h 65"/>
                  <a:gd name="T114" fmla="*/ 2147483647 w 47"/>
                  <a:gd name="T115" fmla="*/ 2147483647 h 65"/>
                  <a:gd name="T116" fmla="*/ 2147483647 w 47"/>
                  <a:gd name="T117" fmla="*/ 2147483647 h 65"/>
                  <a:gd name="T118" fmla="*/ 2147483647 w 47"/>
                  <a:gd name="T119" fmla="*/ 2147483647 h 65"/>
                  <a:gd name="T120" fmla="*/ 2147483647 w 47"/>
                  <a:gd name="T121" fmla="*/ 2147483647 h 65"/>
                  <a:gd name="T122" fmla="*/ 2147483647 w 47"/>
                  <a:gd name="T123" fmla="*/ 2147483647 h 65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47" h="65">
                    <a:moveTo>
                      <a:pt x="0" y="55"/>
                    </a:moveTo>
                    <a:lnTo>
                      <a:pt x="0" y="55"/>
                    </a:lnTo>
                    <a:lnTo>
                      <a:pt x="0" y="54"/>
                    </a:lnTo>
                    <a:lnTo>
                      <a:pt x="1" y="54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4" y="53"/>
                    </a:lnTo>
                    <a:lnTo>
                      <a:pt x="4" y="52"/>
                    </a:lnTo>
                    <a:lnTo>
                      <a:pt x="5" y="51"/>
                    </a:lnTo>
                    <a:lnTo>
                      <a:pt x="5" y="52"/>
                    </a:lnTo>
                    <a:lnTo>
                      <a:pt x="6" y="52"/>
                    </a:lnTo>
                    <a:lnTo>
                      <a:pt x="6" y="53"/>
                    </a:lnTo>
                    <a:lnTo>
                      <a:pt x="7" y="53"/>
                    </a:lnTo>
                    <a:lnTo>
                      <a:pt x="7" y="52"/>
                    </a:lnTo>
                    <a:lnTo>
                      <a:pt x="8" y="51"/>
                    </a:lnTo>
                    <a:lnTo>
                      <a:pt x="8" y="50"/>
                    </a:lnTo>
                    <a:lnTo>
                      <a:pt x="8" y="49"/>
                    </a:lnTo>
                    <a:lnTo>
                      <a:pt x="8" y="48"/>
                    </a:lnTo>
                    <a:lnTo>
                      <a:pt x="8" y="49"/>
                    </a:lnTo>
                    <a:lnTo>
                      <a:pt x="9" y="49"/>
                    </a:lnTo>
                    <a:lnTo>
                      <a:pt x="9" y="48"/>
                    </a:lnTo>
                    <a:lnTo>
                      <a:pt x="8" y="47"/>
                    </a:lnTo>
                    <a:lnTo>
                      <a:pt x="8" y="46"/>
                    </a:lnTo>
                    <a:lnTo>
                      <a:pt x="8" y="45"/>
                    </a:ln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lnTo>
                      <a:pt x="9" y="41"/>
                    </a:lnTo>
                    <a:lnTo>
                      <a:pt x="9" y="40"/>
                    </a:lnTo>
                    <a:lnTo>
                      <a:pt x="9" y="39"/>
                    </a:lnTo>
                    <a:lnTo>
                      <a:pt x="9" y="37"/>
                    </a:lnTo>
                    <a:lnTo>
                      <a:pt x="9" y="36"/>
                    </a:lnTo>
                    <a:lnTo>
                      <a:pt x="10" y="36"/>
                    </a:lnTo>
                    <a:lnTo>
                      <a:pt x="10" y="35"/>
                    </a:lnTo>
                    <a:lnTo>
                      <a:pt x="10" y="34"/>
                    </a:lnTo>
                    <a:lnTo>
                      <a:pt x="10" y="33"/>
                    </a:lnTo>
                    <a:lnTo>
                      <a:pt x="10" y="31"/>
                    </a:lnTo>
                    <a:lnTo>
                      <a:pt x="10" y="30"/>
                    </a:lnTo>
                    <a:lnTo>
                      <a:pt x="11" y="30"/>
                    </a:lnTo>
                    <a:lnTo>
                      <a:pt x="12" y="30"/>
                    </a:lnTo>
                    <a:lnTo>
                      <a:pt x="13" y="30"/>
                    </a:lnTo>
                    <a:lnTo>
                      <a:pt x="13" y="31"/>
                    </a:lnTo>
                    <a:lnTo>
                      <a:pt x="14" y="32"/>
                    </a:lnTo>
                    <a:lnTo>
                      <a:pt x="14" y="33"/>
                    </a:lnTo>
                    <a:lnTo>
                      <a:pt x="15" y="33"/>
                    </a:lnTo>
                    <a:lnTo>
                      <a:pt x="15" y="34"/>
                    </a:lnTo>
                    <a:lnTo>
                      <a:pt x="16" y="35"/>
                    </a:lnTo>
                    <a:lnTo>
                      <a:pt x="16" y="36"/>
                    </a:lnTo>
                    <a:lnTo>
                      <a:pt x="18" y="36"/>
                    </a:lnTo>
                    <a:lnTo>
                      <a:pt x="18" y="37"/>
                    </a:lnTo>
                    <a:lnTo>
                      <a:pt x="19" y="37"/>
                    </a:lnTo>
                    <a:lnTo>
                      <a:pt x="20" y="37"/>
                    </a:lnTo>
                    <a:lnTo>
                      <a:pt x="21" y="36"/>
                    </a:lnTo>
                    <a:lnTo>
                      <a:pt x="22" y="36"/>
                    </a:lnTo>
                    <a:lnTo>
                      <a:pt x="23" y="35"/>
                    </a:lnTo>
                    <a:lnTo>
                      <a:pt x="23" y="36"/>
                    </a:lnTo>
                    <a:lnTo>
                      <a:pt x="24" y="36"/>
                    </a:lnTo>
                    <a:lnTo>
                      <a:pt x="25" y="36"/>
                    </a:lnTo>
                    <a:lnTo>
                      <a:pt x="25" y="35"/>
                    </a:lnTo>
                    <a:lnTo>
                      <a:pt x="26" y="35"/>
                    </a:lnTo>
                    <a:lnTo>
                      <a:pt x="26" y="34"/>
                    </a:lnTo>
                    <a:lnTo>
                      <a:pt x="27" y="34"/>
                    </a:lnTo>
                    <a:lnTo>
                      <a:pt x="28" y="34"/>
                    </a:lnTo>
                    <a:lnTo>
                      <a:pt x="29" y="34"/>
                    </a:lnTo>
                    <a:lnTo>
                      <a:pt x="30" y="34"/>
                    </a:lnTo>
                    <a:lnTo>
                      <a:pt x="30" y="33"/>
                    </a:lnTo>
                    <a:lnTo>
                      <a:pt x="30" y="32"/>
                    </a:lnTo>
                    <a:lnTo>
                      <a:pt x="29" y="32"/>
                    </a:lnTo>
                    <a:lnTo>
                      <a:pt x="28" y="31"/>
                    </a:lnTo>
                    <a:lnTo>
                      <a:pt x="28" y="30"/>
                    </a:lnTo>
                    <a:lnTo>
                      <a:pt x="27" y="30"/>
                    </a:lnTo>
                    <a:lnTo>
                      <a:pt x="26" y="30"/>
                    </a:lnTo>
                    <a:lnTo>
                      <a:pt x="25" y="30"/>
                    </a:lnTo>
                    <a:lnTo>
                      <a:pt x="25" y="29"/>
                    </a:lnTo>
                    <a:lnTo>
                      <a:pt x="25" y="28"/>
                    </a:lnTo>
                    <a:lnTo>
                      <a:pt x="24" y="28"/>
                    </a:lnTo>
                    <a:lnTo>
                      <a:pt x="24" y="27"/>
                    </a:lnTo>
                    <a:lnTo>
                      <a:pt x="23" y="27"/>
                    </a:lnTo>
                    <a:lnTo>
                      <a:pt x="22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19" y="25"/>
                    </a:lnTo>
                    <a:lnTo>
                      <a:pt x="19" y="24"/>
                    </a:lnTo>
                    <a:lnTo>
                      <a:pt x="19" y="23"/>
                    </a:lnTo>
                    <a:lnTo>
                      <a:pt x="19" y="22"/>
                    </a:lnTo>
                    <a:lnTo>
                      <a:pt x="19" y="20"/>
                    </a:lnTo>
                    <a:lnTo>
                      <a:pt x="21" y="19"/>
                    </a:lnTo>
                    <a:lnTo>
                      <a:pt x="21" y="18"/>
                    </a:lnTo>
                    <a:lnTo>
                      <a:pt x="21" y="17"/>
                    </a:lnTo>
                    <a:lnTo>
                      <a:pt x="21" y="16"/>
                    </a:lnTo>
                    <a:lnTo>
                      <a:pt x="22" y="16"/>
                    </a:lnTo>
                    <a:lnTo>
                      <a:pt x="22" y="14"/>
                    </a:lnTo>
                    <a:lnTo>
                      <a:pt x="20" y="13"/>
                    </a:lnTo>
                    <a:lnTo>
                      <a:pt x="19" y="12"/>
                    </a:lnTo>
                    <a:lnTo>
                      <a:pt x="19" y="11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2" y="11"/>
                    </a:lnTo>
                    <a:lnTo>
                      <a:pt x="23" y="9"/>
                    </a:lnTo>
                    <a:lnTo>
                      <a:pt x="25" y="8"/>
                    </a:lnTo>
                    <a:lnTo>
                      <a:pt x="26" y="7"/>
                    </a:lnTo>
                    <a:lnTo>
                      <a:pt x="26" y="5"/>
                    </a:lnTo>
                    <a:lnTo>
                      <a:pt x="27" y="3"/>
                    </a:lnTo>
                    <a:lnTo>
                      <a:pt x="26" y="2"/>
                    </a:lnTo>
                    <a:lnTo>
                      <a:pt x="28" y="2"/>
                    </a:lnTo>
                    <a:lnTo>
                      <a:pt x="28" y="1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0"/>
                    </a:lnTo>
                    <a:lnTo>
                      <a:pt x="31" y="0"/>
                    </a:lnTo>
                    <a:lnTo>
                      <a:pt x="31" y="1"/>
                    </a:lnTo>
                    <a:lnTo>
                      <a:pt x="31" y="3"/>
                    </a:lnTo>
                    <a:lnTo>
                      <a:pt x="31" y="4"/>
                    </a:lnTo>
                    <a:lnTo>
                      <a:pt x="32" y="4"/>
                    </a:lnTo>
                    <a:lnTo>
                      <a:pt x="32" y="5"/>
                    </a:lnTo>
                    <a:lnTo>
                      <a:pt x="33" y="5"/>
                    </a:lnTo>
                    <a:lnTo>
                      <a:pt x="34" y="5"/>
                    </a:lnTo>
                    <a:lnTo>
                      <a:pt x="35" y="6"/>
                    </a:lnTo>
                    <a:lnTo>
                      <a:pt x="35" y="7"/>
                    </a:lnTo>
                    <a:lnTo>
                      <a:pt x="34" y="8"/>
                    </a:lnTo>
                    <a:lnTo>
                      <a:pt x="33" y="8"/>
                    </a:lnTo>
                    <a:lnTo>
                      <a:pt x="32" y="9"/>
                    </a:lnTo>
                    <a:lnTo>
                      <a:pt x="32" y="8"/>
                    </a:lnTo>
                    <a:lnTo>
                      <a:pt x="31" y="8"/>
                    </a:lnTo>
                    <a:lnTo>
                      <a:pt x="30" y="9"/>
                    </a:lnTo>
                    <a:lnTo>
                      <a:pt x="30" y="15"/>
                    </a:lnTo>
                    <a:lnTo>
                      <a:pt x="31" y="15"/>
                    </a:lnTo>
                    <a:lnTo>
                      <a:pt x="31" y="16"/>
                    </a:lnTo>
                    <a:lnTo>
                      <a:pt x="32" y="16"/>
                    </a:lnTo>
                    <a:lnTo>
                      <a:pt x="33" y="16"/>
                    </a:lnTo>
                    <a:lnTo>
                      <a:pt x="33" y="17"/>
                    </a:lnTo>
                    <a:lnTo>
                      <a:pt x="33" y="18"/>
                    </a:lnTo>
                    <a:lnTo>
                      <a:pt x="34" y="17"/>
                    </a:lnTo>
                    <a:lnTo>
                      <a:pt x="35" y="16"/>
                    </a:lnTo>
                    <a:lnTo>
                      <a:pt x="36" y="16"/>
                    </a:lnTo>
                    <a:lnTo>
                      <a:pt x="36" y="15"/>
                    </a:lnTo>
                    <a:lnTo>
                      <a:pt x="37" y="14"/>
                    </a:lnTo>
                    <a:lnTo>
                      <a:pt x="38" y="14"/>
                    </a:lnTo>
                    <a:lnTo>
                      <a:pt x="38" y="15"/>
                    </a:lnTo>
                    <a:lnTo>
                      <a:pt x="39" y="15"/>
                    </a:lnTo>
                    <a:lnTo>
                      <a:pt x="39" y="16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8"/>
                    </a:lnTo>
                    <a:lnTo>
                      <a:pt x="42" y="18"/>
                    </a:lnTo>
                    <a:lnTo>
                      <a:pt x="42" y="19"/>
                    </a:lnTo>
                    <a:lnTo>
                      <a:pt x="41" y="19"/>
                    </a:lnTo>
                    <a:lnTo>
                      <a:pt x="41" y="20"/>
                    </a:lnTo>
                    <a:lnTo>
                      <a:pt x="40" y="20"/>
                    </a:lnTo>
                    <a:lnTo>
                      <a:pt x="39" y="21"/>
                    </a:lnTo>
                    <a:lnTo>
                      <a:pt x="39" y="23"/>
                    </a:lnTo>
                    <a:lnTo>
                      <a:pt x="38" y="25"/>
                    </a:lnTo>
                    <a:lnTo>
                      <a:pt x="38" y="26"/>
                    </a:lnTo>
                    <a:lnTo>
                      <a:pt x="37" y="27"/>
                    </a:lnTo>
                    <a:lnTo>
                      <a:pt x="37" y="28"/>
                    </a:lnTo>
                    <a:lnTo>
                      <a:pt x="36" y="28"/>
                    </a:lnTo>
                    <a:lnTo>
                      <a:pt x="36" y="29"/>
                    </a:lnTo>
                    <a:lnTo>
                      <a:pt x="36" y="30"/>
                    </a:lnTo>
                    <a:lnTo>
                      <a:pt x="37" y="31"/>
                    </a:lnTo>
                    <a:lnTo>
                      <a:pt x="36" y="32"/>
                    </a:lnTo>
                    <a:lnTo>
                      <a:pt x="36" y="33"/>
                    </a:lnTo>
                    <a:lnTo>
                      <a:pt x="37" y="33"/>
                    </a:lnTo>
                    <a:lnTo>
                      <a:pt x="38" y="33"/>
                    </a:lnTo>
                    <a:lnTo>
                      <a:pt x="38" y="34"/>
                    </a:lnTo>
                    <a:lnTo>
                      <a:pt x="39" y="34"/>
                    </a:lnTo>
                    <a:lnTo>
                      <a:pt x="40" y="34"/>
                    </a:lnTo>
                    <a:lnTo>
                      <a:pt x="41" y="35"/>
                    </a:lnTo>
                    <a:lnTo>
                      <a:pt x="42" y="35"/>
                    </a:lnTo>
                    <a:lnTo>
                      <a:pt x="43" y="35"/>
                    </a:lnTo>
                    <a:lnTo>
                      <a:pt x="44" y="35"/>
                    </a:lnTo>
                    <a:lnTo>
                      <a:pt x="44" y="36"/>
                    </a:lnTo>
                    <a:lnTo>
                      <a:pt x="43" y="37"/>
                    </a:lnTo>
                    <a:lnTo>
                      <a:pt x="43" y="38"/>
                    </a:lnTo>
                    <a:lnTo>
                      <a:pt x="41" y="38"/>
                    </a:lnTo>
                    <a:lnTo>
                      <a:pt x="40" y="38"/>
                    </a:lnTo>
                    <a:lnTo>
                      <a:pt x="39" y="38"/>
                    </a:lnTo>
                    <a:lnTo>
                      <a:pt x="38" y="38"/>
                    </a:lnTo>
                    <a:lnTo>
                      <a:pt x="38" y="39"/>
                    </a:lnTo>
                    <a:lnTo>
                      <a:pt x="38" y="43"/>
                    </a:lnTo>
                    <a:lnTo>
                      <a:pt x="37" y="44"/>
                    </a:lnTo>
                    <a:lnTo>
                      <a:pt x="36" y="45"/>
                    </a:lnTo>
                    <a:lnTo>
                      <a:pt x="36" y="46"/>
                    </a:lnTo>
                    <a:lnTo>
                      <a:pt x="35" y="46"/>
                    </a:lnTo>
                    <a:lnTo>
                      <a:pt x="35" y="48"/>
                    </a:lnTo>
                    <a:lnTo>
                      <a:pt x="36" y="48"/>
                    </a:lnTo>
                    <a:lnTo>
                      <a:pt x="37" y="48"/>
                    </a:lnTo>
                    <a:lnTo>
                      <a:pt x="37" y="49"/>
                    </a:lnTo>
                    <a:lnTo>
                      <a:pt x="38" y="49"/>
                    </a:lnTo>
                    <a:lnTo>
                      <a:pt x="39" y="49"/>
                    </a:lnTo>
                    <a:lnTo>
                      <a:pt x="40" y="50"/>
                    </a:lnTo>
                    <a:lnTo>
                      <a:pt x="40" y="51"/>
                    </a:lnTo>
                    <a:lnTo>
                      <a:pt x="40" y="52"/>
                    </a:lnTo>
                    <a:lnTo>
                      <a:pt x="41" y="53"/>
                    </a:lnTo>
                    <a:lnTo>
                      <a:pt x="42" y="53"/>
                    </a:lnTo>
                    <a:lnTo>
                      <a:pt x="43" y="53"/>
                    </a:lnTo>
                    <a:lnTo>
                      <a:pt x="44" y="53"/>
                    </a:lnTo>
                    <a:lnTo>
                      <a:pt x="45" y="52"/>
                    </a:lnTo>
                    <a:lnTo>
                      <a:pt x="46" y="52"/>
                    </a:lnTo>
                    <a:lnTo>
                      <a:pt x="46" y="53"/>
                    </a:lnTo>
                    <a:lnTo>
                      <a:pt x="47" y="54"/>
                    </a:lnTo>
                    <a:lnTo>
                      <a:pt x="47" y="56"/>
                    </a:lnTo>
                    <a:lnTo>
                      <a:pt x="46" y="56"/>
                    </a:lnTo>
                    <a:lnTo>
                      <a:pt x="46" y="57"/>
                    </a:lnTo>
                    <a:lnTo>
                      <a:pt x="45" y="57"/>
                    </a:lnTo>
                    <a:lnTo>
                      <a:pt x="44" y="57"/>
                    </a:lnTo>
                    <a:lnTo>
                      <a:pt x="43" y="58"/>
                    </a:lnTo>
                    <a:lnTo>
                      <a:pt x="42" y="58"/>
                    </a:lnTo>
                    <a:lnTo>
                      <a:pt x="41" y="59"/>
                    </a:lnTo>
                    <a:lnTo>
                      <a:pt x="40" y="59"/>
                    </a:lnTo>
                    <a:lnTo>
                      <a:pt x="39" y="58"/>
                    </a:lnTo>
                    <a:lnTo>
                      <a:pt x="38" y="58"/>
                    </a:lnTo>
                    <a:lnTo>
                      <a:pt x="37" y="59"/>
                    </a:lnTo>
                    <a:lnTo>
                      <a:pt x="36" y="59"/>
                    </a:lnTo>
                    <a:lnTo>
                      <a:pt x="35" y="59"/>
                    </a:lnTo>
                    <a:lnTo>
                      <a:pt x="35" y="60"/>
                    </a:lnTo>
                    <a:lnTo>
                      <a:pt x="34" y="60"/>
                    </a:lnTo>
                    <a:lnTo>
                      <a:pt x="33" y="61"/>
                    </a:lnTo>
                    <a:lnTo>
                      <a:pt x="33" y="62"/>
                    </a:lnTo>
                    <a:lnTo>
                      <a:pt x="33" y="63"/>
                    </a:lnTo>
                    <a:lnTo>
                      <a:pt x="32" y="63"/>
                    </a:lnTo>
                    <a:lnTo>
                      <a:pt x="32" y="62"/>
                    </a:lnTo>
                    <a:lnTo>
                      <a:pt x="32" y="61"/>
                    </a:lnTo>
                    <a:lnTo>
                      <a:pt x="32" y="62"/>
                    </a:lnTo>
                    <a:lnTo>
                      <a:pt x="31" y="62"/>
                    </a:lnTo>
                    <a:lnTo>
                      <a:pt x="30" y="60"/>
                    </a:lnTo>
                    <a:lnTo>
                      <a:pt x="29" y="58"/>
                    </a:lnTo>
                    <a:lnTo>
                      <a:pt x="29" y="56"/>
                    </a:lnTo>
                    <a:lnTo>
                      <a:pt x="28" y="55"/>
                    </a:lnTo>
                    <a:lnTo>
                      <a:pt x="27" y="56"/>
                    </a:lnTo>
                    <a:lnTo>
                      <a:pt x="26" y="56"/>
                    </a:lnTo>
                    <a:lnTo>
                      <a:pt x="26" y="57"/>
                    </a:lnTo>
                    <a:lnTo>
                      <a:pt x="25" y="57"/>
                    </a:lnTo>
                    <a:lnTo>
                      <a:pt x="24" y="60"/>
                    </a:lnTo>
                    <a:lnTo>
                      <a:pt x="24" y="61"/>
                    </a:lnTo>
                    <a:lnTo>
                      <a:pt x="25" y="62"/>
                    </a:lnTo>
                    <a:lnTo>
                      <a:pt x="25" y="63"/>
                    </a:lnTo>
                    <a:lnTo>
                      <a:pt x="24" y="64"/>
                    </a:lnTo>
                    <a:lnTo>
                      <a:pt x="23" y="64"/>
                    </a:lnTo>
                    <a:lnTo>
                      <a:pt x="22" y="63"/>
                    </a:lnTo>
                    <a:lnTo>
                      <a:pt x="21" y="63"/>
                    </a:lnTo>
                    <a:lnTo>
                      <a:pt x="20" y="63"/>
                    </a:lnTo>
                    <a:lnTo>
                      <a:pt x="19" y="62"/>
                    </a:lnTo>
                    <a:lnTo>
                      <a:pt x="18" y="62"/>
                    </a:lnTo>
                    <a:lnTo>
                      <a:pt x="17" y="62"/>
                    </a:lnTo>
                    <a:lnTo>
                      <a:pt x="16" y="62"/>
                    </a:lnTo>
                    <a:lnTo>
                      <a:pt x="16" y="63"/>
                    </a:lnTo>
                    <a:lnTo>
                      <a:pt x="16" y="65"/>
                    </a:lnTo>
                    <a:lnTo>
                      <a:pt x="15" y="65"/>
                    </a:lnTo>
                    <a:lnTo>
                      <a:pt x="15" y="64"/>
                    </a:lnTo>
                    <a:lnTo>
                      <a:pt x="14" y="63"/>
                    </a:lnTo>
                    <a:lnTo>
                      <a:pt x="14" y="64"/>
                    </a:lnTo>
                    <a:lnTo>
                      <a:pt x="13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0" y="62"/>
                    </a:lnTo>
                    <a:lnTo>
                      <a:pt x="9" y="62"/>
                    </a:lnTo>
                    <a:lnTo>
                      <a:pt x="8" y="62"/>
                    </a:lnTo>
                    <a:lnTo>
                      <a:pt x="7" y="62"/>
                    </a:lnTo>
                    <a:lnTo>
                      <a:pt x="6" y="61"/>
                    </a:lnTo>
                    <a:lnTo>
                      <a:pt x="5" y="60"/>
                    </a:lnTo>
                    <a:lnTo>
                      <a:pt x="5" y="59"/>
                    </a:lnTo>
                    <a:lnTo>
                      <a:pt x="3" y="59"/>
                    </a:lnTo>
                    <a:lnTo>
                      <a:pt x="3" y="58"/>
                    </a:lnTo>
                    <a:lnTo>
                      <a:pt x="2" y="57"/>
                    </a:lnTo>
                    <a:lnTo>
                      <a:pt x="1" y="57"/>
                    </a:lnTo>
                    <a:lnTo>
                      <a:pt x="0" y="55"/>
                    </a:lnTo>
                    <a:close/>
                  </a:path>
                </a:pathLst>
              </a:custGeom>
              <a:noFill/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3" name="Freeform 20"/>
              <p:cNvSpPr>
                <a:spLocks/>
              </p:cNvSpPr>
              <p:nvPr/>
            </p:nvSpPr>
            <p:spPr bwMode="auto">
              <a:xfrm>
                <a:off x="2955794" y="3149092"/>
                <a:ext cx="543918" cy="712491"/>
              </a:xfrm>
              <a:custGeom>
                <a:avLst/>
                <a:gdLst>
                  <a:gd name="T0" fmla="*/ 2147483647 w 71"/>
                  <a:gd name="T1" fmla="*/ 2147483647 h 92"/>
                  <a:gd name="T2" fmla="*/ 2147483647 w 71"/>
                  <a:gd name="T3" fmla="*/ 2147483647 h 92"/>
                  <a:gd name="T4" fmla="*/ 2147483647 w 71"/>
                  <a:gd name="T5" fmla="*/ 2147483647 h 92"/>
                  <a:gd name="T6" fmla="*/ 2147483647 w 71"/>
                  <a:gd name="T7" fmla="*/ 2147483647 h 92"/>
                  <a:gd name="T8" fmla="*/ 2147483647 w 71"/>
                  <a:gd name="T9" fmla="*/ 2147483647 h 92"/>
                  <a:gd name="T10" fmla="*/ 2147483647 w 71"/>
                  <a:gd name="T11" fmla="*/ 2147483647 h 92"/>
                  <a:gd name="T12" fmla="*/ 2147483647 w 71"/>
                  <a:gd name="T13" fmla="*/ 2147483647 h 92"/>
                  <a:gd name="T14" fmla="*/ 2147483647 w 71"/>
                  <a:gd name="T15" fmla="*/ 2147483647 h 92"/>
                  <a:gd name="T16" fmla="*/ 2147483647 w 71"/>
                  <a:gd name="T17" fmla="*/ 2147483647 h 92"/>
                  <a:gd name="T18" fmla="*/ 2147483647 w 71"/>
                  <a:gd name="T19" fmla="*/ 2147483647 h 92"/>
                  <a:gd name="T20" fmla="*/ 2147483647 w 71"/>
                  <a:gd name="T21" fmla="*/ 2147483647 h 92"/>
                  <a:gd name="T22" fmla="*/ 2147483647 w 71"/>
                  <a:gd name="T23" fmla="*/ 2147483647 h 92"/>
                  <a:gd name="T24" fmla="*/ 2147483647 w 71"/>
                  <a:gd name="T25" fmla="*/ 2147483647 h 92"/>
                  <a:gd name="T26" fmla="*/ 2147483647 w 71"/>
                  <a:gd name="T27" fmla="*/ 2147483647 h 92"/>
                  <a:gd name="T28" fmla="*/ 2147483647 w 71"/>
                  <a:gd name="T29" fmla="*/ 2147483647 h 92"/>
                  <a:gd name="T30" fmla="*/ 2147483647 w 71"/>
                  <a:gd name="T31" fmla="*/ 2147483647 h 92"/>
                  <a:gd name="T32" fmla="*/ 2147483647 w 71"/>
                  <a:gd name="T33" fmla="*/ 2147483647 h 92"/>
                  <a:gd name="T34" fmla="*/ 2147483647 w 71"/>
                  <a:gd name="T35" fmla="*/ 2147483647 h 92"/>
                  <a:gd name="T36" fmla="*/ 2147483647 w 71"/>
                  <a:gd name="T37" fmla="*/ 2147483647 h 92"/>
                  <a:gd name="T38" fmla="*/ 2147483647 w 71"/>
                  <a:gd name="T39" fmla="*/ 2147483647 h 92"/>
                  <a:gd name="T40" fmla="*/ 2147483647 w 71"/>
                  <a:gd name="T41" fmla="*/ 2147483647 h 92"/>
                  <a:gd name="T42" fmla="*/ 2147483647 w 71"/>
                  <a:gd name="T43" fmla="*/ 2147483647 h 92"/>
                  <a:gd name="T44" fmla="*/ 2147483647 w 71"/>
                  <a:gd name="T45" fmla="*/ 2147483647 h 92"/>
                  <a:gd name="T46" fmla="*/ 2147483647 w 71"/>
                  <a:gd name="T47" fmla="*/ 2147483647 h 92"/>
                  <a:gd name="T48" fmla="*/ 2147483647 w 71"/>
                  <a:gd name="T49" fmla="*/ 2147483647 h 92"/>
                  <a:gd name="T50" fmla="*/ 2147483647 w 71"/>
                  <a:gd name="T51" fmla="*/ 2147483647 h 92"/>
                  <a:gd name="T52" fmla="*/ 2147483647 w 71"/>
                  <a:gd name="T53" fmla="*/ 2147483647 h 92"/>
                  <a:gd name="T54" fmla="*/ 2147483647 w 71"/>
                  <a:gd name="T55" fmla="*/ 2147483647 h 92"/>
                  <a:gd name="T56" fmla="*/ 2147483647 w 71"/>
                  <a:gd name="T57" fmla="*/ 2147483647 h 92"/>
                  <a:gd name="T58" fmla="*/ 2147483647 w 71"/>
                  <a:gd name="T59" fmla="*/ 2147483647 h 92"/>
                  <a:gd name="T60" fmla="*/ 2147483647 w 71"/>
                  <a:gd name="T61" fmla="*/ 2147483647 h 92"/>
                  <a:gd name="T62" fmla="*/ 2147483647 w 71"/>
                  <a:gd name="T63" fmla="*/ 2147483647 h 92"/>
                  <a:gd name="T64" fmla="*/ 2147483647 w 71"/>
                  <a:gd name="T65" fmla="*/ 2147483647 h 92"/>
                  <a:gd name="T66" fmla="*/ 2147483647 w 71"/>
                  <a:gd name="T67" fmla="*/ 2147483647 h 92"/>
                  <a:gd name="T68" fmla="*/ 2147483647 w 71"/>
                  <a:gd name="T69" fmla="*/ 2147483647 h 92"/>
                  <a:gd name="T70" fmla="*/ 2147483647 w 71"/>
                  <a:gd name="T71" fmla="*/ 2147483647 h 92"/>
                  <a:gd name="T72" fmla="*/ 2147483647 w 71"/>
                  <a:gd name="T73" fmla="*/ 2147483647 h 92"/>
                  <a:gd name="T74" fmla="*/ 2147483647 w 71"/>
                  <a:gd name="T75" fmla="*/ 2147483647 h 92"/>
                  <a:gd name="T76" fmla="*/ 2147483647 w 71"/>
                  <a:gd name="T77" fmla="*/ 2147483647 h 92"/>
                  <a:gd name="T78" fmla="*/ 2147483647 w 71"/>
                  <a:gd name="T79" fmla="*/ 2147483647 h 92"/>
                  <a:gd name="T80" fmla="*/ 2147483647 w 71"/>
                  <a:gd name="T81" fmla="*/ 2147483647 h 92"/>
                  <a:gd name="T82" fmla="*/ 2147483647 w 71"/>
                  <a:gd name="T83" fmla="*/ 2147483647 h 92"/>
                  <a:gd name="T84" fmla="*/ 2147483647 w 71"/>
                  <a:gd name="T85" fmla="*/ 2147483647 h 92"/>
                  <a:gd name="T86" fmla="*/ 2147483647 w 71"/>
                  <a:gd name="T87" fmla="*/ 2147483647 h 92"/>
                  <a:gd name="T88" fmla="*/ 2147483647 w 71"/>
                  <a:gd name="T89" fmla="*/ 2147483647 h 92"/>
                  <a:gd name="T90" fmla="*/ 2147483647 w 71"/>
                  <a:gd name="T91" fmla="*/ 2147483647 h 92"/>
                  <a:gd name="T92" fmla="*/ 2147483647 w 71"/>
                  <a:gd name="T93" fmla="*/ 2147483647 h 92"/>
                  <a:gd name="T94" fmla="*/ 2147483647 w 71"/>
                  <a:gd name="T95" fmla="*/ 2147483647 h 92"/>
                  <a:gd name="T96" fmla="*/ 2147483647 w 71"/>
                  <a:gd name="T97" fmla="*/ 2147483647 h 92"/>
                  <a:gd name="T98" fmla="*/ 2147483647 w 71"/>
                  <a:gd name="T99" fmla="*/ 2147483647 h 92"/>
                  <a:gd name="T100" fmla="*/ 2147483647 w 71"/>
                  <a:gd name="T101" fmla="*/ 2147483647 h 92"/>
                  <a:gd name="T102" fmla="*/ 2147483647 w 71"/>
                  <a:gd name="T103" fmla="*/ 2147483647 h 92"/>
                  <a:gd name="T104" fmla="*/ 2147483647 w 71"/>
                  <a:gd name="T105" fmla="*/ 2147483647 h 92"/>
                  <a:gd name="T106" fmla="*/ 2147483647 w 71"/>
                  <a:gd name="T107" fmla="*/ 2147483647 h 92"/>
                  <a:gd name="T108" fmla="*/ 2147483647 w 71"/>
                  <a:gd name="T109" fmla="*/ 2147483647 h 92"/>
                  <a:gd name="T110" fmla="*/ 2147483647 w 71"/>
                  <a:gd name="T111" fmla="*/ 2147483647 h 92"/>
                  <a:gd name="T112" fmla="*/ 2147483647 w 71"/>
                  <a:gd name="T113" fmla="*/ 2147483647 h 92"/>
                  <a:gd name="T114" fmla="*/ 2147483647 w 71"/>
                  <a:gd name="T115" fmla="*/ 2147483647 h 92"/>
                  <a:gd name="T116" fmla="*/ 2147483647 w 71"/>
                  <a:gd name="T117" fmla="*/ 2147483647 h 92"/>
                  <a:gd name="T118" fmla="*/ 2147483647 w 71"/>
                  <a:gd name="T119" fmla="*/ 2147483647 h 92"/>
                  <a:gd name="T120" fmla="*/ 2147483647 w 71"/>
                  <a:gd name="T121" fmla="*/ 2147483647 h 9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" h="92">
                    <a:moveTo>
                      <a:pt x="0" y="57"/>
                    </a:moveTo>
                    <a:lnTo>
                      <a:pt x="0" y="59"/>
                    </a:lnTo>
                    <a:lnTo>
                      <a:pt x="1" y="61"/>
                    </a:lnTo>
                    <a:lnTo>
                      <a:pt x="6" y="61"/>
                    </a:lnTo>
                    <a:lnTo>
                      <a:pt x="7" y="62"/>
                    </a:lnTo>
                    <a:lnTo>
                      <a:pt x="7" y="60"/>
                    </a:lnTo>
                    <a:lnTo>
                      <a:pt x="5" y="59"/>
                    </a:lnTo>
                    <a:lnTo>
                      <a:pt x="5" y="54"/>
                    </a:lnTo>
                    <a:lnTo>
                      <a:pt x="11" y="55"/>
                    </a:lnTo>
                    <a:lnTo>
                      <a:pt x="10" y="58"/>
                    </a:lnTo>
                    <a:lnTo>
                      <a:pt x="9" y="59"/>
                    </a:lnTo>
                    <a:lnTo>
                      <a:pt x="9" y="61"/>
                    </a:lnTo>
                    <a:lnTo>
                      <a:pt x="8" y="61"/>
                    </a:lnTo>
                    <a:lnTo>
                      <a:pt x="9" y="62"/>
                    </a:lnTo>
                    <a:lnTo>
                      <a:pt x="8" y="67"/>
                    </a:lnTo>
                    <a:lnTo>
                      <a:pt x="9" y="66"/>
                    </a:lnTo>
                    <a:lnTo>
                      <a:pt x="10" y="64"/>
                    </a:lnTo>
                    <a:lnTo>
                      <a:pt x="10" y="63"/>
                    </a:lnTo>
                    <a:lnTo>
                      <a:pt x="10" y="62"/>
                    </a:lnTo>
                    <a:lnTo>
                      <a:pt x="11" y="58"/>
                    </a:lnTo>
                    <a:lnTo>
                      <a:pt x="12" y="59"/>
                    </a:lnTo>
                    <a:lnTo>
                      <a:pt x="14" y="59"/>
                    </a:lnTo>
                    <a:lnTo>
                      <a:pt x="14" y="60"/>
                    </a:lnTo>
                    <a:lnTo>
                      <a:pt x="14" y="62"/>
                    </a:lnTo>
                    <a:lnTo>
                      <a:pt x="12" y="66"/>
                    </a:lnTo>
                    <a:lnTo>
                      <a:pt x="12" y="69"/>
                    </a:lnTo>
                    <a:lnTo>
                      <a:pt x="15" y="69"/>
                    </a:lnTo>
                    <a:lnTo>
                      <a:pt x="16" y="69"/>
                    </a:lnTo>
                    <a:lnTo>
                      <a:pt x="16" y="68"/>
                    </a:lnTo>
                    <a:lnTo>
                      <a:pt x="17" y="67"/>
                    </a:lnTo>
                    <a:lnTo>
                      <a:pt x="17" y="66"/>
                    </a:lnTo>
                    <a:lnTo>
                      <a:pt x="17" y="65"/>
                    </a:lnTo>
                    <a:lnTo>
                      <a:pt x="17" y="64"/>
                    </a:lnTo>
                    <a:lnTo>
                      <a:pt x="18" y="62"/>
                    </a:lnTo>
                    <a:lnTo>
                      <a:pt x="19" y="62"/>
                    </a:lnTo>
                    <a:lnTo>
                      <a:pt x="21" y="62"/>
                    </a:lnTo>
                    <a:lnTo>
                      <a:pt x="22" y="62"/>
                    </a:lnTo>
                    <a:lnTo>
                      <a:pt x="23" y="62"/>
                    </a:lnTo>
                    <a:lnTo>
                      <a:pt x="24" y="63"/>
                    </a:lnTo>
                    <a:lnTo>
                      <a:pt x="24" y="64"/>
                    </a:lnTo>
                    <a:lnTo>
                      <a:pt x="24" y="66"/>
                    </a:lnTo>
                    <a:lnTo>
                      <a:pt x="22" y="68"/>
                    </a:lnTo>
                    <a:lnTo>
                      <a:pt x="22" y="70"/>
                    </a:lnTo>
                    <a:lnTo>
                      <a:pt x="22" y="71"/>
                    </a:lnTo>
                    <a:lnTo>
                      <a:pt x="22" y="72"/>
                    </a:lnTo>
                    <a:lnTo>
                      <a:pt x="21" y="73"/>
                    </a:lnTo>
                    <a:lnTo>
                      <a:pt x="20" y="73"/>
                    </a:lnTo>
                    <a:lnTo>
                      <a:pt x="18" y="74"/>
                    </a:lnTo>
                    <a:lnTo>
                      <a:pt x="16" y="76"/>
                    </a:lnTo>
                    <a:lnTo>
                      <a:pt x="15" y="76"/>
                    </a:lnTo>
                    <a:lnTo>
                      <a:pt x="14" y="75"/>
                    </a:lnTo>
                    <a:lnTo>
                      <a:pt x="13" y="76"/>
                    </a:lnTo>
                    <a:lnTo>
                      <a:pt x="14" y="78"/>
                    </a:lnTo>
                    <a:lnTo>
                      <a:pt x="13" y="78"/>
                    </a:lnTo>
                    <a:lnTo>
                      <a:pt x="13" y="79"/>
                    </a:lnTo>
                    <a:lnTo>
                      <a:pt x="13" y="80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2" y="82"/>
                    </a:lnTo>
                    <a:lnTo>
                      <a:pt x="12" y="83"/>
                    </a:lnTo>
                    <a:lnTo>
                      <a:pt x="11" y="83"/>
                    </a:lnTo>
                    <a:lnTo>
                      <a:pt x="10" y="83"/>
                    </a:lnTo>
                    <a:lnTo>
                      <a:pt x="10" y="84"/>
                    </a:lnTo>
                    <a:lnTo>
                      <a:pt x="10" y="85"/>
                    </a:lnTo>
                    <a:lnTo>
                      <a:pt x="9" y="88"/>
                    </a:lnTo>
                    <a:lnTo>
                      <a:pt x="10" y="89"/>
                    </a:lnTo>
                    <a:lnTo>
                      <a:pt x="13" y="89"/>
                    </a:lnTo>
                    <a:lnTo>
                      <a:pt x="13" y="90"/>
                    </a:lnTo>
                    <a:lnTo>
                      <a:pt x="14" y="90"/>
                    </a:lnTo>
                    <a:lnTo>
                      <a:pt x="19" y="91"/>
                    </a:lnTo>
                    <a:lnTo>
                      <a:pt x="19" y="92"/>
                    </a:lnTo>
                    <a:lnTo>
                      <a:pt x="22" y="92"/>
                    </a:lnTo>
                    <a:lnTo>
                      <a:pt x="23" y="91"/>
                    </a:lnTo>
                    <a:lnTo>
                      <a:pt x="25" y="92"/>
                    </a:lnTo>
                    <a:lnTo>
                      <a:pt x="26" y="92"/>
                    </a:lnTo>
                    <a:lnTo>
                      <a:pt x="26" y="91"/>
                    </a:lnTo>
                    <a:lnTo>
                      <a:pt x="26" y="89"/>
                    </a:lnTo>
                    <a:lnTo>
                      <a:pt x="26" y="88"/>
                    </a:lnTo>
                    <a:lnTo>
                      <a:pt x="28" y="88"/>
                    </a:lnTo>
                    <a:lnTo>
                      <a:pt x="30" y="88"/>
                    </a:lnTo>
                    <a:lnTo>
                      <a:pt x="31" y="88"/>
                    </a:lnTo>
                    <a:lnTo>
                      <a:pt x="31" y="87"/>
                    </a:lnTo>
                    <a:lnTo>
                      <a:pt x="33" y="87"/>
                    </a:lnTo>
                    <a:lnTo>
                      <a:pt x="33" y="85"/>
                    </a:lnTo>
                    <a:lnTo>
                      <a:pt x="34" y="85"/>
                    </a:lnTo>
                    <a:lnTo>
                      <a:pt x="34" y="86"/>
                    </a:lnTo>
                    <a:lnTo>
                      <a:pt x="34" y="87"/>
                    </a:lnTo>
                    <a:lnTo>
                      <a:pt x="35" y="87"/>
                    </a:lnTo>
                    <a:lnTo>
                      <a:pt x="35" y="85"/>
                    </a:lnTo>
                    <a:lnTo>
                      <a:pt x="35" y="83"/>
                    </a:lnTo>
                    <a:lnTo>
                      <a:pt x="34" y="82"/>
                    </a:lnTo>
                    <a:lnTo>
                      <a:pt x="33" y="81"/>
                    </a:lnTo>
                    <a:lnTo>
                      <a:pt x="32" y="80"/>
                    </a:lnTo>
                    <a:lnTo>
                      <a:pt x="31" y="80"/>
                    </a:lnTo>
                    <a:lnTo>
                      <a:pt x="29" y="78"/>
                    </a:lnTo>
                    <a:lnTo>
                      <a:pt x="29" y="77"/>
                    </a:lnTo>
                    <a:lnTo>
                      <a:pt x="29" y="74"/>
                    </a:lnTo>
                    <a:lnTo>
                      <a:pt x="29" y="72"/>
                    </a:lnTo>
                    <a:lnTo>
                      <a:pt x="30" y="71"/>
                    </a:lnTo>
                    <a:lnTo>
                      <a:pt x="31" y="70"/>
                    </a:lnTo>
                    <a:lnTo>
                      <a:pt x="33" y="68"/>
                    </a:lnTo>
                    <a:lnTo>
                      <a:pt x="35" y="68"/>
                    </a:lnTo>
                    <a:lnTo>
                      <a:pt x="35" y="67"/>
                    </a:lnTo>
                    <a:lnTo>
                      <a:pt x="36" y="65"/>
                    </a:lnTo>
                    <a:lnTo>
                      <a:pt x="37" y="66"/>
                    </a:lnTo>
                    <a:lnTo>
                      <a:pt x="38" y="65"/>
                    </a:lnTo>
                    <a:lnTo>
                      <a:pt x="39" y="64"/>
                    </a:lnTo>
                    <a:lnTo>
                      <a:pt x="40" y="64"/>
                    </a:lnTo>
                    <a:lnTo>
                      <a:pt x="41" y="64"/>
                    </a:lnTo>
                    <a:lnTo>
                      <a:pt x="41" y="63"/>
                    </a:lnTo>
                    <a:lnTo>
                      <a:pt x="42" y="63"/>
                    </a:lnTo>
                    <a:lnTo>
                      <a:pt x="43" y="62"/>
                    </a:lnTo>
                    <a:lnTo>
                      <a:pt x="43" y="61"/>
                    </a:lnTo>
                    <a:lnTo>
                      <a:pt x="44" y="61"/>
                    </a:lnTo>
                    <a:lnTo>
                      <a:pt x="45" y="63"/>
                    </a:lnTo>
                    <a:lnTo>
                      <a:pt x="47" y="64"/>
                    </a:lnTo>
                    <a:lnTo>
                      <a:pt x="47" y="65"/>
                    </a:lnTo>
                    <a:lnTo>
                      <a:pt x="48" y="66"/>
                    </a:lnTo>
                    <a:lnTo>
                      <a:pt x="49" y="67"/>
                    </a:lnTo>
                    <a:lnTo>
                      <a:pt x="49" y="68"/>
                    </a:lnTo>
                    <a:lnTo>
                      <a:pt x="49" y="69"/>
                    </a:lnTo>
                    <a:lnTo>
                      <a:pt x="49" y="70"/>
                    </a:lnTo>
                    <a:lnTo>
                      <a:pt x="50" y="70"/>
                    </a:lnTo>
                    <a:lnTo>
                      <a:pt x="51" y="71"/>
                    </a:lnTo>
                    <a:lnTo>
                      <a:pt x="52" y="72"/>
                    </a:lnTo>
                    <a:lnTo>
                      <a:pt x="53" y="72"/>
                    </a:lnTo>
                    <a:lnTo>
                      <a:pt x="54" y="71"/>
                    </a:lnTo>
                    <a:lnTo>
                      <a:pt x="55" y="71"/>
                    </a:lnTo>
                    <a:lnTo>
                      <a:pt x="56" y="72"/>
                    </a:lnTo>
                    <a:lnTo>
                      <a:pt x="58" y="73"/>
                    </a:lnTo>
                    <a:lnTo>
                      <a:pt x="59" y="74"/>
                    </a:lnTo>
                    <a:lnTo>
                      <a:pt x="61" y="74"/>
                    </a:lnTo>
                    <a:lnTo>
                      <a:pt x="62" y="73"/>
                    </a:lnTo>
                    <a:lnTo>
                      <a:pt x="63" y="70"/>
                    </a:lnTo>
                    <a:lnTo>
                      <a:pt x="64" y="67"/>
                    </a:lnTo>
                    <a:lnTo>
                      <a:pt x="64" y="66"/>
                    </a:lnTo>
                    <a:lnTo>
                      <a:pt x="64" y="64"/>
                    </a:lnTo>
                    <a:lnTo>
                      <a:pt x="63" y="64"/>
                    </a:lnTo>
                    <a:lnTo>
                      <a:pt x="63" y="63"/>
                    </a:lnTo>
                    <a:lnTo>
                      <a:pt x="62" y="62"/>
                    </a:lnTo>
                    <a:lnTo>
                      <a:pt x="62" y="61"/>
                    </a:lnTo>
                    <a:lnTo>
                      <a:pt x="62" y="60"/>
                    </a:lnTo>
                    <a:lnTo>
                      <a:pt x="63" y="59"/>
                    </a:lnTo>
                    <a:lnTo>
                      <a:pt x="64" y="58"/>
                    </a:lnTo>
                    <a:lnTo>
                      <a:pt x="63" y="57"/>
                    </a:lnTo>
                    <a:lnTo>
                      <a:pt x="63" y="56"/>
                    </a:lnTo>
                    <a:lnTo>
                      <a:pt x="63" y="55"/>
                    </a:lnTo>
                    <a:lnTo>
                      <a:pt x="62" y="55"/>
                    </a:lnTo>
                    <a:lnTo>
                      <a:pt x="61" y="53"/>
                    </a:lnTo>
                    <a:lnTo>
                      <a:pt x="60" y="53"/>
                    </a:lnTo>
                    <a:lnTo>
                      <a:pt x="60" y="55"/>
                    </a:lnTo>
                    <a:lnTo>
                      <a:pt x="59" y="57"/>
                    </a:lnTo>
                    <a:lnTo>
                      <a:pt x="57" y="58"/>
                    </a:lnTo>
                    <a:lnTo>
                      <a:pt x="57" y="59"/>
                    </a:lnTo>
                    <a:lnTo>
                      <a:pt x="56" y="59"/>
                    </a:lnTo>
                    <a:lnTo>
                      <a:pt x="54" y="58"/>
                    </a:lnTo>
                    <a:lnTo>
                      <a:pt x="54" y="60"/>
                    </a:lnTo>
                    <a:lnTo>
                      <a:pt x="53" y="60"/>
                    </a:lnTo>
                    <a:lnTo>
                      <a:pt x="53" y="59"/>
                    </a:lnTo>
                    <a:lnTo>
                      <a:pt x="52" y="58"/>
                    </a:lnTo>
                    <a:lnTo>
                      <a:pt x="50" y="55"/>
                    </a:lnTo>
                    <a:lnTo>
                      <a:pt x="48" y="55"/>
                    </a:lnTo>
                    <a:lnTo>
                      <a:pt x="48" y="54"/>
                    </a:lnTo>
                    <a:lnTo>
                      <a:pt x="47" y="54"/>
                    </a:lnTo>
                    <a:lnTo>
                      <a:pt x="46" y="54"/>
                    </a:lnTo>
                    <a:lnTo>
                      <a:pt x="46" y="53"/>
                    </a:lnTo>
                    <a:lnTo>
                      <a:pt x="45" y="53"/>
                    </a:lnTo>
                    <a:lnTo>
                      <a:pt x="44" y="52"/>
                    </a:lnTo>
                    <a:lnTo>
                      <a:pt x="43" y="51"/>
                    </a:lnTo>
                    <a:lnTo>
                      <a:pt x="43" y="50"/>
                    </a:lnTo>
                    <a:lnTo>
                      <a:pt x="43" y="45"/>
                    </a:lnTo>
                    <a:lnTo>
                      <a:pt x="42" y="44"/>
                    </a:lnTo>
                    <a:lnTo>
                      <a:pt x="41" y="44"/>
                    </a:lnTo>
                    <a:lnTo>
                      <a:pt x="41" y="43"/>
                    </a:lnTo>
                    <a:lnTo>
                      <a:pt x="42" y="42"/>
                    </a:lnTo>
                    <a:lnTo>
                      <a:pt x="43" y="41"/>
                    </a:lnTo>
                    <a:lnTo>
                      <a:pt x="44" y="40"/>
                    </a:lnTo>
                    <a:lnTo>
                      <a:pt x="46" y="39"/>
                    </a:lnTo>
                    <a:lnTo>
                      <a:pt x="48" y="39"/>
                    </a:lnTo>
                    <a:lnTo>
                      <a:pt x="50" y="39"/>
                    </a:lnTo>
                    <a:lnTo>
                      <a:pt x="53" y="38"/>
                    </a:lnTo>
                    <a:lnTo>
                      <a:pt x="54" y="37"/>
                    </a:lnTo>
                    <a:lnTo>
                      <a:pt x="59" y="32"/>
                    </a:lnTo>
                    <a:lnTo>
                      <a:pt x="60" y="30"/>
                    </a:lnTo>
                    <a:lnTo>
                      <a:pt x="64" y="26"/>
                    </a:lnTo>
                    <a:lnTo>
                      <a:pt x="63" y="23"/>
                    </a:lnTo>
                    <a:lnTo>
                      <a:pt x="63" y="21"/>
                    </a:lnTo>
                    <a:lnTo>
                      <a:pt x="64" y="20"/>
                    </a:lnTo>
                    <a:lnTo>
                      <a:pt x="66" y="21"/>
                    </a:lnTo>
                    <a:lnTo>
                      <a:pt x="67" y="19"/>
                    </a:lnTo>
                    <a:lnTo>
                      <a:pt x="67" y="18"/>
                    </a:lnTo>
                    <a:lnTo>
                      <a:pt x="67" y="16"/>
                    </a:lnTo>
                    <a:lnTo>
                      <a:pt x="68" y="16"/>
                    </a:lnTo>
                    <a:lnTo>
                      <a:pt x="70" y="15"/>
                    </a:lnTo>
                    <a:lnTo>
                      <a:pt x="71" y="14"/>
                    </a:lnTo>
                    <a:lnTo>
                      <a:pt x="71" y="13"/>
                    </a:lnTo>
                    <a:lnTo>
                      <a:pt x="70" y="13"/>
                    </a:lnTo>
                    <a:lnTo>
                      <a:pt x="70" y="12"/>
                    </a:lnTo>
                    <a:lnTo>
                      <a:pt x="70" y="11"/>
                    </a:lnTo>
                    <a:lnTo>
                      <a:pt x="69" y="12"/>
                    </a:lnTo>
                    <a:lnTo>
                      <a:pt x="67" y="12"/>
                    </a:lnTo>
                    <a:lnTo>
                      <a:pt x="66" y="11"/>
                    </a:lnTo>
                    <a:lnTo>
                      <a:pt x="64" y="8"/>
                    </a:lnTo>
                    <a:lnTo>
                      <a:pt x="62" y="6"/>
                    </a:lnTo>
                    <a:lnTo>
                      <a:pt x="61" y="6"/>
                    </a:lnTo>
                    <a:lnTo>
                      <a:pt x="59" y="7"/>
                    </a:lnTo>
                    <a:lnTo>
                      <a:pt x="58" y="7"/>
                    </a:lnTo>
                    <a:lnTo>
                      <a:pt x="58" y="8"/>
                    </a:lnTo>
                    <a:lnTo>
                      <a:pt x="57" y="7"/>
                    </a:lnTo>
                    <a:lnTo>
                      <a:pt x="56" y="7"/>
                    </a:lnTo>
                    <a:lnTo>
                      <a:pt x="56" y="6"/>
                    </a:lnTo>
                    <a:lnTo>
                      <a:pt x="56" y="5"/>
                    </a:lnTo>
                    <a:lnTo>
                      <a:pt x="55" y="4"/>
                    </a:lnTo>
                    <a:lnTo>
                      <a:pt x="54" y="5"/>
                    </a:lnTo>
                    <a:lnTo>
                      <a:pt x="53" y="4"/>
                    </a:lnTo>
                    <a:lnTo>
                      <a:pt x="53" y="3"/>
                    </a:lnTo>
                    <a:lnTo>
                      <a:pt x="52" y="2"/>
                    </a:lnTo>
                    <a:lnTo>
                      <a:pt x="50" y="2"/>
                    </a:lnTo>
                    <a:lnTo>
                      <a:pt x="48" y="1"/>
                    </a:lnTo>
                    <a:lnTo>
                      <a:pt x="47" y="1"/>
                    </a:lnTo>
                    <a:lnTo>
                      <a:pt x="46" y="1"/>
                    </a:lnTo>
                    <a:lnTo>
                      <a:pt x="45" y="1"/>
                    </a:lnTo>
                    <a:lnTo>
                      <a:pt x="44" y="0"/>
                    </a:lnTo>
                    <a:lnTo>
                      <a:pt x="41" y="0"/>
                    </a:lnTo>
                    <a:lnTo>
                      <a:pt x="35" y="1"/>
                    </a:lnTo>
                    <a:lnTo>
                      <a:pt x="34" y="1"/>
                    </a:lnTo>
                    <a:lnTo>
                      <a:pt x="33" y="1"/>
                    </a:lnTo>
                    <a:lnTo>
                      <a:pt x="34" y="2"/>
                    </a:lnTo>
                    <a:lnTo>
                      <a:pt x="35" y="5"/>
                    </a:lnTo>
                    <a:lnTo>
                      <a:pt x="37" y="7"/>
                    </a:lnTo>
                    <a:lnTo>
                      <a:pt x="38" y="10"/>
                    </a:lnTo>
                    <a:lnTo>
                      <a:pt x="38" y="14"/>
                    </a:lnTo>
                    <a:lnTo>
                      <a:pt x="38" y="17"/>
                    </a:lnTo>
                    <a:lnTo>
                      <a:pt x="37" y="17"/>
                    </a:lnTo>
                    <a:lnTo>
                      <a:pt x="36" y="17"/>
                    </a:lnTo>
                    <a:lnTo>
                      <a:pt x="35" y="17"/>
                    </a:lnTo>
                    <a:lnTo>
                      <a:pt x="33" y="17"/>
                    </a:lnTo>
                    <a:lnTo>
                      <a:pt x="32" y="18"/>
                    </a:lnTo>
                    <a:lnTo>
                      <a:pt x="31" y="18"/>
                    </a:lnTo>
                    <a:lnTo>
                      <a:pt x="29" y="18"/>
                    </a:lnTo>
                    <a:lnTo>
                      <a:pt x="26" y="17"/>
                    </a:lnTo>
                    <a:lnTo>
                      <a:pt x="24" y="17"/>
                    </a:lnTo>
                    <a:lnTo>
                      <a:pt x="22" y="17"/>
                    </a:lnTo>
                    <a:lnTo>
                      <a:pt x="20" y="16"/>
                    </a:lnTo>
                    <a:lnTo>
                      <a:pt x="17" y="17"/>
                    </a:lnTo>
                    <a:lnTo>
                      <a:pt x="17" y="19"/>
                    </a:lnTo>
                    <a:lnTo>
                      <a:pt x="16" y="19"/>
                    </a:lnTo>
                    <a:lnTo>
                      <a:pt x="14" y="21"/>
                    </a:lnTo>
                    <a:lnTo>
                      <a:pt x="14" y="22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9" y="26"/>
                    </a:lnTo>
                    <a:lnTo>
                      <a:pt x="8" y="29"/>
                    </a:lnTo>
                    <a:lnTo>
                      <a:pt x="8" y="31"/>
                    </a:lnTo>
                    <a:lnTo>
                      <a:pt x="8" y="32"/>
                    </a:lnTo>
                    <a:lnTo>
                      <a:pt x="8" y="34"/>
                    </a:lnTo>
                    <a:lnTo>
                      <a:pt x="6" y="34"/>
                    </a:lnTo>
                    <a:lnTo>
                      <a:pt x="5" y="35"/>
                    </a:lnTo>
                    <a:lnTo>
                      <a:pt x="5" y="36"/>
                    </a:lnTo>
                    <a:lnTo>
                      <a:pt x="3" y="37"/>
                    </a:lnTo>
                    <a:lnTo>
                      <a:pt x="2" y="40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1" y="45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4" name="Freeform 21"/>
              <p:cNvSpPr>
                <a:spLocks/>
              </p:cNvSpPr>
              <p:nvPr/>
            </p:nvSpPr>
            <p:spPr bwMode="auto">
              <a:xfrm>
                <a:off x="3859769" y="4279785"/>
                <a:ext cx="781403" cy="526624"/>
              </a:xfrm>
              <a:custGeom>
                <a:avLst/>
                <a:gdLst>
                  <a:gd name="T0" fmla="*/ 2147483647 w 102"/>
                  <a:gd name="T1" fmla="*/ 2147483647 h 68"/>
                  <a:gd name="T2" fmla="*/ 2147483647 w 102"/>
                  <a:gd name="T3" fmla="*/ 2147483647 h 68"/>
                  <a:gd name="T4" fmla="*/ 2147483647 w 102"/>
                  <a:gd name="T5" fmla="*/ 2147483647 h 68"/>
                  <a:gd name="T6" fmla="*/ 2147483647 w 102"/>
                  <a:gd name="T7" fmla="*/ 2147483647 h 68"/>
                  <a:gd name="T8" fmla="*/ 2147483647 w 102"/>
                  <a:gd name="T9" fmla="*/ 2147483647 h 68"/>
                  <a:gd name="T10" fmla="*/ 2147483647 w 102"/>
                  <a:gd name="T11" fmla="*/ 2147483647 h 68"/>
                  <a:gd name="T12" fmla="*/ 2147483647 w 102"/>
                  <a:gd name="T13" fmla="*/ 2147483647 h 68"/>
                  <a:gd name="T14" fmla="*/ 2147483647 w 102"/>
                  <a:gd name="T15" fmla="*/ 2147483647 h 68"/>
                  <a:gd name="T16" fmla="*/ 2147483647 w 102"/>
                  <a:gd name="T17" fmla="*/ 2147483647 h 68"/>
                  <a:gd name="T18" fmla="*/ 2147483647 w 102"/>
                  <a:gd name="T19" fmla="*/ 2147483647 h 68"/>
                  <a:gd name="T20" fmla="*/ 2147483647 w 102"/>
                  <a:gd name="T21" fmla="*/ 2147483647 h 68"/>
                  <a:gd name="T22" fmla="*/ 2147483647 w 102"/>
                  <a:gd name="T23" fmla="*/ 2147483647 h 68"/>
                  <a:gd name="T24" fmla="*/ 2147483647 w 102"/>
                  <a:gd name="T25" fmla="*/ 2147483647 h 68"/>
                  <a:gd name="T26" fmla="*/ 2147483647 w 102"/>
                  <a:gd name="T27" fmla="*/ 2147483647 h 68"/>
                  <a:gd name="T28" fmla="*/ 2147483647 w 102"/>
                  <a:gd name="T29" fmla="*/ 2147483647 h 68"/>
                  <a:gd name="T30" fmla="*/ 2147483647 w 102"/>
                  <a:gd name="T31" fmla="*/ 2147483647 h 68"/>
                  <a:gd name="T32" fmla="*/ 2147483647 w 102"/>
                  <a:gd name="T33" fmla="*/ 2147483647 h 68"/>
                  <a:gd name="T34" fmla="*/ 2147483647 w 102"/>
                  <a:gd name="T35" fmla="*/ 2147483647 h 68"/>
                  <a:gd name="T36" fmla="*/ 2147483647 w 102"/>
                  <a:gd name="T37" fmla="*/ 2147483647 h 68"/>
                  <a:gd name="T38" fmla="*/ 2147483647 w 102"/>
                  <a:gd name="T39" fmla="*/ 2147483647 h 68"/>
                  <a:gd name="T40" fmla="*/ 2147483647 w 102"/>
                  <a:gd name="T41" fmla="*/ 2147483647 h 68"/>
                  <a:gd name="T42" fmla="*/ 2147483647 w 102"/>
                  <a:gd name="T43" fmla="*/ 2147483647 h 68"/>
                  <a:gd name="T44" fmla="*/ 2147483647 w 102"/>
                  <a:gd name="T45" fmla="*/ 2147483647 h 68"/>
                  <a:gd name="T46" fmla="*/ 2147483647 w 102"/>
                  <a:gd name="T47" fmla="*/ 2147483647 h 68"/>
                  <a:gd name="T48" fmla="*/ 2147483647 w 102"/>
                  <a:gd name="T49" fmla="*/ 2147483647 h 68"/>
                  <a:gd name="T50" fmla="*/ 2147483647 w 102"/>
                  <a:gd name="T51" fmla="*/ 2147483647 h 68"/>
                  <a:gd name="T52" fmla="*/ 2147483647 w 102"/>
                  <a:gd name="T53" fmla="*/ 2147483647 h 68"/>
                  <a:gd name="T54" fmla="*/ 2147483647 w 102"/>
                  <a:gd name="T55" fmla="*/ 2147483647 h 68"/>
                  <a:gd name="T56" fmla="*/ 2147483647 w 102"/>
                  <a:gd name="T57" fmla="*/ 2147483647 h 68"/>
                  <a:gd name="T58" fmla="*/ 2147483647 w 102"/>
                  <a:gd name="T59" fmla="*/ 2147483647 h 68"/>
                  <a:gd name="T60" fmla="*/ 2147483647 w 102"/>
                  <a:gd name="T61" fmla="*/ 2147483647 h 68"/>
                  <a:gd name="T62" fmla="*/ 2147483647 w 102"/>
                  <a:gd name="T63" fmla="*/ 2147483647 h 68"/>
                  <a:gd name="T64" fmla="*/ 2147483647 w 102"/>
                  <a:gd name="T65" fmla="*/ 2147483647 h 68"/>
                  <a:gd name="T66" fmla="*/ 2147483647 w 102"/>
                  <a:gd name="T67" fmla="*/ 2147483647 h 68"/>
                  <a:gd name="T68" fmla="*/ 2147483647 w 102"/>
                  <a:gd name="T69" fmla="*/ 2147483647 h 68"/>
                  <a:gd name="T70" fmla="*/ 2147483647 w 102"/>
                  <a:gd name="T71" fmla="*/ 2147483647 h 68"/>
                  <a:gd name="T72" fmla="*/ 2147483647 w 102"/>
                  <a:gd name="T73" fmla="*/ 2147483647 h 68"/>
                  <a:gd name="T74" fmla="*/ 2147483647 w 102"/>
                  <a:gd name="T75" fmla="*/ 2147483647 h 68"/>
                  <a:gd name="T76" fmla="*/ 2147483647 w 102"/>
                  <a:gd name="T77" fmla="*/ 2147483647 h 68"/>
                  <a:gd name="T78" fmla="*/ 2147483647 w 102"/>
                  <a:gd name="T79" fmla="*/ 2147483647 h 68"/>
                  <a:gd name="T80" fmla="*/ 2147483647 w 102"/>
                  <a:gd name="T81" fmla="*/ 2147483647 h 68"/>
                  <a:gd name="T82" fmla="*/ 2147483647 w 102"/>
                  <a:gd name="T83" fmla="*/ 2147483647 h 68"/>
                  <a:gd name="T84" fmla="*/ 2147483647 w 102"/>
                  <a:gd name="T85" fmla="*/ 2147483647 h 68"/>
                  <a:gd name="T86" fmla="*/ 2147483647 w 102"/>
                  <a:gd name="T87" fmla="*/ 2147483647 h 68"/>
                  <a:gd name="T88" fmla="*/ 2147483647 w 102"/>
                  <a:gd name="T89" fmla="*/ 2147483647 h 68"/>
                  <a:gd name="T90" fmla="*/ 2147483647 w 102"/>
                  <a:gd name="T91" fmla="*/ 2147483647 h 68"/>
                  <a:gd name="T92" fmla="*/ 2147483647 w 102"/>
                  <a:gd name="T93" fmla="*/ 2147483647 h 68"/>
                  <a:gd name="T94" fmla="*/ 2147483647 w 102"/>
                  <a:gd name="T95" fmla="*/ 2147483647 h 68"/>
                  <a:gd name="T96" fmla="*/ 2147483647 w 102"/>
                  <a:gd name="T97" fmla="*/ 2147483647 h 68"/>
                  <a:gd name="T98" fmla="*/ 2147483647 w 102"/>
                  <a:gd name="T99" fmla="*/ 2147483647 h 68"/>
                  <a:gd name="T100" fmla="*/ 2147483647 w 102"/>
                  <a:gd name="T101" fmla="*/ 2147483647 h 68"/>
                  <a:gd name="T102" fmla="*/ 2147483647 w 102"/>
                  <a:gd name="T103" fmla="*/ 2147483647 h 68"/>
                  <a:gd name="T104" fmla="*/ 2147483647 w 102"/>
                  <a:gd name="T105" fmla="*/ 2147483647 h 68"/>
                  <a:gd name="T106" fmla="*/ 2147483647 w 102"/>
                  <a:gd name="T107" fmla="*/ 2147483647 h 68"/>
                  <a:gd name="T108" fmla="*/ 2147483647 w 102"/>
                  <a:gd name="T109" fmla="*/ 2147483647 h 68"/>
                  <a:gd name="T110" fmla="*/ 2147483647 w 102"/>
                  <a:gd name="T111" fmla="*/ 2147483647 h 68"/>
                  <a:gd name="T112" fmla="*/ 2147483647 w 102"/>
                  <a:gd name="T113" fmla="*/ 2147483647 h 68"/>
                  <a:gd name="T114" fmla="*/ 2147483647 w 102"/>
                  <a:gd name="T115" fmla="*/ 2147483647 h 68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02" h="68">
                    <a:moveTo>
                      <a:pt x="0" y="52"/>
                    </a:moveTo>
                    <a:lnTo>
                      <a:pt x="1" y="52"/>
                    </a:lnTo>
                    <a:lnTo>
                      <a:pt x="1" y="51"/>
                    </a:lnTo>
                    <a:lnTo>
                      <a:pt x="0" y="49"/>
                    </a:lnTo>
                    <a:lnTo>
                      <a:pt x="1" y="49"/>
                    </a:lnTo>
                    <a:lnTo>
                      <a:pt x="2" y="48"/>
                    </a:lnTo>
                    <a:lnTo>
                      <a:pt x="3" y="48"/>
                    </a:lnTo>
                    <a:lnTo>
                      <a:pt x="4" y="47"/>
                    </a:lnTo>
                    <a:lnTo>
                      <a:pt x="5" y="47"/>
                    </a:lnTo>
                    <a:lnTo>
                      <a:pt x="4" y="45"/>
                    </a:lnTo>
                    <a:lnTo>
                      <a:pt x="5" y="45"/>
                    </a:lnTo>
                    <a:lnTo>
                      <a:pt x="6" y="44"/>
                    </a:lnTo>
                    <a:lnTo>
                      <a:pt x="7" y="44"/>
                    </a:lnTo>
                    <a:lnTo>
                      <a:pt x="7" y="43"/>
                    </a:lnTo>
                    <a:lnTo>
                      <a:pt x="8" y="41"/>
                    </a:lnTo>
                    <a:lnTo>
                      <a:pt x="8" y="40"/>
                    </a:lnTo>
                    <a:lnTo>
                      <a:pt x="8" y="39"/>
                    </a:lnTo>
                    <a:lnTo>
                      <a:pt x="9" y="39"/>
                    </a:lnTo>
                    <a:lnTo>
                      <a:pt x="9" y="37"/>
                    </a:lnTo>
                    <a:lnTo>
                      <a:pt x="7" y="37"/>
                    </a:lnTo>
                    <a:lnTo>
                      <a:pt x="6" y="37"/>
                    </a:lnTo>
                    <a:lnTo>
                      <a:pt x="6" y="36"/>
                    </a:lnTo>
                    <a:lnTo>
                      <a:pt x="5" y="35"/>
                    </a:lnTo>
                    <a:lnTo>
                      <a:pt x="5" y="33"/>
                    </a:lnTo>
                    <a:lnTo>
                      <a:pt x="4" y="33"/>
                    </a:lnTo>
                    <a:lnTo>
                      <a:pt x="3" y="33"/>
                    </a:lnTo>
                    <a:lnTo>
                      <a:pt x="3" y="26"/>
                    </a:lnTo>
                    <a:lnTo>
                      <a:pt x="2" y="25"/>
                    </a:lnTo>
                    <a:lnTo>
                      <a:pt x="1" y="24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6" y="18"/>
                    </a:lnTo>
                    <a:lnTo>
                      <a:pt x="6" y="16"/>
                    </a:lnTo>
                    <a:lnTo>
                      <a:pt x="6" y="15"/>
                    </a:lnTo>
                    <a:lnTo>
                      <a:pt x="7" y="15"/>
                    </a:lnTo>
                    <a:lnTo>
                      <a:pt x="8" y="15"/>
                    </a:lnTo>
                    <a:lnTo>
                      <a:pt x="9" y="15"/>
                    </a:lnTo>
                    <a:lnTo>
                      <a:pt x="10" y="16"/>
                    </a:lnTo>
                    <a:lnTo>
                      <a:pt x="11" y="16"/>
                    </a:lnTo>
                    <a:lnTo>
                      <a:pt x="12" y="16"/>
                    </a:lnTo>
                    <a:lnTo>
                      <a:pt x="13" y="17"/>
                    </a:lnTo>
                    <a:lnTo>
                      <a:pt x="14" y="17"/>
                    </a:lnTo>
                    <a:lnTo>
                      <a:pt x="15" y="16"/>
                    </a:lnTo>
                    <a:lnTo>
                      <a:pt x="15" y="15"/>
                    </a:lnTo>
                    <a:lnTo>
                      <a:pt x="14" y="14"/>
                    </a:lnTo>
                    <a:lnTo>
                      <a:pt x="14" y="13"/>
                    </a:lnTo>
                    <a:lnTo>
                      <a:pt x="15" y="10"/>
                    </a:lnTo>
                    <a:lnTo>
                      <a:pt x="16" y="10"/>
                    </a:lnTo>
                    <a:lnTo>
                      <a:pt x="16" y="9"/>
                    </a:lnTo>
                    <a:lnTo>
                      <a:pt x="17" y="9"/>
                    </a:lnTo>
                    <a:lnTo>
                      <a:pt x="18" y="8"/>
                    </a:lnTo>
                    <a:lnTo>
                      <a:pt x="19" y="9"/>
                    </a:lnTo>
                    <a:lnTo>
                      <a:pt x="19" y="11"/>
                    </a:lnTo>
                    <a:lnTo>
                      <a:pt x="20" y="13"/>
                    </a:lnTo>
                    <a:lnTo>
                      <a:pt x="21" y="15"/>
                    </a:lnTo>
                    <a:lnTo>
                      <a:pt x="22" y="15"/>
                    </a:lnTo>
                    <a:lnTo>
                      <a:pt x="22" y="14"/>
                    </a:lnTo>
                    <a:lnTo>
                      <a:pt x="22" y="15"/>
                    </a:lnTo>
                    <a:lnTo>
                      <a:pt x="22" y="16"/>
                    </a:lnTo>
                    <a:lnTo>
                      <a:pt x="23" y="16"/>
                    </a:lnTo>
                    <a:lnTo>
                      <a:pt x="23" y="15"/>
                    </a:lnTo>
                    <a:lnTo>
                      <a:pt x="23" y="14"/>
                    </a:lnTo>
                    <a:lnTo>
                      <a:pt x="24" y="13"/>
                    </a:lnTo>
                    <a:lnTo>
                      <a:pt x="25" y="13"/>
                    </a:lnTo>
                    <a:lnTo>
                      <a:pt x="25" y="12"/>
                    </a:lnTo>
                    <a:lnTo>
                      <a:pt x="26" y="12"/>
                    </a:lnTo>
                    <a:lnTo>
                      <a:pt x="27" y="12"/>
                    </a:lnTo>
                    <a:lnTo>
                      <a:pt x="28" y="11"/>
                    </a:lnTo>
                    <a:lnTo>
                      <a:pt x="29" y="11"/>
                    </a:lnTo>
                    <a:lnTo>
                      <a:pt x="30" y="12"/>
                    </a:lnTo>
                    <a:lnTo>
                      <a:pt x="31" y="12"/>
                    </a:lnTo>
                    <a:lnTo>
                      <a:pt x="32" y="11"/>
                    </a:lnTo>
                    <a:lnTo>
                      <a:pt x="33" y="11"/>
                    </a:lnTo>
                    <a:lnTo>
                      <a:pt x="34" y="10"/>
                    </a:lnTo>
                    <a:lnTo>
                      <a:pt x="35" y="10"/>
                    </a:lnTo>
                    <a:lnTo>
                      <a:pt x="36" y="10"/>
                    </a:lnTo>
                    <a:lnTo>
                      <a:pt x="36" y="9"/>
                    </a:lnTo>
                    <a:lnTo>
                      <a:pt x="37" y="9"/>
                    </a:lnTo>
                    <a:lnTo>
                      <a:pt x="37" y="7"/>
                    </a:lnTo>
                    <a:lnTo>
                      <a:pt x="38" y="7"/>
                    </a:lnTo>
                    <a:lnTo>
                      <a:pt x="38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0" y="5"/>
                    </a:lnTo>
                    <a:lnTo>
                      <a:pt x="41" y="3"/>
                    </a:lnTo>
                    <a:lnTo>
                      <a:pt x="41" y="2"/>
                    </a:lnTo>
                    <a:lnTo>
                      <a:pt x="41" y="1"/>
                    </a:lnTo>
                    <a:lnTo>
                      <a:pt x="41" y="0"/>
                    </a:lnTo>
                    <a:lnTo>
                      <a:pt x="42" y="0"/>
                    </a:lnTo>
                    <a:lnTo>
                      <a:pt x="43" y="1"/>
                    </a:lnTo>
                    <a:lnTo>
                      <a:pt x="45" y="2"/>
                    </a:lnTo>
                    <a:lnTo>
                      <a:pt x="46" y="3"/>
                    </a:lnTo>
                    <a:lnTo>
                      <a:pt x="47" y="3"/>
                    </a:lnTo>
                    <a:lnTo>
                      <a:pt x="48" y="3"/>
                    </a:lnTo>
                    <a:lnTo>
                      <a:pt x="48" y="4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49" y="7"/>
                    </a:lnTo>
                    <a:lnTo>
                      <a:pt x="49" y="8"/>
                    </a:lnTo>
                    <a:lnTo>
                      <a:pt x="50" y="8"/>
                    </a:lnTo>
                    <a:lnTo>
                      <a:pt x="51" y="9"/>
                    </a:lnTo>
                    <a:lnTo>
                      <a:pt x="51" y="10"/>
                    </a:lnTo>
                    <a:lnTo>
                      <a:pt x="52" y="11"/>
                    </a:lnTo>
                    <a:lnTo>
                      <a:pt x="53" y="11"/>
                    </a:lnTo>
                    <a:lnTo>
                      <a:pt x="54" y="11"/>
                    </a:lnTo>
                    <a:lnTo>
                      <a:pt x="55" y="11"/>
                    </a:lnTo>
                    <a:lnTo>
                      <a:pt x="57" y="11"/>
                    </a:lnTo>
                    <a:lnTo>
                      <a:pt x="59" y="12"/>
                    </a:lnTo>
                    <a:lnTo>
                      <a:pt x="59" y="14"/>
                    </a:lnTo>
                    <a:lnTo>
                      <a:pt x="60" y="15"/>
                    </a:lnTo>
                    <a:lnTo>
                      <a:pt x="60" y="17"/>
                    </a:lnTo>
                    <a:lnTo>
                      <a:pt x="59" y="18"/>
                    </a:lnTo>
                    <a:lnTo>
                      <a:pt x="58" y="20"/>
                    </a:lnTo>
                    <a:lnTo>
                      <a:pt x="59" y="24"/>
                    </a:lnTo>
                    <a:lnTo>
                      <a:pt x="59" y="25"/>
                    </a:lnTo>
                    <a:lnTo>
                      <a:pt x="60" y="26"/>
                    </a:lnTo>
                    <a:lnTo>
                      <a:pt x="62" y="26"/>
                    </a:lnTo>
                    <a:lnTo>
                      <a:pt x="63" y="26"/>
                    </a:lnTo>
                    <a:lnTo>
                      <a:pt x="64" y="26"/>
                    </a:lnTo>
                    <a:lnTo>
                      <a:pt x="66" y="24"/>
                    </a:lnTo>
                    <a:lnTo>
                      <a:pt x="67" y="23"/>
                    </a:lnTo>
                    <a:lnTo>
                      <a:pt x="69" y="23"/>
                    </a:lnTo>
                    <a:lnTo>
                      <a:pt x="71" y="22"/>
                    </a:lnTo>
                    <a:lnTo>
                      <a:pt x="72" y="21"/>
                    </a:lnTo>
                    <a:lnTo>
                      <a:pt x="73" y="22"/>
                    </a:lnTo>
                    <a:lnTo>
                      <a:pt x="74" y="22"/>
                    </a:lnTo>
                    <a:lnTo>
                      <a:pt x="74" y="23"/>
                    </a:lnTo>
                    <a:lnTo>
                      <a:pt x="73" y="24"/>
                    </a:lnTo>
                    <a:lnTo>
                      <a:pt x="72" y="24"/>
                    </a:lnTo>
                    <a:lnTo>
                      <a:pt x="73" y="25"/>
                    </a:lnTo>
                    <a:lnTo>
                      <a:pt x="73" y="26"/>
                    </a:lnTo>
                    <a:lnTo>
                      <a:pt x="74" y="27"/>
                    </a:lnTo>
                    <a:lnTo>
                      <a:pt x="76" y="29"/>
                    </a:lnTo>
                    <a:lnTo>
                      <a:pt x="79" y="30"/>
                    </a:lnTo>
                    <a:lnTo>
                      <a:pt x="79" y="31"/>
                    </a:lnTo>
                    <a:lnTo>
                      <a:pt x="80" y="31"/>
                    </a:lnTo>
                    <a:lnTo>
                      <a:pt x="80" y="33"/>
                    </a:lnTo>
                    <a:lnTo>
                      <a:pt x="82" y="33"/>
                    </a:lnTo>
                    <a:lnTo>
                      <a:pt x="83" y="33"/>
                    </a:lnTo>
                    <a:lnTo>
                      <a:pt x="85" y="33"/>
                    </a:lnTo>
                    <a:lnTo>
                      <a:pt x="87" y="33"/>
                    </a:lnTo>
                    <a:lnTo>
                      <a:pt x="88" y="33"/>
                    </a:lnTo>
                    <a:lnTo>
                      <a:pt x="91" y="33"/>
                    </a:lnTo>
                    <a:lnTo>
                      <a:pt x="97" y="34"/>
                    </a:lnTo>
                    <a:lnTo>
                      <a:pt x="101" y="33"/>
                    </a:lnTo>
                    <a:lnTo>
                      <a:pt x="102" y="34"/>
                    </a:lnTo>
                    <a:lnTo>
                      <a:pt x="98" y="44"/>
                    </a:lnTo>
                    <a:lnTo>
                      <a:pt x="96" y="50"/>
                    </a:lnTo>
                    <a:lnTo>
                      <a:pt x="98" y="53"/>
                    </a:lnTo>
                    <a:lnTo>
                      <a:pt x="98" y="57"/>
                    </a:lnTo>
                    <a:lnTo>
                      <a:pt x="97" y="57"/>
                    </a:lnTo>
                    <a:lnTo>
                      <a:pt x="96" y="57"/>
                    </a:lnTo>
                    <a:lnTo>
                      <a:pt x="94" y="56"/>
                    </a:lnTo>
                    <a:lnTo>
                      <a:pt x="92" y="55"/>
                    </a:lnTo>
                    <a:lnTo>
                      <a:pt x="91" y="55"/>
                    </a:lnTo>
                    <a:lnTo>
                      <a:pt x="89" y="55"/>
                    </a:lnTo>
                    <a:lnTo>
                      <a:pt x="87" y="54"/>
                    </a:lnTo>
                    <a:lnTo>
                      <a:pt x="85" y="54"/>
                    </a:lnTo>
                    <a:lnTo>
                      <a:pt x="84" y="54"/>
                    </a:lnTo>
                    <a:lnTo>
                      <a:pt x="85" y="54"/>
                    </a:lnTo>
                    <a:lnTo>
                      <a:pt x="86" y="53"/>
                    </a:lnTo>
                    <a:lnTo>
                      <a:pt x="87" y="53"/>
                    </a:lnTo>
                    <a:lnTo>
                      <a:pt x="87" y="52"/>
                    </a:lnTo>
                    <a:lnTo>
                      <a:pt x="87" y="51"/>
                    </a:lnTo>
                    <a:lnTo>
                      <a:pt x="86" y="51"/>
                    </a:lnTo>
                    <a:lnTo>
                      <a:pt x="85" y="51"/>
                    </a:lnTo>
                    <a:lnTo>
                      <a:pt x="84" y="52"/>
                    </a:lnTo>
                    <a:lnTo>
                      <a:pt x="83" y="52"/>
                    </a:lnTo>
                    <a:lnTo>
                      <a:pt x="83" y="53"/>
                    </a:lnTo>
                    <a:lnTo>
                      <a:pt x="82" y="53"/>
                    </a:lnTo>
                    <a:lnTo>
                      <a:pt x="82" y="52"/>
                    </a:lnTo>
                    <a:lnTo>
                      <a:pt x="83" y="52"/>
                    </a:lnTo>
                    <a:lnTo>
                      <a:pt x="83" y="51"/>
                    </a:lnTo>
                    <a:lnTo>
                      <a:pt x="82" y="51"/>
                    </a:lnTo>
                    <a:lnTo>
                      <a:pt x="82" y="50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9" y="52"/>
                    </a:lnTo>
                    <a:lnTo>
                      <a:pt x="78" y="52"/>
                    </a:lnTo>
                    <a:lnTo>
                      <a:pt x="77" y="52"/>
                    </a:lnTo>
                    <a:lnTo>
                      <a:pt x="77" y="53"/>
                    </a:lnTo>
                    <a:lnTo>
                      <a:pt x="78" y="53"/>
                    </a:lnTo>
                    <a:lnTo>
                      <a:pt x="78" y="54"/>
                    </a:lnTo>
                    <a:lnTo>
                      <a:pt x="78" y="55"/>
                    </a:lnTo>
                    <a:lnTo>
                      <a:pt x="77" y="55"/>
                    </a:lnTo>
                    <a:lnTo>
                      <a:pt x="76" y="55"/>
                    </a:lnTo>
                    <a:lnTo>
                      <a:pt x="75" y="55"/>
                    </a:lnTo>
                    <a:lnTo>
                      <a:pt x="74" y="55"/>
                    </a:lnTo>
                    <a:lnTo>
                      <a:pt x="74" y="56"/>
                    </a:lnTo>
                    <a:lnTo>
                      <a:pt x="73" y="56"/>
                    </a:lnTo>
                    <a:lnTo>
                      <a:pt x="73" y="57"/>
                    </a:lnTo>
                    <a:lnTo>
                      <a:pt x="72" y="57"/>
                    </a:lnTo>
                    <a:lnTo>
                      <a:pt x="71" y="58"/>
                    </a:lnTo>
                    <a:lnTo>
                      <a:pt x="70" y="58"/>
                    </a:lnTo>
                    <a:lnTo>
                      <a:pt x="70" y="59"/>
                    </a:lnTo>
                    <a:lnTo>
                      <a:pt x="69" y="60"/>
                    </a:lnTo>
                    <a:lnTo>
                      <a:pt x="68" y="60"/>
                    </a:lnTo>
                    <a:lnTo>
                      <a:pt x="66" y="60"/>
                    </a:lnTo>
                    <a:lnTo>
                      <a:pt x="66" y="61"/>
                    </a:lnTo>
                    <a:lnTo>
                      <a:pt x="65" y="61"/>
                    </a:lnTo>
                    <a:lnTo>
                      <a:pt x="64" y="61"/>
                    </a:lnTo>
                    <a:lnTo>
                      <a:pt x="63" y="62"/>
                    </a:lnTo>
                    <a:lnTo>
                      <a:pt x="62" y="62"/>
                    </a:lnTo>
                    <a:lnTo>
                      <a:pt x="60" y="63"/>
                    </a:lnTo>
                    <a:lnTo>
                      <a:pt x="58" y="64"/>
                    </a:lnTo>
                    <a:lnTo>
                      <a:pt x="57" y="64"/>
                    </a:lnTo>
                    <a:lnTo>
                      <a:pt x="56" y="65"/>
                    </a:lnTo>
                    <a:lnTo>
                      <a:pt x="55" y="65"/>
                    </a:lnTo>
                    <a:lnTo>
                      <a:pt x="55" y="66"/>
                    </a:lnTo>
                    <a:lnTo>
                      <a:pt x="54" y="66"/>
                    </a:lnTo>
                    <a:lnTo>
                      <a:pt x="53" y="67"/>
                    </a:lnTo>
                    <a:lnTo>
                      <a:pt x="52" y="67"/>
                    </a:lnTo>
                    <a:lnTo>
                      <a:pt x="51" y="67"/>
                    </a:lnTo>
                    <a:lnTo>
                      <a:pt x="50" y="67"/>
                    </a:lnTo>
                    <a:lnTo>
                      <a:pt x="49" y="67"/>
                    </a:lnTo>
                    <a:lnTo>
                      <a:pt x="48" y="67"/>
                    </a:lnTo>
                    <a:lnTo>
                      <a:pt x="47" y="67"/>
                    </a:lnTo>
                    <a:lnTo>
                      <a:pt x="47" y="68"/>
                    </a:lnTo>
                    <a:lnTo>
                      <a:pt x="46" y="68"/>
                    </a:lnTo>
                    <a:lnTo>
                      <a:pt x="45" y="68"/>
                    </a:lnTo>
                    <a:lnTo>
                      <a:pt x="44" y="68"/>
                    </a:lnTo>
                    <a:lnTo>
                      <a:pt x="43" y="67"/>
                    </a:lnTo>
                    <a:lnTo>
                      <a:pt x="42" y="67"/>
                    </a:lnTo>
                    <a:lnTo>
                      <a:pt x="39" y="66"/>
                    </a:lnTo>
                    <a:lnTo>
                      <a:pt x="37" y="65"/>
                    </a:lnTo>
                    <a:lnTo>
                      <a:pt x="36" y="65"/>
                    </a:lnTo>
                    <a:lnTo>
                      <a:pt x="35" y="65"/>
                    </a:lnTo>
                    <a:lnTo>
                      <a:pt x="34" y="64"/>
                    </a:lnTo>
                    <a:lnTo>
                      <a:pt x="33" y="63"/>
                    </a:lnTo>
                    <a:lnTo>
                      <a:pt x="31" y="62"/>
                    </a:lnTo>
                    <a:lnTo>
                      <a:pt x="29" y="62"/>
                    </a:lnTo>
                    <a:lnTo>
                      <a:pt x="28" y="62"/>
                    </a:lnTo>
                    <a:lnTo>
                      <a:pt x="27" y="62"/>
                    </a:lnTo>
                    <a:lnTo>
                      <a:pt x="26" y="62"/>
                    </a:lnTo>
                    <a:lnTo>
                      <a:pt x="25" y="62"/>
                    </a:lnTo>
                    <a:lnTo>
                      <a:pt x="24" y="62"/>
                    </a:lnTo>
                    <a:lnTo>
                      <a:pt x="23" y="62"/>
                    </a:lnTo>
                    <a:lnTo>
                      <a:pt x="21" y="61"/>
                    </a:lnTo>
                    <a:lnTo>
                      <a:pt x="20" y="62"/>
                    </a:lnTo>
                    <a:lnTo>
                      <a:pt x="19" y="61"/>
                    </a:lnTo>
                    <a:lnTo>
                      <a:pt x="18" y="61"/>
                    </a:lnTo>
                    <a:lnTo>
                      <a:pt x="17" y="61"/>
                    </a:lnTo>
                    <a:lnTo>
                      <a:pt x="16" y="60"/>
                    </a:lnTo>
                    <a:lnTo>
                      <a:pt x="16" y="59"/>
                    </a:lnTo>
                    <a:lnTo>
                      <a:pt x="15" y="59"/>
                    </a:lnTo>
                    <a:lnTo>
                      <a:pt x="14" y="58"/>
                    </a:lnTo>
                    <a:lnTo>
                      <a:pt x="13" y="58"/>
                    </a:lnTo>
                    <a:lnTo>
                      <a:pt x="13" y="57"/>
                    </a:lnTo>
                    <a:lnTo>
                      <a:pt x="12" y="57"/>
                    </a:lnTo>
                    <a:lnTo>
                      <a:pt x="11" y="57"/>
                    </a:lnTo>
                    <a:lnTo>
                      <a:pt x="9" y="56"/>
                    </a:lnTo>
                    <a:lnTo>
                      <a:pt x="9" y="55"/>
                    </a:lnTo>
                    <a:lnTo>
                      <a:pt x="8" y="55"/>
                    </a:lnTo>
                    <a:lnTo>
                      <a:pt x="7" y="55"/>
                    </a:lnTo>
                    <a:lnTo>
                      <a:pt x="6" y="55"/>
                    </a:lnTo>
                    <a:lnTo>
                      <a:pt x="5" y="55"/>
                    </a:lnTo>
                    <a:lnTo>
                      <a:pt x="4" y="54"/>
                    </a:lnTo>
                    <a:lnTo>
                      <a:pt x="3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5" name="Freeform 22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4595207" y="4388207"/>
                <a:ext cx="635847" cy="588580"/>
              </a:xfrm>
              <a:custGeom>
                <a:avLst/>
                <a:gdLst>
                  <a:gd name="T0" fmla="*/ 2147483647 w 83"/>
                  <a:gd name="T1" fmla="*/ 2147483647 h 76"/>
                  <a:gd name="T2" fmla="*/ 2147483647 w 83"/>
                  <a:gd name="T3" fmla="*/ 2147483647 h 76"/>
                  <a:gd name="T4" fmla="*/ 2147483647 w 83"/>
                  <a:gd name="T5" fmla="*/ 2147483647 h 76"/>
                  <a:gd name="T6" fmla="*/ 2147483647 w 83"/>
                  <a:gd name="T7" fmla="*/ 2147483647 h 76"/>
                  <a:gd name="T8" fmla="*/ 2147483647 w 83"/>
                  <a:gd name="T9" fmla="*/ 2147483647 h 76"/>
                  <a:gd name="T10" fmla="*/ 2147483647 w 83"/>
                  <a:gd name="T11" fmla="*/ 2147483647 h 76"/>
                  <a:gd name="T12" fmla="*/ 2147483647 w 83"/>
                  <a:gd name="T13" fmla="*/ 0 h 76"/>
                  <a:gd name="T14" fmla="*/ 2147483647 w 83"/>
                  <a:gd name="T15" fmla="*/ 2147483647 h 76"/>
                  <a:gd name="T16" fmla="*/ 2147483647 w 83"/>
                  <a:gd name="T17" fmla="*/ 2147483647 h 76"/>
                  <a:gd name="T18" fmla="*/ 2147483647 w 83"/>
                  <a:gd name="T19" fmla="*/ 2147483647 h 76"/>
                  <a:gd name="T20" fmla="*/ 2147483647 w 83"/>
                  <a:gd name="T21" fmla="*/ 2147483647 h 76"/>
                  <a:gd name="T22" fmla="*/ 2147483647 w 83"/>
                  <a:gd name="T23" fmla="*/ 2147483647 h 76"/>
                  <a:gd name="T24" fmla="*/ 2147483647 w 83"/>
                  <a:gd name="T25" fmla="*/ 2147483647 h 76"/>
                  <a:gd name="T26" fmla="*/ 2147483647 w 83"/>
                  <a:gd name="T27" fmla="*/ 2147483647 h 76"/>
                  <a:gd name="T28" fmla="*/ 2147483647 w 83"/>
                  <a:gd name="T29" fmla="*/ 2147483647 h 76"/>
                  <a:gd name="T30" fmla="*/ 2147483647 w 83"/>
                  <a:gd name="T31" fmla="*/ 2147483647 h 76"/>
                  <a:gd name="T32" fmla="*/ 2147483647 w 83"/>
                  <a:gd name="T33" fmla="*/ 0 h 76"/>
                  <a:gd name="T34" fmla="*/ 2147483647 w 83"/>
                  <a:gd name="T35" fmla="*/ 2147483647 h 76"/>
                  <a:gd name="T36" fmla="*/ 2147483647 w 83"/>
                  <a:gd name="T37" fmla="*/ 2147483647 h 76"/>
                  <a:gd name="T38" fmla="*/ 2147483647 w 83"/>
                  <a:gd name="T39" fmla="*/ 2147483647 h 76"/>
                  <a:gd name="T40" fmla="*/ 2147483647 w 83"/>
                  <a:gd name="T41" fmla="*/ 2147483647 h 76"/>
                  <a:gd name="T42" fmla="*/ 2147483647 w 83"/>
                  <a:gd name="T43" fmla="*/ 2147483647 h 76"/>
                  <a:gd name="T44" fmla="*/ 2147483647 w 83"/>
                  <a:gd name="T45" fmla="*/ 2147483647 h 76"/>
                  <a:gd name="T46" fmla="*/ 2147483647 w 83"/>
                  <a:gd name="T47" fmla="*/ 2147483647 h 76"/>
                  <a:gd name="T48" fmla="*/ 2147483647 w 83"/>
                  <a:gd name="T49" fmla="*/ 2147483647 h 76"/>
                  <a:gd name="T50" fmla="*/ 2147483647 w 83"/>
                  <a:gd name="T51" fmla="*/ 2147483647 h 76"/>
                  <a:gd name="T52" fmla="*/ 2147483647 w 83"/>
                  <a:gd name="T53" fmla="*/ 2147483647 h 76"/>
                  <a:gd name="T54" fmla="*/ 2147483647 w 83"/>
                  <a:gd name="T55" fmla="*/ 2147483647 h 76"/>
                  <a:gd name="T56" fmla="*/ 2147483647 w 83"/>
                  <a:gd name="T57" fmla="*/ 2147483647 h 76"/>
                  <a:gd name="T58" fmla="*/ 2147483647 w 83"/>
                  <a:gd name="T59" fmla="*/ 2147483647 h 76"/>
                  <a:gd name="T60" fmla="*/ 2147483647 w 83"/>
                  <a:gd name="T61" fmla="*/ 2147483647 h 76"/>
                  <a:gd name="T62" fmla="*/ 2147483647 w 83"/>
                  <a:gd name="T63" fmla="*/ 2147483647 h 76"/>
                  <a:gd name="T64" fmla="*/ 2147483647 w 83"/>
                  <a:gd name="T65" fmla="*/ 2147483647 h 76"/>
                  <a:gd name="T66" fmla="*/ 2147483647 w 83"/>
                  <a:gd name="T67" fmla="*/ 2147483647 h 76"/>
                  <a:gd name="T68" fmla="*/ 2147483647 w 83"/>
                  <a:gd name="T69" fmla="*/ 2147483647 h 76"/>
                  <a:gd name="T70" fmla="*/ 2147483647 w 83"/>
                  <a:gd name="T71" fmla="*/ 2147483647 h 76"/>
                  <a:gd name="T72" fmla="*/ 2147483647 w 83"/>
                  <a:gd name="T73" fmla="*/ 2147483647 h 76"/>
                  <a:gd name="T74" fmla="*/ 2147483647 w 83"/>
                  <a:gd name="T75" fmla="*/ 2147483647 h 76"/>
                  <a:gd name="T76" fmla="*/ 2147483647 w 83"/>
                  <a:gd name="T77" fmla="*/ 2147483647 h 76"/>
                  <a:gd name="T78" fmla="*/ 2147483647 w 83"/>
                  <a:gd name="T79" fmla="*/ 2147483647 h 76"/>
                  <a:gd name="T80" fmla="*/ 2147483647 w 83"/>
                  <a:gd name="T81" fmla="*/ 2147483647 h 76"/>
                  <a:gd name="T82" fmla="*/ 2147483647 w 83"/>
                  <a:gd name="T83" fmla="*/ 2147483647 h 76"/>
                  <a:gd name="T84" fmla="*/ 2147483647 w 83"/>
                  <a:gd name="T85" fmla="*/ 2147483647 h 76"/>
                  <a:gd name="T86" fmla="*/ 2147483647 w 83"/>
                  <a:gd name="T87" fmla="*/ 2147483647 h 76"/>
                  <a:gd name="T88" fmla="*/ 2147483647 w 83"/>
                  <a:gd name="T89" fmla="*/ 2147483647 h 76"/>
                  <a:gd name="T90" fmla="*/ 2147483647 w 83"/>
                  <a:gd name="T91" fmla="*/ 2147483647 h 76"/>
                  <a:gd name="T92" fmla="*/ 2147483647 w 83"/>
                  <a:gd name="T93" fmla="*/ 2147483647 h 76"/>
                  <a:gd name="T94" fmla="*/ 2147483647 w 83"/>
                  <a:gd name="T95" fmla="*/ 2147483647 h 76"/>
                  <a:gd name="T96" fmla="*/ 2147483647 w 83"/>
                  <a:gd name="T97" fmla="*/ 2147483647 h 76"/>
                  <a:gd name="T98" fmla="*/ 2147483647 w 83"/>
                  <a:gd name="T99" fmla="*/ 2147483647 h 76"/>
                  <a:gd name="T100" fmla="*/ 2147483647 w 83"/>
                  <a:gd name="T101" fmla="*/ 2147483647 h 76"/>
                  <a:gd name="T102" fmla="*/ 2147483647 w 83"/>
                  <a:gd name="T103" fmla="*/ 2147483647 h 76"/>
                  <a:gd name="T104" fmla="*/ 2147483647 w 83"/>
                  <a:gd name="T105" fmla="*/ 2147483647 h 76"/>
                  <a:gd name="T106" fmla="*/ 2147483647 w 83"/>
                  <a:gd name="T107" fmla="*/ 2147483647 h 76"/>
                  <a:gd name="T108" fmla="*/ 2147483647 w 83"/>
                  <a:gd name="T109" fmla="*/ 2147483647 h 76"/>
                  <a:gd name="T110" fmla="*/ 2147483647 w 83"/>
                  <a:gd name="T111" fmla="*/ 2147483647 h 76"/>
                  <a:gd name="T112" fmla="*/ 2147483647 w 83"/>
                  <a:gd name="T113" fmla="*/ 2147483647 h 7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3" h="76">
                    <a:moveTo>
                      <a:pt x="0" y="36"/>
                    </a:moveTo>
                    <a:lnTo>
                      <a:pt x="2" y="30"/>
                    </a:lnTo>
                    <a:lnTo>
                      <a:pt x="6" y="20"/>
                    </a:lnTo>
                    <a:lnTo>
                      <a:pt x="7" y="19"/>
                    </a:lnTo>
                    <a:lnTo>
                      <a:pt x="9" y="18"/>
                    </a:lnTo>
                    <a:lnTo>
                      <a:pt x="10" y="17"/>
                    </a:lnTo>
                    <a:lnTo>
                      <a:pt x="9" y="17"/>
                    </a:lnTo>
                    <a:lnTo>
                      <a:pt x="10" y="17"/>
                    </a:lnTo>
                    <a:lnTo>
                      <a:pt x="11" y="16"/>
                    </a:lnTo>
                    <a:lnTo>
                      <a:pt x="11" y="15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6" y="2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2" y="2"/>
                    </a:lnTo>
                    <a:lnTo>
                      <a:pt x="23" y="3"/>
                    </a:lnTo>
                    <a:lnTo>
                      <a:pt x="23" y="4"/>
                    </a:lnTo>
                    <a:lnTo>
                      <a:pt x="23" y="5"/>
                    </a:lnTo>
                    <a:lnTo>
                      <a:pt x="23" y="7"/>
                    </a:lnTo>
                    <a:lnTo>
                      <a:pt x="23" y="8"/>
                    </a:lnTo>
                    <a:lnTo>
                      <a:pt x="24" y="10"/>
                    </a:lnTo>
                    <a:lnTo>
                      <a:pt x="24" y="11"/>
                    </a:lnTo>
                    <a:lnTo>
                      <a:pt x="26" y="11"/>
                    </a:lnTo>
                    <a:lnTo>
                      <a:pt x="27" y="11"/>
                    </a:lnTo>
                    <a:lnTo>
                      <a:pt x="29" y="13"/>
                    </a:lnTo>
                    <a:lnTo>
                      <a:pt x="30" y="13"/>
                    </a:lnTo>
                    <a:lnTo>
                      <a:pt x="31" y="13"/>
                    </a:lnTo>
                    <a:lnTo>
                      <a:pt x="33" y="9"/>
                    </a:lnTo>
                    <a:lnTo>
                      <a:pt x="37" y="5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40" y="3"/>
                    </a:lnTo>
                    <a:lnTo>
                      <a:pt x="41" y="2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3" y="0"/>
                    </a:lnTo>
                    <a:lnTo>
                      <a:pt x="45" y="0"/>
                    </a:lnTo>
                    <a:lnTo>
                      <a:pt x="45" y="1"/>
                    </a:lnTo>
                    <a:lnTo>
                      <a:pt x="46" y="1"/>
                    </a:lnTo>
                    <a:lnTo>
                      <a:pt x="47" y="1"/>
                    </a:lnTo>
                    <a:lnTo>
                      <a:pt x="48" y="2"/>
                    </a:lnTo>
                    <a:lnTo>
                      <a:pt x="48" y="1"/>
                    </a:lnTo>
                    <a:lnTo>
                      <a:pt x="49" y="1"/>
                    </a:lnTo>
                    <a:lnTo>
                      <a:pt x="49" y="2"/>
                    </a:lnTo>
                    <a:lnTo>
                      <a:pt x="49" y="3"/>
                    </a:lnTo>
                    <a:lnTo>
                      <a:pt x="50" y="4"/>
                    </a:lnTo>
                    <a:lnTo>
                      <a:pt x="50" y="5"/>
                    </a:lnTo>
                    <a:lnTo>
                      <a:pt x="52" y="5"/>
                    </a:lnTo>
                    <a:lnTo>
                      <a:pt x="53" y="7"/>
                    </a:lnTo>
                    <a:lnTo>
                      <a:pt x="52" y="8"/>
                    </a:lnTo>
                    <a:lnTo>
                      <a:pt x="52" y="9"/>
                    </a:lnTo>
                    <a:lnTo>
                      <a:pt x="53" y="10"/>
                    </a:lnTo>
                    <a:lnTo>
                      <a:pt x="55" y="10"/>
                    </a:lnTo>
                    <a:lnTo>
                      <a:pt x="56" y="10"/>
                    </a:lnTo>
                    <a:lnTo>
                      <a:pt x="56" y="11"/>
                    </a:lnTo>
                    <a:lnTo>
                      <a:pt x="57" y="11"/>
                    </a:lnTo>
                    <a:lnTo>
                      <a:pt x="58" y="11"/>
                    </a:lnTo>
                    <a:lnTo>
                      <a:pt x="58" y="12"/>
                    </a:lnTo>
                    <a:lnTo>
                      <a:pt x="59" y="12"/>
                    </a:lnTo>
                    <a:lnTo>
                      <a:pt x="59" y="13"/>
                    </a:lnTo>
                    <a:lnTo>
                      <a:pt x="58" y="13"/>
                    </a:lnTo>
                    <a:lnTo>
                      <a:pt x="58" y="14"/>
                    </a:lnTo>
                    <a:lnTo>
                      <a:pt x="61" y="15"/>
                    </a:lnTo>
                    <a:lnTo>
                      <a:pt x="67" y="20"/>
                    </a:lnTo>
                    <a:lnTo>
                      <a:pt x="70" y="22"/>
                    </a:lnTo>
                    <a:lnTo>
                      <a:pt x="74" y="24"/>
                    </a:lnTo>
                    <a:lnTo>
                      <a:pt x="77" y="26"/>
                    </a:lnTo>
                    <a:lnTo>
                      <a:pt x="79" y="30"/>
                    </a:lnTo>
                    <a:lnTo>
                      <a:pt x="81" y="30"/>
                    </a:lnTo>
                    <a:lnTo>
                      <a:pt x="83" y="31"/>
                    </a:lnTo>
                    <a:lnTo>
                      <a:pt x="83" y="35"/>
                    </a:lnTo>
                    <a:lnTo>
                      <a:pt x="80" y="39"/>
                    </a:lnTo>
                    <a:lnTo>
                      <a:pt x="55" y="41"/>
                    </a:lnTo>
                    <a:lnTo>
                      <a:pt x="53" y="44"/>
                    </a:lnTo>
                    <a:lnTo>
                      <a:pt x="51" y="47"/>
                    </a:lnTo>
                    <a:lnTo>
                      <a:pt x="46" y="55"/>
                    </a:lnTo>
                    <a:lnTo>
                      <a:pt x="45" y="56"/>
                    </a:lnTo>
                    <a:lnTo>
                      <a:pt x="45" y="57"/>
                    </a:lnTo>
                    <a:lnTo>
                      <a:pt x="46" y="57"/>
                    </a:lnTo>
                    <a:lnTo>
                      <a:pt x="46" y="60"/>
                    </a:lnTo>
                    <a:lnTo>
                      <a:pt x="45" y="61"/>
                    </a:lnTo>
                    <a:lnTo>
                      <a:pt x="46" y="62"/>
                    </a:lnTo>
                    <a:lnTo>
                      <a:pt x="48" y="63"/>
                    </a:lnTo>
                    <a:lnTo>
                      <a:pt x="48" y="66"/>
                    </a:lnTo>
                    <a:lnTo>
                      <a:pt x="47" y="67"/>
                    </a:lnTo>
                    <a:lnTo>
                      <a:pt x="46" y="67"/>
                    </a:lnTo>
                    <a:lnTo>
                      <a:pt x="46" y="70"/>
                    </a:lnTo>
                    <a:lnTo>
                      <a:pt x="46" y="71"/>
                    </a:lnTo>
                    <a:lnTo>
                      <a:pt x="47" y="73"/>
                    </a:lnTo>
                    <a:lnTo>
                      <a:pt x="45" y="76"/>
                    </a:lnTo>
                    <a:lnTo>
                      <a:pt x="44" y="75"/>
                    </a:lnTo>
                    <a:lnTo>
                      <a:pt x="38" y="70"/>
                    </a:lnTo>
                    <a:lnTo>
                      <a:pt x="35" y="67"/>
                    </a:lnTo>
                    <a:lnTo>
                      <a:pt x="34" y="66"/>
                    </a:lnTo>
                    <a:lnTo>
                      <a:pt x="33" y="65"/>
                    </a:lnTo>
                    <a:lnTo>
                      <a:pt x="33" y="64"/>
                    </a:lnTo>
                    <a:lnTo>
                      <a:pt x="32" y="64"/>
                    </a:lnTo>
                    <a:lnTo>
                      <a:pt x="29" y="62"/>
                    </a:lnTo>
                    <a:lnTo>
                      <a:pt x="30" y="62"/>
                    </a:lnTo>
                    <a:lnTo>
                      <a:pt x="30" y="61"/>
                    </a:lnTo>
                    <a:lnTo>
                      <a:pt x="29" y="61"/>
                    </a:lnTo>
                    <a:lnTo>
                      <a:pt x="28" y="60"/>
                    </a:lnTo>
                    <a:lnTo>
                      <a:pt x="27" y="60"/>
                    </a:lnTo>
                    <a:lnTo>
                      <a:pt x="26" y="59"/>
                    </a:lnTo>
                    <a:lnTo>
                      <a:pt x="25" y="58"/>
                    </a:lnTo>
                    <a:lnTo>
                      <a:pt x="23" y="56"/>
                    </a:lnTo>
                    <a:lnTo>
                      <a:pt x="22" y="56"/>
                    </a:lnTo>
                    <a:lnTo>
                      <a:pt x="22" y="55"/>
                    </a:lnTo>
                    <a:lnTo>
                      <a:pt x="19" y="53"/>
                    </a:lnTo>
                    <a:lnTo>
                      <a:pt x="18" y="52"/>
                    </a:lnTo>
                    <a:lnTo>
                      <a:pt x="16" y="50"/>
                    </a:lnTo>
                    <a:lnTo>
                      <a:pt x="14" y="49"/>
                    </a:lnTo>
                    <a:lnTo>
                      <a:pt x="13" y="49"/>
                    </a:lnTo>
                    <a:lnTo>
                      <a:pt x="11" y="47"/>
                    </a:lnTo>
                    <a:lnTo>
                      <a:pt x="9" y="46"/>
                    </a:lnTo>
                    <a:lnTo>
                      <a:pt x="8" y="45"/>
                    </a:lnTo>
                    <a:lnTo>
                      <a:pt x="7" y="45"/>
                    </a:lnTo>
                    <a:lnTo>
                      <a:pt x="6" y="44"/>
                    </a:lnTo>
                    <a:lnTo>
                      <a:pt x="5" y="44"/>
                    </a:lnTo>
                    <a:lnTo>
                      <a:pt x="4" y="44"/>
                    </a:lnTo>
                    <a:lnTo>
                      <a:pt x="3" y="44"/>
                    </a:lnTo>
                    <a:lnTo>
                      <a:pt x="2" y="43"/>
                    </a:lnTo>
                    <a:lnTo>
                      <a:pt x="2" y="39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6" name="Freeform 23"/>
              <p:cNvSpPr>
                <a:spLocks/>
              </p:cNvSpPr>
              <p:nvPr/>
            </p:nvSpPr>
            <p:spPr bwMode="auto">
              <a:xfrm>
                <a:off x="3867430" y="3621504"/>
                <a:ext cx="812046" cy="921592"/>
              </a:xfrm>
              <a:custGeom>
                <a:avLst/>
                <a:gdLst>
                  <a:gd name="T0" fmla="*/ 2147483647 w 106"/>
                  <a:gd name="T1" fmla="*/ 2147483647 h 119"/>
                  <a:gd name="T2" fmla="*/ 2147483647 w 106"/>
                  <a:gd name="T3" fmla="*/ 2147483647 h 119"/>
                  <a:gd name="T4" fmla="*/ 2147483647 w 106"/>
                  <a:gd name="T5" fmla="*/ 2147483647 h 119"/>
                  <a:gd name="T6" fmla="*/ 2147483647 w 106"/>
                  <a:gd name="T7" fmla="*/ 2147483647 h 119"/>
                  <a:gd name="T8" fmla="*/ 2147483647 w 106"/>
                  <a:gd name="T9" fmla="*/ 2147483647 h 119"/>
                  <a:gd name="T10" fmla="*/ 2147483647 w 106"/>
                  <a:gd name="T11" fmla="*/ 2147483647 h 119"/>
                  <a:gd name="T12" fmla="*/ 2147483647 w 106"/>
                  <a:gd name="T13" fmla="*/ 2147483647 h 119"/>
                  <a:gd name="T14" fmla="*/ 2147483647 w 106"/>
                  <a:gd name="T15" fmla="*/ 2147483647 h 119"/>
                  <a:gd name="T16" fmla="*/ 2147483647 w 106"/>
                  <a:gd name="T17" fmla="*/ 2147483647 h 119"/>
                  <a:gd name="T18" fmla="*/ 2147483647 w 106"/>
                  <a:gd name="T19" fmla="*/ 2147483647 h 119"/>
                  <a:gd name="T20" fmla="*/ 2147483647 w 106"/>
                  <a:gd name="T21" fmla="*/ 2147483647 h 119"/>
                  <a:gd name="T22" fmla="*/ 2147483647 w 106"/>
                  <a:gd name="T23" fmla="*/ 2147483647 h 119"/>
                  <a:gd name="T24" fmla="*/ 2147483647 w 106"/>
                  <a:gd name="T25" fmla="*/ 2147483647 h 119"/>
                  <a:gd name="T26" fmla="*/ 2147483647 w 106"/>
                  <a:gd name="T27" fmla="*/ 2147483647 h 119"/>
                  <a:gd name="T28" fmla="*/ 2147483647 w 106"/>
                  <a:gd name="T29" fmla="*/ 2147483647 h 119"/>
                  <a:gd name="T30" fmla="*/ 2147483647 w 106"/>
                  <a:gd name="T31" fmla="*/ 2147483647 h 119"/>
                  <a:gd name="T32" fmla="*/ 2147483647 w 106"/>
                  <a:gd name="T33" fmla="*/ 2147483647 h 119"/>
                  <a:gd name="T34" fmla="*/ 2147483647 w 106"/>
                  <a:gd name="T35" fmla="*/ 2147483647 h 119"/>
                  <a:gd name="T36" fmla="*/ 2147483647 w 106"/>
                  <a:gd name="T37" fmla="*/ 2147483647 h 119"/>
                  <a:gd name="T38" fmla="*/ 2147483647 w 106"/>
                  <a:gd name="T39" fmla="*/ 2147483647 h 119"/>
                  <a:gd name="T40" fmla="*/ 2147483647 w 106"/>
                  <a:gd name="T41" fmla="*/ 2147483647 h 119"/>
                  <a:gd name="T42" fmla="*/ 2147483647 w 106"/>
                  <a:gd name="T43" fmla="*/ 2147483647 h 119"/>
                  <a:gd name="T44" fmla="*/ 2147483647 w 106"/>
                  <a:gd name="T45" fmla="*/ 2147483647 h 119"/>
                  <a:gd name="T46" fmla="*/ 2147483647 w 106"/>
                  <a:gd name="T47" fmla="*/ 2147483647 h 119"/>
                  <a:gd name="T48" fmla="*/ 2147483647 w 106"/>
                  <a:gd name="T49" fmla="*/ 2147483647 h 119"/>
                  <a:gd name="T50" fmla="*/ 2147483647 w 106"/>
                  <a:gd name="T51" fmla="*/ 2147483647 h 119"/>
                  <a:gd name="T52" fmla="*/ 2147483647 w 106"/>
                  <a:gd name="T53" fmla="*/ 2147483647 h 119"/>
                  <a:gd name="T54" fmla="*/ 2147483647 w 106"/>
                  <a:gd name="T55" fmla="*/ 2147483647 h 119"/>
                  <a:gd name="T56" fmla="*/ 2147483647 w 106"/>
                  <a:gd name="T57" fmla="*/ 2147483647 h 119"/>
                  <a:gd name="T58" fmla="*/ 2147483647 w 106"/>
                  <a:gd name="T59" fmla="*/ 2147483647 h 119"/>
                  <a:gd name="T60" fmla="*/ 2147483647 w 106"/>
                  <a:gd name="T61" fmla="*/ 2147483647 h 119"/>
                  <a:gd name="T62" fmla="*/ 2147483647 w 106"/>
                  <a:gd name="T63" fmla="*/ 2147483647 h 119"/>
                  <a:gd name="T64" fmla="*/ 2147483647 w 106"/>
                  <a:gd name="T65" fmla="*/ 2147483647 h 119"/>
                  <a:gd name="T66" fmla="*/ 2147483647 w 106"/>
                  <a:gd name="T67" fmla="*/ 2147483647 h 119"/>
                  <a:gd name="T68" fmla="*/ 2147483647 w 106"/>
                  <a:gd name="T69" fmla="*/ 2147483647 h 119"/>
                  <a:gd name="T70" fmla="*/ 2147483647 w 106"/>
                  <a:gd name="T71" fmla="*/ 2147483647 h 119"/>
                  <a:gd name="T72" fmla="*/ 2147483647 w 106"/>
                  <a:gd name="T73" fmla="*/ 2147483647 h 119"/>
                  <a:gd name="T74" fmla="*/ 2147483647 w 106"/>
                  <a:gd name="T75" fmla="*/ 2147483647 h 119"/>
                  <a:gd name="T76" fmla="*/ 2147483647 w 106"/>
                  <a:gd name="T77" fmla="*/ 2147483647 h 119"/>
                  <a:gd name="T78" fmla="*/ 2147483647 w 106"/>
                  <a:gd name="T79" fmla="*/ 2147483647 h 119"/>
                  <a:gd name="T80" fmla="*/ 2147483647 w 106"/>
                  <a:gd name="T81" fmla="*/ 2147483647 h 119"/>
                  <a:gd name="T82" fmla="*/ 2147483647 w 106"/>
                  <a:gd name="T83" fmla="*/ 2147483647 h 119"/>
                  <a:gd name="T84" fmla="*/ 2147483647 w 106"/>
                  <a:gd name="T85" fmla="*/ 2147483647 h 119"/>
                  <a:gd name="T86" fmla="*/ 2147483647 w 106"/>
                  <a:gd name="T87" fmla="*/ 2147483647 h 119"/>
                  <a:gd name="T88" fmla="*/ 2147483647 w 106"/>
                  <a:gd name="T89" fmla="*/ 2147483647 h 119"/>
                  <a:gd name="T90" fmla="*/ 2147483647 w 106"/>
                  <a:gd name="T91" fmla="*/ 2147483647 h 119"/>
                  <a:gd name="T92" fmla="*/ 2147483647 w 106"/>
                  <a:gd name="T93" fmla="*/ 2147483647 h 119"/>
                  <a:gd name="T94" fmla="*/ 2147483647 w 106"/>
                  <a:gd name="T95" fmla="*/ 2147483647 h 119"/>
                  <a:gd name="T96" fmla="*/ 2147483647 w 106"/>
                  <a:gd name="T97" fmla="*/ 2147483647 h 119"/>
                  <a:gd name="T98" fmla="*/ 2147483647 w 106"/>
                  <a:gd name="T99" fmla="*/ 2147483647 h 119"/>
                  <a:gd name="T100" fmla="*/ 2147483647 w 106"/>
                  <a:gd name="T101" fmla="*/ 2147483647 h 119"/>
                  <a:gd name="T102" fmla="*/ 2147483647 w 106"/>
                  <a:gd name="T103" fmla="*/ 2147483647 h 119"/>
                  <a:gd name="T104" fmla="*/ 2147483647 w 106"/>
                  <a:gd name="T105" fmla="*/ 2147483647 h 119"/>
                  <a:gd name="T106" fmla="*/ 2147483647 w 106"/>
                  <a:gd name="T107" fmla="*/ 2147483647 h 119"/>
                  <a:gd name="T108" fmla="*/ 2147483647 w 106"/>
                  <a:gd name="T109" fmla="*/ 2147483647 h 119"/>
                  <a:gd name="T110" fmla="*/ 2147483647 w 106"/>
                  <a:gd name="T111" fmla="*/ 2147483647 h 119"/>
                  <a:gd name="T112" fmla="*/ 2147483647 w 106"/>
                  <a:gd name="T113" fmla="*/ 0 h 119"/>
                  <a:gd name="T114" fmla="*/ 2147483647 w 106"/>
                  <a:gd name="T115" fmla="*/ 2147483647 h 119"/>
                  <a:gd name="T116" fmla="*/ 2147483647 w 106"/>
                  <a:gd name="T117" fmla="*/ 2147483647 h 11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06" h="119">
                    <a:moveTo>
                      <a:pt x="0" y="11"/>
                    </a:moveTo>
                    <a:lnTo>
                      <a:pt x="4" y="11"/>
                    </a:lnTo>
                    <a:lnTo>
                      <a:pt x="4" y="12"/>
                    </a:lnTo>
                    <a:lnTo>
                      <a:pt x="4" y="14"/>
                    </a:lnTo>
                    <a:lnTo>
                      <a:pt x="5" y="15"/>
                    </a:lnTo>
                    <a:lnTo>
                      <a:pt x="5" y="16"/>
                    </a:lnTo>
                    <a:lnTo>
                      <a:pt x="4" y="17"/>
                    </a:lnTo>
                    <a:lnTo>
                      <a:pt x="3" y="18"/>
                    </a:lnTo>
                    <a:lnTo>
                      <a:pt x="2" y="19"/>
                    </a:lnTo>
                    <a:lnTo>
                      <a:pt x="2" y="20"/>
                    </a:lnTo>
                    <a:lnTo>
                      <a:pt x="3" y="21"/>
                    </a:lnTo>
                    <a:lnTo>
                      <a:pt x="4" y="22"/>
                    </a:lnTo>
                    <a:lnTo>
                      <a:pt x="4" y="23"/>
                    </a:lnTo>
                    <a:lnTo>
                      <a:pt x="3" y="23"/>
                    </a:lnTo>
                    <a:lnTo>
                      <a:pt x="4" y="23"/>
                    </a:lnTo>
                    <a:lnTo>
                      <a:pt x="4" y="24"/>
                    </a:lnTo>
                    <a:lnTo>
                      <a:pt x="4" y="26"/>
                    </a:lnTo>
                    <a:lnTo>
                      <a:pt x="4" y="27"/>
                    </a:lnTo>
                    <a:lnTo>
                      <a:pt x="6" y="29"/>
                    </a:lnTo>
                    <a:lnTo>
                      <a:pt x="7" y="29"/>
                    </a:lnTo>
                    <a:lnTo>
                      <a:pt x="8" y="28"/>
                    </a:lnTo>
                    <a:lnTo>
                      <a:pt x="9" y="28"/>
                    </a:lnTo>
                    <a:lnTo>
                      <a:pt x="8" y="29"/>
                    </a:lnTo>
                    <a:lnTo>
                      <a:pt x="8" y="30"/>
                    </a:lnTo>
                    <a:lnTo>
                      <a:pt x="9" y="30"/>
                    </a:lnTo>
                    <a:lnTo>
                      <a:pt x="10" y="30"/>
                    </a:lnTo>
                    <a:lnTo>
                      <a:pt x="11" y="31"/>
                    </a:lnTo>
                    <a:lnTo>
                      <a:pt x="11" y="32"/>
                    </a:lnTo>
                    <a:lnTo>
                      <a:pt x="10" y="33"/>
                    </a:lnTo>
                    <a:lnTo>
                      <a:pt x="9" y="34"/>
                    </a:lnTo>
                    <a:lnTo>
                      <a:pt x="9" y="35"/>
                    </a:lnTo>
                    <a:lnTo>
                      <a:pt x="9" y="37"/>
                    </a:lnTo>
                    <a:lnTo>
                      <a:pt x="8" y="37"/>
                    </a:lnTo>
                    <a:lnTo>
                      <a:pt x="7" y="37"/>
                    </a:lnTo>
                    <a:lnTo>
                      <a:pt x="7" y="36"/>
                    </a:lnTo>
                    <a:lnTo>
                      <a:pt x="6" y="36"/>
                    </a:lnTo>
                    <a:lnTo>
                      <a:pt x="5" y="36"/>
                    </a:lnTo>
                    <a:lnTo>
                      <a:pt x="5" y="38"/>
                    </a:lnTo>
                    <a:lnTo>
                      <a:pt x="4" y="39"/>
                    </a:lnTo>
                    <a:lnTo>
                      <a:pt x="3" y="39"/>
                    </a:lnTo>
                    <a:lnTo>
                      <a:pt x="2" y="39"/>
                    </a:lnTo>
                    <a:lnTo>
                      <a:pt x="2" y="40"/>
                    </a:lnTo>
                    <a:lnTo>
                      <a:pt x="3" y="40"/>
                    </a:lnTo>
                    <a:lnTo>
                      <a:pt x="4" y="40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4" y="41"/>
                    </a:lnTo>
                    <a:lnTo>
                      <a:pt x="3" y="42"/>
                    </a:lnTo>
                    <a:lnTo>
                      <a:pt x="3" y="43"/>
                    </a:lnTo>
                    <a:lnTo>
                      <a:pt x="3" y="48"/>
                    </a:lnTo>
                    <a:lnTo>
                      <a:pt x="4" y="48"/>
                    </a:lnTo>
                    <a:lnTo>
                      <a:pt x="5" y="48"/>
                    </a:lnTo>
                    <a:lnTo>
                      <a:pt x="6" y="47"/>
                    </a:lnTo>
                    <a:lnTo>
                      <a:pt x="7" y="46"/>
                    </a:lnTo>
                    <a:lnTo>
                      <a:pt x="9" y="44"/>
                    </a:lnTo>
                    <a:lnTo>
                      <a:pt x="11" y="42"/>
                    </a:lnTo>
                    <a:lnTo>
                      <a:pt x="12" y="41"/>
                    </a:lnTo>
                    <a:lnTo>
                      <a:pt x="13" y="41"/>
                    </a:lnTo>
                    <a:lnTo>
                      <a:pt x="14" y="42"/>
                    </a:lnTo>
                    <a:lnTo>
                      <a:pt x="15" y="43"/>
                    </a:lnTo>
                    <a:lnTo>
                      <a:pt x="16" y="41"/>
                    </a:lnTo>
                    <a:lnTo>
                      <a:pt x="15" y="40"/>
                    </a:lnTo>
                    <a:lnTo>
                      <a:pt x="17" y="40"/>
                    </a:lnTo>
                    <a:lnTo>
                      <a:pt x="17" y="39"/>
                    </a:lnTo>
                    <a:lnTo>
                      <a:pt x="17" y="38"/>
                    </a:lnTo>
                    <a:lnTo>
                      <a:pt x="18" y="38"/>
                    </a:lnTo>
                    <a:lnTo>
                      <a:pt x="19" y="38"/>
                    </a:lnTo>
                    <a:lnTo>
                      <a:pt x="20" y="38"/>
                    </a:lnTo>
                    <a:lnTo>
                      <a:pt x="20" y="39"/>
                    </a:lnTo>
                    <a:lnTo>
                      <a:pt x="20" y="41"/>
                    </a:lnTo>
                    <a:lnTo>
                      <a:pt x="20" y="42"/>
                    </a:lnTo>
                    <a:lnTo>
                      <a:pt x="21" y="42"/>
                    </a:lnTo>
                    <a:lnTo>
                      <a:pt x="21" y="43"/>
                    </a:lnTo>
                    <a:lnTo>
                      <a:pt x="22" y="43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5"/>
                    </a:lnTo>
                    <a:lnTo>
                      <a:pt x="23" y="46"/>
                    </a:lnTo>
                    <a:lnTo>
                      <a:pt x="22" y="46"/>
                    </a:lnTo>
                    <a:lnTo>
                      <a:pt x="21" y="47"/>
                    </a:lnTo>
                    <a:lnTo>
                      <a:pt x="21" y="46"/>
                    </a:lnTo>
                    <a:lnTo>
                      <a:pt x="20" y="46"/>
                    </a:lnTo>
                    <a:lnTo>
                      <a:pt x="19" y="47"/>
                    </a:lnTo>
                    <a:lnTo>
                      <a:pt x="19" y="53"/>
                    </a:lnTo>
                    <a:lnTo>
                      <a:pt x="20" y="53"/>
                    </a:lnTo>
                    <a:lnTo>
                      <a:pt x="20" y="54"/>
                    </a:lnTo>
                    <a:lnTo>
                      <a:pt x="21" y="54"/>
                    </a:lnTo>
                    <a:lnTo>
                      <a:pt x="22" y="54"/>
                    </a:lnTo>
                    <a:lnTo>
                      <a:pt x="22" y="55"/>
                    </a:lnTo>
                    <a:lnTo>
                      <a:pt x="22" y="56"/>
                    </a:lnTo>
                    <a:lnTo>
                      <a:pt x="23" y="55"/>
                    </a:lnTo>
                    <a:lnTo>
                      <a:pt x="24" y="54"/>
                    </a:lnTo>
                    <a:lnTo>
                      <a:pt x="25" y="54"/>
                    </a:lnTo>
                    <a:lnTo>
                      <a:pt x="25" y="53"/>
                    </a:lnTo>
                    <a:lnTo>
                      <a:pt x="26" y="52"/>
                    </a:lnTo>
                    <a:lnTo>
                      <a:pt x="27" y="52"/>
                    </a:lnTo>
                    <a:lnTo>
                      <a:pt x="27" y="53"/>
                    </a:lnTo>
                    <a:lnTo>
                      <a:pt x="28" y="53"/>
                    </a:lnTo>
                    <a:lnTo>
                      <a:pt x="28" y="54"/>
                    </a:lnTo>
                    <a:lnTo>
                      <a:pt x="31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1" y="56"/>
                    </a:lnTo>
                    <a:lnTo>
                      <a:pt x="31" y="57"/>
                    </a:lnTo>
                    <a:lnTo>
                      <a:pt x="30" y="57"/>
                    </a:lnTo>
                    <a:lnTo>
                      <a:pt x="30" y="58"/>
                    </a:lnTo>
                    <a:lnTo>
                      <a:pt x="29" y="58"/>
                    </a:lnTo>
                    <a:lnTo>
                      <a:pt x="28" y="59"/>
                    </a:lnTo>
                    <a:lnTo>
                      <a:pt x="28" y="61"/>
                    </a:lnTo>
                    <a:lnTo>
                      <a:pt x="27" y="63"/>
                    </a:lnTo>
                    <a:lnTo>
                      <a:pt x="27" y="64"/>
                    </a:lnTo>
                    <a:lnTo>
                      <a:pt x="26" y="65"/>
                    </a:lnTo>
                    <a:lnTo>
                      <a:pt x="26" y="66"/>
                    </a:lnTo>
                    <a:lnTo>
                      <a:pt x="25" y="66"/>
                    </a:lnTo>
                    <a:lnTo>
                      <a:pt x="25" y="67"/>
                    </a:lnTo>
                    <a:lnTo>
                      <a:pt x="25" y="68"/>
                    </a:lnTo>
                    <a:lnTo>
                      <a:pt x="26" y="69"/>
                    </a:lnTo>
                    <a:lnTo>
                      <a:pt x="25" y="70"/>
                    </a:lnTo>
                    <a:lnTo>
                      <a:pt x="25" y="71"/>
                    </a:lnTo>
                    <a:lnTo>
                      <a:pt x="26" y="71"/>
                    </a:lnTo>
                    <a:lnTo>
                      <a:pt x="27" y="71"/>
                    </a:lnTo>
                    <a:lnTo>
                      <a:pt x="27" y="72"/>
                    </a:lnTo>
                    <a:lnTo>
                      <a:pt x="28" y="72"/>
                    </a:lnTo>
                    <a:lnTo>
                      <a:pt x="29" y="72"/>
                    </a:lnTo>
                    <a:lnTo>
                      <a:pt x="30" y="73"/>
                    </a:lnTo>
                    <a:lnTo>
                      <a:pt x="31" y="73"/>
                    </a:lnTo>
                    <a:lnTo>
                      <a:pt x="32" y="73"/>
                    </a:lnTo>
                    <a:lnTo>
                      <a:pt x="33" y="73"/>
                    </a:lnTo>
                    <a:lnTo>
                      <a:pt x="33" y="74"/>
                    </a:lnTo>
                    <a:lnTo>
                      <a:pt x="32" y="75"/>
                    </a:lnTo>
                    <a:lnTo>
                      <a:pt x="32" y="76"/>
                    </a:lnTo>
                    <a:lnTo>
                      <a:pt x="30" y="76"/>
                    </a:lnTo>
                    <a:lnTo>
                      <a:pt x="29" y="76"/>
                    </a:lnTo>
                    <a:lnTo>
                      <a:pt x="28" y="76"/>
                    </a:lnTo>
                    <a:lnTo>
                      <a:pt x="27" y="76"/>
                    </a:lnTo>
                    <a:lnTo>
                      <a:pt x="27" y="77"/>
                    </a:lnTo>
                    <a:lnTo>
                      <a:pt x="27" y="81"/>
                    </a:lnTo>
                    <a:lnTo>
                      <a:pt x="26" y="82"/>
                    </a:lnTo>
                    <a:lnTo>
                      <a:pt x="25" y="83"/>
                    </a:lnTo>
                    <a:lnTo>
                      <a:pt x="25" y="84"/>
                    </a:lnTo>
                    <a:lnTo>
                      <a:pt x="24" y="84"/>
                    </a:lnTo>
                    <a:lnTo>
                      <a:pt x="24" y="86"/>
                    </a:lnTo>
                    <a:lnTo>
                      <a:pt x="25" y="86"/>
                    </a:lnTo>
                    <a:lnTo>
                      <a:pt x="26" y="86"/>
                    </a:lnTo>
                    <a:lnTo>
                      <a:pt x="26" y="87"/>
                    </a:lnTo>
                    <a:lnTo>
                      <a:pt x="27" y="87"/>
                    </a:lnTo>
                    <a:lnTo>
                      <a:pt x="28" y="87"/>
                    </a:lnTo>
                    <a:lnTo>
                      <a:pt x="29" y="88"/>
                    </a:lnTo>
                    <a:lnTo>
                      <a:pt x="29" y="89"/>
                    </a:lnTo>
                    <a:lnTo>
                      <a:pt x="29" y="90"/>
                    </a:lnTo>
                    <a:lnTo>
                      <a:pt x="30" y="91"/>
                    </a:lnTo>
                    <a:lnTo>
                      <a:pt x="31" y="91"/>
                    </a:lnTo>
                    <a:lnTo>
                      <a:pt x="32" y="91"/>
                    </a:lnTo>
                    <a:lnTo>
                      <a:pt x="33" y="91"/>
                    </a:lnTo>
                    <a:lnTo>
                      <a:pt x="34" y="90"/>
                    </a:lnTo>
                    <a:lnTo>
                      <a:pt x="35" y="90"/>
                    </a:lnTo>
                    <a:lnTo>
                      <a:pt x="35" y="91"/>
                    </a:lnTo>
                    <a:lnTo>
                      <a:pt x="36" y="92"/>
                    </a:lnTo>
                    <a:lnTo>
                      <a:pt x="37" y="92"/>
                    </a:lnTo>
                    <a:lnTo>
                      <a:pt x="37" y="91"/>
                    </a:lnTo>
                    <a:lnTo>
                      <a:pt x="38" y="91"/>
                    </a:lnTo>
                    <a:lnTo>
                      <a:pt x="39" y="91"/>
                    </a:lnTo>
                    <a:lnTo>
                      <a:pt x="39" y="90"/>
                    </a:lnTo>
                    <a:lnTo>
                      <a:pt x="40" y="88"/>
                    </a:lnTo>
                    <a:lnTo>
                      <a:pt x="40" y="87"/>
                    </a:lnTo>
                    <a:lnTo>
                      <a:pt x="40" y="86"/>
                    </a:lnTo>
                    <a:lnTo>
                      <a:pt x="40" y="85"/>
                    </a:lnTo>
                    <a:lnTo>
                      <a:pt x="41" y="85"/>
                    </a:lnTo>
                    <a:lnTo>
                      <a:pt x="42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6" y="88"/>
                    </a:lnTo>
                    <a:lnTo>
                      <a:pt x="47" y="88"/>
                    </a:lnTo>
                    <a:lnTo>
                      <a:pt x="47" y="89"/>
                    </a:lnTo>
                    <a:lnTo>
                      <a:pt x="48" y="90"/>
                    </a:lnTo>
                    <a:lnTo>
                      <a:pt x="48" y="91"/>
                    </a:lnTo>
                    <a:lnTo>
                      <a:pt x="48" y="92"/>
                    </a:lnTo>
                    <a:lnTo>
                      <a:pt x="48" y="93"/>
                    </a:lnTo>
                    <a:lnTo>
                      <a:pt x="49" y="93"/>
                    </a:lnTo>
                    <a:lnTo>
                      <a:pt x="50" y="94"/>
                    </a:lnTo>
                    <a:lnTo>
                      <a:pt x="50" y="95"/>
                    </a:lnTo>
                    <a:lnTo>
                      <a:pt x="51" y="96"/>
                    </a:lnTo>
                    <a:lnTo>
                      <a:pt x="52" y="96"/>
                    </a:lnTo>
                    <a:lnTo>
                      <a:pt x="53" y="96"/>
                    </a:lnTo>
                    <a:lnTo>
                      <a:pt x="54" y="96"/>
                    </a:lnTo>
                    <a:lnTo>
                      <a:pt x="56" y="96"/>
                    </a:lnTo>
                    <a:lnTo>
                      <a:pt x="58" y="97"/>
                    </a:lnTo>
                    <a:lnTo>
                      <a:pt x="58" y="99"/>
                    </a:lnTo>
                    <a:lnTo>
                      <a:pt x="59" y="100"/>
                    </a:lnTo>
                    <a:lnTo>
                      <a:pt x="59" y="102"/>
                    </a:lnTo>
                    <a:lnTo>
                      <a:pt x="58" y="103"/>
                    </a:lnTo>
                    <a:lnTo>
                      <a:pt x="57" y="105"/>
                    </a:lnTo>
                    <a:lnTo>
                      <a:pt x="58" y="109"/>
                    </a:lnTo>
                    <a:lnTo>
                      <a:pt x="58" y="110"/>
                    </a:lnTo>
                    <a:lnTo>
                      <a:pt x="59" y="111"/>
                    </a:lnTo>
                    <a:lnTo>
                      <a:pt x="61" y="111"/>
                    </a:lnTo>
                    <a:lnTo>
                      <a:pt x="62" y="111"/>
                    </a:lnTo>
                    <a:lnTo>
                      <a:pt x="63" y="111"/>
                    </a:lnTo>
                    <a:lnTo>
                      <a:pt x="65" y="109"/>
                    </a:lnTo>
                    <a:lnTo>
                      <a:pt x="66" y="108"/>
                    </a:lnTo>
                    <a:lnTo>
                      <a:pt x="68" y="108"/>
                    </a:lnTo>
                    <a:lnTo>
                      <a:pt x="70" y="107"/>
                    </a:lnTo>
                    <a:lnTo>
                      <a:pt x="71" y="106"/>
                    </a:lnTo>
                    <a:lnTo>
                      <a:pt x="72" y="107"/>
                    </a:lnTo>
                    <a:lnTo>
                      <a:pt x="73" y="107"/>
                    </a:lnTo>
                    <a:lnTo>
                      <a:pt x="73" y="108"/>
                    </a:lnTo>
                    <a:lnTo>
                      <a:pt x="72" y="109"/>
                    </a:lnTo>
                    <a:lnTo>
                      <a:pt x="71" y="109"/>
                    </a:lnTo>
                    <a:lnTo>
                      <a:pt x="72" y="110"/>
                    </a:lnTo>
                    <a:lnTo>
                      <a:pt x="72" y="111"/>
                    </a:lnTo>
                    <a:lnTo>
                      <a:pt x="73" y="112"/>
                    </a:lnTo>
                    <a:lnTo>
                      <a:pt x="75" y="114"/>
                    </a:lnTo>
                    <a:lnTo>
                      <a:pt x="78" y="115"/>
                    </a:lnTo>
                    <a:lnTo>
                      <a:pt x="78" y="116"/>
                    </a:lnTo>
                    <a:lnTo>
                      <a:pt x="79" y="116"/>
                    </a:lnTo>
                    <a:lnTo>
                      <a:pt x="79" y="118"/>
                    </a:lnTo>
                    <a:lnTo>
                      <a:pt x="81" y="118"/>
                    </a:lnTo>
                    <a:lnTo>
                      <a:pt x="82" y="118"/>
                    </a:lnTo>
                    <a:lnTo>
                      <a:pt x="84" y="118"/>
                    </a:lnTo>
                    <a:lnTo>
                      <a:pt x="86" y="118"/>
                    </a:lnTo>
                    <a:lnTo>
                      <a:pt x="87" y="118"/>
                    </a:lnTo>
                    <a:lnTo>
                      <a:pt x="90" y="118"/>
                    </a:lnTo>
                    <a:lnTo>
                      <a:pt x="96" y="119"/>
                    </a:lnTo>
                    <a:lnTo>
                      <a:pt x="100" y="118"/>
                    </a:lnTo>
                    <a:lnTo>
                      <a:pt x="101" y="119"/>
                    </a:lnTo>
                    <a:lnTo>
                      <a:pt x="102" y="118"/>
                    </a:lnTo>
                    <a:lnTo>
                      <a:pt x="104" y="117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5" y="116"/>
                    </a:lnTo>
                    <a:lnTo>
                      <a:pt x="106" y="115"/>
                    </a:lnTo>
                    <a:lnTo>
                      <a:pt x="106" y="114"/>
                    </a:lnTo>
                    <a:lnTo>
                      <a:pt x="105" y="114"/>
                    </a:lnTo>
                    <a:lnTo>
                      <a:pt x="105" y="113"/>
                    </a:lnTo>
                    <a:lnTo>
                      <a:pt x="104" y="110"/>
                    </a:lnTo>
                    <a:lnTo>
                      <a:pt x="104" y="109"/>
                    </a:lnTo>
                    <a:lnTo>
                      <a:pt x="103" y="109"/>
                    </a:lnTo>
                    <a:lnTo>
                      <a:pt x="103" y="108"/>
                    </a:lnTo>
                    <a:lnTo>
                      <a:pt x="103" y="107"/>
                    </a:lnTo>
                    <a:lnTo>
                      <a:pt x="102" y="106"/>
                    </a:lnTo>
                    <a:lnTo>
                      <a:pt x="101" y="106"/>
                    </a:lnTo>
                    <a:lnTo>
                      <a:pt x="100" y="105"/>
                    </a:lnTo>
                    <a:lnTo>
                      <a:pt x="99" y="104"/>
                    </a:lnTo>
                    <a:lnTo>
                      <a:pt x="98" y="104"/>
                    </a:lnTo>
                    <a:lnTo>
                      <a:pt x="97" y="102"/>
                    </a:lnTo>
                    <a:lnTo>
                      <a:pt x="96" y="102"/>
                    </a:lnTo>
                    <a:lnTo>
                      <a:pt x="96" y="99"/>
                    </a:lnTo>
                    <a:lnTo>
                      <a:pt x="96" y="98"/>
                    </a:lnTo>
                    <a:lnTo>
                      <a:pt x="95" y="98"/>
                    </a:lnTo>
                    <a:lnTo>
                      <a:pt x="95" y="97"/>
                    </a:lnTo>
                    <a:lnTo>
                      <a:pt x="95" y="96"/>
                    </a:lnTo>
                    <a:lnTo>
                      <a:pt x="95" y="93"/>
                    </a:lnTo>
                    <a:lnTo>
                      <a:pt x="95" y="94"/>
                    </a:lnTo>
                    <a:lnTo>
                      <a:pt x="94" y="94"/>
                    </a:lnTo>
                    <a:lnTo>
                      <a:pt x="93" y="94"/>
                    </a:lnTo>
                    <a:lnTo>
                      <a:pt x="92" y="94"/>
                    </a:lnTo>
                    <a:lnTo>
                      <a:pt x="90" y="95"/>
                    </a:lnTo>
                    <a:lnTo>
                      <a:pt x="88" y="95"/>
                    </a:lnTo>
                    <a:lnTo>
                      <a:pt x="88" y="96"/>
                    </a:lnTo>
                    <a:lnTo>
                      <a:pt x="88" y="95"/>
                    </a:lnTo>
                    <a:lnTo>
                      <a:pt x="86" y="95"/>
                    </a:lnTo>
                    <a:lnTo>
                      <a:pt x="85" y="94"/>
                    </a:lnTo>
                    <a:lnTo>
                      <a:pt x="84" y="93"/>
                    </a:lnTo>
                    <a:lnTo>
                      <a:pt x="82" y="92"/>
                    </a:lnTo>
                    <a:lnTo>
                      <a:pt x="82" y="91"/>
                    </a:lnTo>
                    <a:lnTo>
                      <a:pt x="81" y="91"/>
                    </a:lnTo>
                    <a:lnTo>
                      <a:pt x="81" y="90"/>
                    </a:lnTo>
                    <a:lnTo>
                      <a:pt x="79" y="88"/>
                    </a:lnTo>
                    <a:lnTo>
                      <a:pt x="79" y="87"/>
                    </a:lnTo>
                    <a:lnTo>
                      <a:pt x="78" y="87"/>
                    </a:lnTo>
                    <a:lnTo>
                      <a:pt x="77" y="87"/>
                    </a:lnTo>
                    <a:lnTo>
                      <a:pt x="76" y="87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4" y="84"/>
                    </a:lnTo>
                    <a:lnTo>
                      <a:pt x="73" y="84"/>
                    </a:lnTo>
                    <a:lnTo>
                      <a:pt x="72" y="83"/>
                    </a:lnTo>
                    <a:lnTo>
                      <a:pt x="71" y="83"/>
                    </a:lnTo>
                    <a:lnTo>
                      <a:pt x="70" y="83"/>
                    </a:lnTo>
                    <a:lnTo>
                      <a:pt x="69" y="83"/>
                    </a:lnTo>
                    <a:lnTo>
                      <a:pt x="68" y="83"/>
                    </a:lnTo>
                    <a:lnTo>
                      <a:pt x="67" y="83"/>
                    </a:lnTo>
                    <a:lnTo>
                      <a:pt x="64" y="83"/>
                    </a:lnTo>
                    <a:lnTo>
                      <a:pt x="62" y="82"/>
                    </a:lnTo>
                    <a:lnTo>
                      <a:pt x="59" y="81"/>
                    </a:lnTo>
                    <a:lnTo>
                      <a:pt x="57" y="80"/>
                    </a:lnTo>
                    <a:lnTo>
                      <a:pt x="56" y="79"/>
                    </a:lnTo>
                    <a:lnTo>
                      <a:pt x="55" y="78"/>
                    </a:lnTo>
                    <a:lnTo>
                      <a:pt x="54" y="78"/>
                    </a:lnTo>
                    <a:lnTo>
                      <a:pt x="54" y="77"/>
                    </a:lnTo>
                    <a:lnTo>
                      <a:pt x="53" y="76"/>
                    </a:lnTo>
                    <a:lnTo>
                      <a:pt x="54" y="76"/>
                    </a:lnTo>
                    <a:lnTo>
                      <a:pt x="54" y="75"/>
                    </a:lnTo>
                    <a:lnTo>
                      <a:pt x="53" y="74"/>
                    </a:lnTo>
                    <a:lnTo>
                      <a:pt x="52" y="73"/>
                    </a:lnTo>
                    <a:lnTo>
                      <a:pt x="51" y="72"/>
                    </a:lnTo>
                    <a:lnTo>
                      <a:pt x="50" y="72"/>
                    </a:lnTo>
                    <a:lnTo>
                      <a:pt x="49" y="70"/>
                    </a:lnTo>
                    <a:lnTo>
                      <a:pt x="47" y="69"/>
                    </a:lnTo>
                    <a:lnTo>
                      <a:pt x="46" y="67"/>
                    </a:lnTo>
                    <a:lnTo>
                      <a:pt x="47" y="66"/>
                    </a:lnTo>
                    <a:lnTo>
                      <a:pt x="47" y="64"/>
                    </a:lnTo>
                    <a:lnTo>
                      <a:pt x="46" y="62"/>
                    </a:lnTo>
                    <a:lnTo>
                      <a:pt x="46" y="61"/>
                    </a:lnTo>
                    <a:lnTo>
                      <a:pt x="45" y="60"/>
                    </a:lnTo>
                    <a:lnTo>
                      <a:pt x="45" y="59"/>
                    </a:lnTo>
                    <a:lnTo>
                      <a:pt x="44" y="57"/>
                    </a:lnTo>
                    <a:lnTo>
                      <a:pt x="43" y="56"/>
                    </a:lnTo>
                    <a:lnTo>
                      <a:pt x="42" y="55"/>
                    </a:lnTo>
                    <a:lnTo>
                      <a:pt x="37" y="46"/>
                    </a:lnTo>
                    <a:lnTo>
                      <a:pt x="36" y="46"/>
                    </a:lnTo>
                    <a:lnTo>
                      <a:pt x="36" y="45"/>
                    </a:lnTo>
                    <a:lnTo>
                      <a:pt x="32" y="41"/>
                    </a:lnTo>
                    <a:lnTo>
                      <a:pt x="32" y="40"/>
                    </a:lnTo>
                    <a:lnTo>
                      <a:pt x="31" y="40"/>
                    </a:lnTo>
                    <a:lnTo>
                      <a:pt x="31" y="39"/>
                    </a:lnTo>
                    <a:lnTo>
                      <a:pt x="30" y="38"/>
                    </a:lnTo>
                    <a:lnTo>
                      <a:pt x="28" y="31"/>
                    </a:lnTo>
                    <a:lnTo>
                      <a:pt x="27" y="26"/>
                    </a:lnTo>
                    <a:lnTo>
                      <a:pt x="28" y="25"/>
                    </a:lnTo>
                    <a:lnTo>
                      <a:pt x="28" y="24"/>
                    </a:lnTo>
                    <a:lnTo>
                      <a:pt x="29" y="22"/>
                    </a:lnTo>
                    <a:lnTo>
                      <a:pt x="29" y="20"/>
                    </a:lnTo>
                    <a:lnTo>
                      <a:pt x="28" y="19"/>
                    </a:lnTo>
                    <a:lnTo>
                      <a:pt x="27" y="18"/>
                    </a:lnTo>
                    <a:lnTo>
                      <a:pt x="25" y="17"/>
                    </a:lnTo>
                    <a:lnTo>
                      <a:pt x="24" y="16"/>
                    </a:lnTo>
                    <a:lnTo>
                      <a:pt x="22" y="13"/>
                    </a:lnTo>
                    <a:lnTo>
                      <a:pt x="18" y="5"/>
                    </a:lnTo>
                    <a:lnTo>
                      <a:pt x="16" y="6"/>
                    </a:lnTo>
                    <a:lnTo>
                      <a:pt x="15" y="5"/>
                    </a:lnTo>
                    <a:lnTo>
                      <a:pt x="14" y="3"/>
                    </a:lnTo>
                    <a:lnTo>
                      <a:pt x="13" y="2"/>
                    </a:lnTo>
                    <a:lnTo>
                      <a:pt x="12" y="2"/>
                    </a:lnTo>
                    <a:lnTo>
                      <a:pt x="12" y="1"/>
                    </a:lnTo>
                    <a:lnTo>
                      <a:pt x="11" y="1"/>
                    </a:lnTo>
                    <a:lnTo>
                      <a:pt x="10" y="0"/>
                    </a:lnTo>
                    <a:lnTo>
                      <a:pt x="9" y="1"/>
                    </a:lnTo>
                    <a:lnTo>
                      <a:pt x="9" y="2"/>
                    </a:lnTo>
                    <a:lnTo>
                      <a:pt x="8" y="2"/>
                    </a:lnTo>
                    <a:lnTo>
                      <a:pt x="7" y="1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4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2" y="7"/>
                    </a:lnTo>
                    <a:lnTo>
                      <a:pt x="3" y="9"/>
                    </a:lnTo>
                    <a:lnTo>
                      <a:pt x="2" y="11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7" name="Freeform 24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5177429" y="3691205"/>
                <a:ext cx="451988" cy="425946"/>
              </a:xfrm>
              <a:custGeom>
                <a:avLst/>
                <a:gdLst>
                  <a:gd name="T0" fmla="*/ 0 w 59"/>
                  <a:gd name="T1" fmla="*/ 2147483647 h 55"/>
                  <a:gd name="T2" fmla="*/ 2147483647 w 59"/>
                  <a:gd name="T3" fmla="*/ 2147483647 h 55"/>
                  <a:gd name="T4" fmla="*/ 2147483647 w 59"/>
                  <a:gd name="T5" fmla="*/ 2147483647 h 55"/>
                  <a:gd name="T6" fmla="*/ 2147483647 w 59"/>
                  <a:gd name="T7" fmla="*/ 2147483647 h 55"/>
                  <a:gd name="T8" fmla="*/ 2147483647 w 59"/>
                  <a:gd name="T9" fmla="*/ 2147483647 h 55"/>
                  <a:gd name="T10" fmla="*/ 2147483647 w 59"/>
                  <a:gd name="T11" fmla="*/ 2147483647 h 55"/>
                  <a:gd name="T12" fmla="*/ 2147483647 w 59"/>
                  <a:gd name="T13" fmla="*/ 2147483647 h 55"/>
                  <a:gd name="T14" fmla="*/ 2147483647 w 59"/>
                  <a:gd name="T15" fmla="*/ 2147483647 h 55"/>
                  <a:gd name="T16" fmla="*/ 2147483647 w 59"/>
                  <a:gd name="T17" fmla="*/ 2147483647 h 55"/>
                  <a:gd name="T18" fmla="*/ 2147483647 w 59"/>
                  <a:gd name="T19" fmla="*/ 2147483647 h 55"/>
                  <a:gd name="T20" fmla="*/ 2147483647 w 59"/>
                  <a:gd name="T21" fmla="*/ 2147483647 h 55"/>
                  <a:gd name="T22" fmla="*/ 2147483647 w 59"/>
                  <a:gd name="T23" fmla="*/ 2147483647 h 55"/>
                  <a:gd name="T24" fmla="*/ 2147483647 w 59"/>
                  <a:gd name="T25" fmla="*/ 2147483647 h 55"/>
                  <a:gd name="T26" fmla="*/ 2147483647 w 59"/>
                  <a:gd name="T27" fmla="*/ 2147483647 h 55"/>
                  <a:gd name="T28" fmla="*/ 2147483647 w 59"/>
                  <a:gd name="T29" fmla="*/ 2147483647 h 55"/>
                  <a:gd name="T30" fmla="*/ 2147483647 w 59"/>
                  <a:gd name="T31" fmla="*/ 2147483647 h 55"/>
                  <a:gd name="T32" fmla="*/ 2147483647 w 59"/>
                  <a:gd name="T33" fmla="*/ 2147483647 h 55"/>
                  <a:gd name="T34" fmla="*/ 2147483647 w 59"/>
                  <a:gd name="T35" fmla="*/ 2147483647 h 55"/>
                  <a:gd name="T36" fmla="*/ 2147483647 w 59"/>
                  <a:gd name="T37" fmla="*/ 2147483647 h 55"/>
                  <a:gd name="T38" fmla="*/ 2147483647 w 59"/>
                  <a:gd name="T39" fmla="*/ 2147483647 h 55"/>
                  <a:gd name="T40" fmla="*/ 2147483647 w 59"/>
                  <a:gd name="T41" fmla="*/ 2147483647 h 55"/>
                  <a:gd name="T42" fmla="*/ 2147483647 w 59"/>
                  <a:gd name="T43" fmla="*/ 2147483647 h 55"/>
                  <a:gd name="T44" fmla="*/ 2147483647 w 59"/>
                  <a:gd name="T45" fmla="*/ 2147483647 h 55"/>
                  <a:gd name="T46" fmla="*/ 2147483647 w 59"/>
                  <a:gd name="T47" fmla="*/ 2147483647 h 55"/>
                  <a:gd name="T48" fmla="*/ 2147483647 w 59"/>
                  <a:gd name="T49" fmla="*/ 0 h 55"/>
                  <a:gd name="T50" fmla="*/ 2147483647 w 59"/>
                  <a:gd name="T51" fmla="*/ 0 h 55"/>
                  <a:gd name="T52" fmla="*/ 2147483647 w 59"/>
                  <a:gd name="T53" fmla="*/ 2147483647 h 55"/>
                  <a:gd name="T54" fmla="*/ 2147483647 w 59"/>
                  <a:gd name="T55" fmla="*/ 2147483647 h 55"/>
                  <a:gd name="T56" fmla="*/ 2147483647 w 59"/>
                  <a:gd name="T57" fmla="*/ 2147483647 h 55"/>
                  <a:gd name="T58" fmla="*/ 2147483647 w 59"/>
                  <a:gd name="T59" fmla="*/ 2147483647 h 55"/>
                  <a:gd name="T60" fmla="*/ 2147483647 w 59"/>
                  <a:gd name="T61" fmla="*/ 2147483647 h 55"/>
                  <a:gd name="T62" fmla="*/ 2147483647 w 59"/>
                  <a:gd name="T63" fmla="*/ 2147483647 h 55"/>
                  <a:gd name="T64" fmla="*/ 2147483647 w 59"/>
                  <a:gd name="T65" fmla="*/ 2147483647 h 55"/>
                  <a:gd name="T66" fmla="*/ 2147483647 w 59"/>
                  <a:gd name="T67" fmla="*/ 2147483647 h 55"/>
                  <a:gd name="T68" fmla="*/ 2147483647 w 59"/>
                  <a:gd name="T69" fmla="*/ 2147483647 h 55"/>
                  <a:gd name="T70" fmla="*/ 0 w 59"/>
                  <a:gd name="T71" fmla="*/ 2147483647 h 5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9" h="55">
                    <a:moveTo>
                      <a:pt x="0" y="18"/>
                    </a:moveTo>
                    <a:lnTo>
                      <a:pt x="0" y="17"/>
                    </a:lnTo>
                    <a:lnTo>
                      <a:pt x="1" y="17"/>
                    </a:lnTo>
                    <a:lnTo>
                      <a:pt x="3" y="15"/>
                    </a:lnTo>
                    <a:lnTo>
                      <a:pt x="4" y="14"/>
                    </a:lnTo>
                    <a:lnTo>
                      <a:pt x="5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8" y="12"/>
                    </a:lnTo>
                    <a:lnTo>
                      <a:pt x="9" y="11"/>
                    </a:lnTo>
                    <a:lnTo>
                      <a:pt x="11" y="10"/>
                    </a:lnTo>
                    <a:lnTo>
                      <a:pt x="12" y="10"/>
                    </a:lnTo>
                    <a:lnTo>
                      <a:pt x="14" y="10"/>
                    </a:lnTo>
                    <a:lnTo>
                      <a:pt x="15" y="9"/>
                    </a:lnTo>
                    <a:lnTo>
                      <a:pt x="17" y="9"/>
                    </a:lnTo>
                    <a:lnTo>
                      <a:pt x="19" y="9"/>
                    </a:lnTo>
                    <a:lnTo>
                      <a:pt x="21" y="8"/>
                    </a:lnTo>
                    <a:lnTo>
                      <a:pt x="22" y="8"/>
                    </a:lnTo>
                    <a:lnTo>
                      <a:pt x="23" y="8"/>
                    </a:lnTo>
                    <a:lnTo>
                      <a:pt x="26" y="7"/>
                    </a:lnTo>
                    <a:lnTo>
                      <a:pt x="27" y="7"/>
                    </a:lnTo>
                    <a:lnTo>
                      <a:pt x="29" y="6"/>
                    </a:lnTo>
                    <a:lnTo>
                      <a:pt x="30" y="6"/>
                    </a:lnTo>
                    <a:lnTo>
                      <a:pt x="31" y="6"/>
                    </a:lnTo>
                    <a:lnTo>
                      <a:pt x="33" y="5"/>
                    </a:lnTo>
                    <a:lnTo>
                      <a:pt x="34" y="5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9" y="2"/>
                    </a:lnTo>
                    <a:lnTo>
                      <a:pt x="40" y="2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1" y="2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9" y="0"/>
                    </a:lnTo>
                    <a:lnTo>
                      <a:pt x="51" y="1"/>
                    </a:lnTo>
                    <a:lnTo>
                      <a:pt x="52" y="1"/>
                    </a:lnTo>
                    <a:lnTo>
                      <a:pt x="55" y="1"/>
                    </a:lnTo>
                    <a:lnTo>
                      <a:pt x="58" y="2"/>
                    </a:lnTo>
                    <a:lnTo>
                      <a:pt x="59" y="2"/>
                    </a:lnTo>
                    <a:lnTo>
                      <a:pt x="59" y="10"/>
                    </a:lnTo>
                    <a:lnTo>
                      <a:pt x="58" y="17"/>
                    </a:lnTo>
                    <a:lnTo>
                      <a:pt x="52" y="25"/>
                    </a:lnTo>
                    <a:lnTo>
                      <a:pt x="28" y="55"/>
                    </a:lnTo>
                    <a:lnTo>
                      <a:pt x="11" y="32"/>
                    </a:lnTo>
                    <a:lnTo>
                      <a:pt x="8" y="28"/>
                    </a:lnTo>
                    <a:lnTo>
                      <a:pt x="7" y="29"/>
                    </a:lnTo>
                    <a:lnTo>
                      <a:pt x="5" y="29"/>
                    </a:lnTo>
                    <a:lnTo>
                      <a:pt x="4" y="28"/>
                    </a:lnTo>
                    <a:lnTo>
                      <a:pt x="3" y="28"/>
                    </a:lnTo>
                    <a:lnTo>
                      <a:pt x="1" y="28"/>
                    </a:lnTo>
                    <a:lnTo>
                      <a:pt x="1" y="20"/>
                    </a:lnTo>
                    <a:lnTo>
                      <a:pt x="0" y="20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8" name="Freeform 25"/>
              <p:cNvSpPr>
                <a:spLocks/>
              </p:cNvSpPr>
              <p:nvPr/>
            </p:nvSpPr>
            <p:spPr bwMode="auto">
              <a:xfrm>
                <a:off x="2519127" y="2839313"/>
                <a:ext cx="727777" cy="813170"/>
              </a:xfrm>
              <a:custGeom>
                <a:avLst/>
                <a:gdLst>
                  <a:gd name="T0" fmla="*/ 2147483647 w 95"/>
                  <a:gd name="T1" fmla="*/ 2147483647 h 105"/>
                  <a:gd name="T2" fmla="*/ 2147483647 w 95"/>
                  <a:gd name="T3" fmla="*/ 2147483647 h 105"/>
                  <a:gd name="T4" fmla="*/ 2147483647 w 95"/>
                  <a:gd name="T5" fmla="*/ 2147483647 h 105"/>
                  <a:gd name="T6" fmla="*/ 2147483647 w 95"/>
                  <a:gd name="T7" fmla="*/ 2147483647 h 105"/>
                  <a:gd name="T8" fmla="*/ 2147483647 w 95"/>
                  <a:gd name="T9" fmla="*/ 2147483647 h 105"/>
                  <a:gd name="T10" fmla="*/ 2147483647 w 95"/>
                  <a:gd name="T11" fmla="*/ 2147483647 h 105"/>
                  <a:gd name="T12" fmla="*/ 2147483647 w 95"/>
                  <a:gd name="T13" fmla="*/ 2147483647 h 105"/>
                  <a:gd name="T14" fmla="*/ 2147483647 w 95"/>
                  <a:gd name="T15" fmla="*/ 2147483647 h 105"/>
                  <a:gd name="T16" fmla="*/ 2147483647 w 95"/>
                  <a:gd name="T17" fmla="*/ 2147483647 h 105"/>
                  <a:gd name="T18" fmla="*/ 2147483647 w 95"/>
                  <a:gd name="T19" fmla="*/ 2147483647 h 105"/>
                  <a:gd name="T20" fmla="*/ 2147483647 w 95"/>
                  <a:gd name="T21" fmla="*/ 2147483647 h 105"/>
                  <a:gd name="T22" fmla="*/ 2147483647 w 95"/>
                  <a:gd name="T23" fmla="*/ 2147483647 h 105"/>
                  <a:gd name="T24" fmla="*/ 2147483647 w 95"/>
                  <a:gd name="T25" fmla="*/ 2147483647 h 105"/>
                  <a:gd name="T26" fmla="*/ 2147483647 w 95"/>
                  <a:gd name="T27" fmla="*/ 2147483647 h 105"/>
                  <a:gd name="T28" fmla="*/ 2147483647 w 95"/>
                  <a:gd name="T29" fmla="*/ 2147483647 h 105"/>
                  <a:gd name="T30" fmla="*/ 2147483647 w 95"/>
                  <a:gd name="T31" fmla="*/ 2147483647 h 105"/>
                  <a:gd name="T32" fmla="*/ 2147483647 w 95"/>
                  <a:gd name="T33" fmla="*/ 2147483647 h 105"/>
                  <a:gd name="T34" fmla="*/ 2147483647 w 95"/>
                  <a:gd name="T35" fmla="*/ 2147483647 h 105"/>
                  <a:gd name="T36" fmla="*/ 2147483647 w 95"/>
                  <a:gd name="T37" fmla="*/ 2147483647 h 105"/>
                  <a:gd name="T38" fmla="*/ 2147483647 w 95"/>
                  <a:gd name="T39" fmla="*/ 2147483647 h 105"/>
                  <a:gd name="T40" fmla="*/ 2147483647 w 95"/>
                  <a:gd name="T41" fmla="*/ 2147483647 h 105"/>
                  <a:gd name="T42" fmla="*/ 2147483647 w 95"/>
                  <a:gd name="T43" fmla="*/ 2147483647 h 105"/>
                  <a:gd name="T44" fmla="*/ 2147483647 w 95"/>
                  <a:gd name="T45" fmla="*/ 2147483647 h 105"/>
                  <a:gd name="T46" fmla="*/ 2147483647 w 95"/>
                  <a:gd name="T47" fmla="*/ 2147483647 h 105"/>
                  <a:gd name="T48" fmla="*/ 2147483647 w 95"/>
                  <a:gd name="T49" fmla="*/ 2147483647 h 105"/>
                  <a:gd name="T50" fmla="*/ 2147483647 w 95"/>
                  <a:gd name="T51" fmla="*/ 2147483647 h 105"/>
                  <a:gd name="T52" fmla="*/ 2147483647 w 95"/>
                  <a:gd name="T53" fmla="*/ 2147483647 h 105"/>
                  <a:gd name="T54" fmla="*/ 2147483647 w 95"/>
                  <a:gd name="T55" fmla="*/ 2147483647 h 105"/>
                  <a:gd name="T56" fmla="*/ 2147483647 w 95"/>
                  <a:gd name="T57" fmla="*/ 2147483647 h 105"/>
                  <a:gd name="T58" fmla="*/ 2147483647 w 95"/>
                  <a:gd name="T59" fmla="*/ 2147483647 h 105"/>
                  <a:gd name="T60" fmla="*/ 2147483647 w 95"/>
                  <a:gd name="T61" fmla="*/ 2147483647 h 105"/>
                  <a:gd name="T62" fmla="*/ 2147483647 w 95"/>
                  <a:gd name="T63" fmla="*/ 2147483647 h 105"/>
                  <a:gd name="T64" fmla="*/ 2147483647 w 95"/>
                  <a:gd name="T65" fmla="*/ 2147483647 h 105"/>
                  <a:gd name="T66" fmla="*/ 2147483647 w 95"/>
                  <a:gd name="T67" fmla="*/ 2147483647 h 105"/>
                  <a:gd name="T68" fmla="*/ 2147483647 w 95"/>
                  <a:gd name="T69" fmla="*/ 2147483647 h 105"/>
                  <a:gd name="T70" fmla="*/ 2147483647 w 95"/>
                  <a:gd name="T71" fmla="*/ 2147483647 h 105"/>
                  <a:gd name="T72" fmla="*/ 2147483647 w 95"/>
                  <a:gd name="T73" fmla="*/ 2147483647 h 105"/>
                  <a:gd name="T74" fmla="*/ 2147483647 w 95"/>
                  <a:gd name="T75" fmla="*/ 2147483647 h 105"/>
                  <a:gd name="T76" fmla="*/ 2147483647 w 95"/>
                  <a:gd name="T77" fmla="*/ 2147483647 h 105"/>
                  <a:gd name="T78" fmla="*/ 2147483647 w 95"/>
                  <a:gd name="T79" fmla="*/ 2147483647 h 105"/>
                  <a:gd name="T80" fmla="*/ 2147483647 w 95"/>
                  <a:gd name="T81" fmla="*/ 2147483647 h 105"/>
                  <a:gd name="T82" fmla="*/ 2147483647 w 95"/>
                  <a:gd name="T83" fmla="*/ 2147483647 h 105"/>
                  <a:gd name="T84" fmla="*/ 2147483647 w 95"/>
                  <a:gd name="T85" fmla="*/ 2147483647 h 105"/>
                  <a:gd name="T86" fmla="*/ 2147483647 w 95"/>
                  <a:gd name="T87" fmla="*/ 2147483647 h 105"/>
                  <a:gd name="T88" fmla="*/ 2147483647 w 95"/>
                  <a:gd name="T89" fmla="*/ 2147483647 h 105"/>
                  <a:gd name="T90" fmla="*/ 2147483647 w 95"/>
                  <a:gd name="T91" fmla="*/ 2147483647 h 105"/>
                  <a:gd name="T92" fmla="*/ 2147483647 w 95"/>
                  <a:gd name="T93" fmla="*/ 0 h 105"/>
                  <a:gd name="T94" fmla="*/ 2147483647 w 95"/>
                  <a:gd name="T95" fmla="*/ 2147483647 h 105"/>
                  <a:gd name="T96" fmla="*/ 2147483647 w 95"/>
                  <a:gd name="T97" fmla="*/ 2147483647 h 105"/>
                  <a:gd name="T98" fmla="*/ 2147483647 w 95"/>
                  <a:gd name="T99" fmla="*/ 2147483647 h 105"/>
                  <a:gd name="T100" fmla="*/ 2147483647 w 95"/>
                  <a:gd name="T101" fmla="*/ 2147483647 h 105"/>
                  <a:gd name="T102" fmla="*/ 2147483647 w 95"/>
                  <a:gd name="T103" fmla="*/ 2147483647 h 105"/>
                  <a:gd name="T104" fmla="*/ 2147483647 w 95"/>
                  <a:gd name="T105" fmla="*/ 2147483647 h 105"/>
                  <a:gd name="T106" fmla="*/ 2147483647 w 95"/>
                  <a:gd name="T107" fmla="*/ 2147483647 h 105"/>
                  <a:gd name="T108" fmla="*/ 0 w 95"/>
                  <a:gd name="T109" fmla="*/ 2147483647 h 105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95" h="105">
                    <a:moveTo>
                      <a:pt x="0" y="34"/>
                    </a:moveTo>
                    <a:lnTo>
                      <a:pt x="0" y="36"/>
                    </a:lnTo>
                    <a:lnTo>
                      <a:pt x="0" y="38"/>
                    </a:lnTo>
                    <a:lnTo>
                      <a:pt x="1" y="40"/>
                    </a:lnTo>
                    <a:lnTo>
                      <a:pt x="2" y="42"/>
                    </a:lnTo>
                    <a:lnTo>
                      <a:pt x="3" y="44"/>
                    </a:lnTo>
                    <a:lnTo>
                      <a:pt x="4" y="44"/>
                    </a:lnTo>
                    <a:lnTo>
                      <a:pt x="5" y="45"/>
                    </a:lnTo>
                    <a:lnTo>
                      <a:pt x="6" y="46"/>
                    </a:lnTo>
                    <a:lnTo>
                      <a:pt x="7" y="48"/>
                    </a:lnTo>
                    <a:lnTo>
                      <a:pt x="8" y="49"/>
                    </a:lnTo>
                    <a:lnTo>
                      <a:pt x="8" y="51"/>
                    </a:lnTo>
                    <a:lnTo>
                      <a:pt x="9" y="52"/>
                    </a:lnTo>
                    <a:lnTo>
                      <a:pt x="9" y="53"/>
                    </a:lnTo>
                    <a:lnTo>
                      <a:pt x="10" y="55"/>
                    </a:lnTo>
                    <a:lnTo>
                      <a:pt x="11" y="56"/>
                    </a:lnTo>
                    <a:lnTo>
                      <a:pt x="12" y="56"/>
                    </a:lnTo>
                    <a:lnTo>
                      <a:pt x="13" y="56"/>
                    </a:lnTo>
                    <a:lnTo>
                      <a:pt x="14" y="55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7" y="55"/>
                    </a:lnTo>
                    <a:lnTo>
                      <a:pt x="18" y="56"/>
                    </a:lnTo>
                    <a:lnTo>
                      <a:pt x="19" y="58"/>
                    </a:lnTo>
                    <a:lnTo>
                      <a:pt x="20" y="58"/>
                    </a:lnTo>
                    <a:lnTo>
                      <a:pt x="22" y="62"/>
                    </a:lnTo>
                    <a:lnTo>
                      <a:pt x="22" y="63"/>
                    </a:lnTo>
                    <a:lnTo>
                      <a:pt x="22" y="65"/>
                    </a:lnTo>
                    <a:lnTo>
                      <a:pt x="22" y="66"/>
                    </a:lnTo>
                    <a:lnTo>
                      <a:pt x="23" y="69"/>
                    </a:lnTo>
                    <a:lnTo>
                      <a:pt x="23" y="70"/>
                    </a:lnTo>
                    <a:lnTo>
                      <a:pt x="25" y="72"/>
                    </a:lnTo>
                    <a:lnTo>
                      <a:pt x="25" y="75"/>
                    </a:lnTo>
                    <a:lnTo>
                      <a:pt x="25" y="76"/>
                    </a:lnTo>
                    <a:lnTo>
                      <a:pt x="26" y="77"/>
                    </a:lnTo>
                    <a:lnTo>
                      <a:pt x="27" y="78"/>
                    </a:lnTo>
                    <a:lnTo>
                      <a:pt x="27" y="80"/>
                    </a:lnTo>
                    <a:lnTo>
                      <a:pt x="28" y="81"/>
                    </a:lnTo>
                    <a:lnTo>
                      <a:pt x="29" y="82"/>
                    </a:lnTo>
                    <a:lnTo>
                      <a:pt x="28" y="82"/>
                    </a:lnTo>
                    <a:lnTo>
                      <a:pt x="29" y="82"/>
                    </a:lnTo>
                    <a:lnTo>
                      <a:pt x="30" y="82"/>
                    </a:lnTo>
                    <a:lnTo>
                      <a:pt x="32" y="83"/>
                    </a:lnTo>
                    <a:lnTo>
                      <a:pt x="32" y="84"/>
                    </a:lnTo>
                    <a:lnTo>
                      <a:pt x="32" y="85"/>
                    </a:lnTo>
                    <a:lnTo>
                      <a:pt x="32" y="88"/>
                    </a:lnTo>
                    <a:lnTo>
                      <a:pt x="39" y="89"/>
                    </a:lnTo>
                    <a:lnTo>
                      <a:pt x="39" y="90"/>
                    </a:lnTo>
                    <a:lnTo>
                      <a:pt x="41" y="94"/>
                    </a:lnTo>
                    <a:lnTo>
                      <a:pt x="40" y="95"/>
                    </a:lnTo>
                    <a:lnTo>
                      <a:pt x="39" y="96"/>
                    </a:lnTo>
                    <a:lnTo>
                      <a:pt x="40" y="97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6" y="95"/>
                    </a:lnTo>
                    <a:lnTo>
                      <a:pt x="47" y="95"/>
                    </a:lnTo>
                    <a:lnTo>
                      <a:pt x="48" y="96"/>
                    </a:lnTo>
                    <a:lnTo>
                      <a:pt x="49" y="99"/>
                    </a:lnTo>
                    <a:lnTo>
                      <a:pt x="49" y="100"/>
                    </a:lnTo>
                    <a:lnTo>
                      <a:pt x="50" y="100"/>
                    </a:lnTo>
                    <a:lnTo>
                      <a:pt x="52" y="101"/>
                    </a:lnTo>
                    <a:lnTo>
                      <a:pt x="53" y="100"/>
                    </a:lnTo>
                    <a:lnTo>
                      <a:pt x="54" y="100"/>
                    </a:lnTo>
                    <a:lnTo>
                      <a:pt x="55" y="105"/>
                    </a:lnTo>
                    <a:lnTo>
                      <a:pt x="58" y="101"/>
                    </a:lnTo>
                    <a:lnTo>
                      <a:pt x="57" y="99"/>
                    </a:lnTo>
                    <a:lnTo>
                      <a:pt x="57" y="97"/>
                    </a:lnTo>
                    <a:lnTo>
                      <a:pt x="58" y="85"/>
                    </a:lnTo>
                    <a:lnTo>
                      <a:pt x="59" y="84"/>
                    </a:lnTo>
                    <a:lnTo>
                      <a:pt x="59" y="83"/>
                    </a:lnTo>
                    <a:lnTo>
                      <a:pt x="59" y="80"/>
                    </a:lnTo>
                    <a:lnTo>
                      <a:pt x="60" y="77"/>
                    </a:lnTo>
                    <a:lnTo>
                      <a:pt x="62" y="76"/>
                    </a:lnTo>
                    <a:lnTo>
                      <a:pt x="62" y="75"/>
                    </a:lnTo>
                    <a:lnTo>
                      <a:pt x="63" y="74"/>
                    </a:lnTo>
                    <a:lnTo>
                      <a:pt x="65" y="74"/>
                    </a:lnTo>
                    <a:lnTo>
                      <a:pt x="65" y="72"/>
                    </a:lnTo>
                    <a:lnTo>
                      <a:pt x="65" y="71"/>
                    </a:lnTo>
                    <a:lnTo>
                      <a:pt x="65" y="69"/>
                    </a:lnTo>
                    <a:lnTo>
                      <a:pt x="66" y="66"/>
                    </a:lnTo>
                    <a:lnTo>
                      <a:pt x="66" y="65"/>
                    </a:lnTo>
                    <a:lnTo>
                      <a:pt x="69" y="64"/>
                    </a:lnTo>
                    <a:lnTo>
                      <a:pt x="71" y="62"/>
                    </a:lnTo>
                    <a:lnTo>
                      <a:pt x="71" y="61"/>
                    </a:lnTo>
                    <a:lnTo>
                      <a:pt x="73" y="59"/>
                    </a:lnTo>
                    <a:lnTo>
                      <a:pt x="74" y="59"/>
                    </a:lnTo>
                    <a:lnTo>
                      <a:pt x="74" y="57"/>
                    </a:lnTo>
                    <a:lnTo>
                      <a:pt x="77" y="56"/>
                    </a:lnTo>
                    <a:lnTo>
                      <a:pt x="79" y="57"/>
                    </a:lnTo>
                    <a:lnTo>
                      <a:pt x="81" y="57"/>
                    </a:lnTo>
                    <a:lnTo>
                      <a:pt x="83" y="57"/>
                    </a:lnTo>
                    <a:lnTo>
                      <a:pt x="86" y="58"/>
                    </a:lnTo>
                    <a:lnTo>
                      <a:pt x="88" y="58"/>
                    </a:lnTo>
                    <a:lnTo>
                      <a:pt x="89" y="58"/>
                    </a:lnTo>
                    <a:lnTo>
                      <a:pt x="90" y="57"/>
                    </a:lnTo>
                    <a:lnTo>
                      <a:pt x="92" y="57"/>
                    </a:lnTo>
                    <a:lnTo>
                      <a:pt x="93" y="57"/>
                    </a:lnTo>
                    <a:lnTo>
                      <a:pt x="94" y="57"/>
                    </a:lnTo>
                    <a:lnTo>
                      <a:pt x="95" y="57"/>
                    </a:lnTo>
                    <a:lnTo>
                      <a:pt x="95" y="54"/>
                    </a:lnTo>
                    <a:lnTo>
                      <a:pt x="95" y="50"/>
                    </a:lnTo>
                    <a:lnTo>
                      <a:pt x="94" y="47"/>
                    </a:lnTo>
                    <a:lnTo>
                      <a:pt x="92" y="45"/>
                    </a:lnTo>
                    <a:lnTo>
                      <a:pt x="91" y="42"/>
                    </a:lnTo>
                    <a:lnTo>
                      <a:pt x="90" y="41"/>
                    </a:lnTo>
                    <a:lnTo>
                      <a:pt x="89" y="43"/>
                    </a:lnTo>
                    <a:lnTo>
                      <a:pt x="89" y="44"/>
                    </a:lnTo>
                    <a:lnTo>
                      <a:pt x="89" y="45"/>
                    </a:lnTo>
                    <a:lnTo>
                      <a:pt x="88" y="48"/>
                    </a:lnTo>
                    <a:lnTo>
                      <a:pt x="87" y="49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7"/>
                    </a:lnTo>
                    <a:lnTo>
                      <a:pt x="82" y="48"/>
                    </a:lnTo>
                    <a:lnTo>
                      <a:pt x="80" y="48"/>
                    </a:lnTo>
                    <a:lnTo>
                      <a:pt x="79" y="48"/>
                    </a:lnTo>
                    <a:lnTo>
                      <a:pt x="79" y="47"/>
                    </a:lnTo>
                    <a:lnTo>
                      <a:pt x="78" y="46"/>
                    </a:lnTo>
                    <a:lnTo>
                      <a:pt x="77" y="43"/>
                    </a:lnTo>
                    <a:lnTo>
                      <a:pt x="76" y="43"/>
                    </a:lnTo>
                    <a:lnTo>
                      <a:pt x="76" y="41"/>
                    </a:lnTo>
                    <a:lnTo>
                      <a:pt x="75" y="41"/>
                    </a:lnTo>
                    <a:lnTo>
                      <a:pt x="74" y="39"/>
                    </a:lnTo>
                    <a:lnTo>
                      <a:pt x="73" y="39"/>
                    </a:lnTo>
                    <a:lnTo>
                      <a:pt x="73" y="38"/>
                    </a:lnTo>
                    <a:lnTo>
                      <a:pt x="73" y="37"/>
                    </a:lnTo>
                    <a:lnTo>
                      <a:pt x="73" y="36"/>
                    </a:lnTo>
                    <a:lnTo>
                      <a:pt x="74" y="36"/>
                    </a:lnTo>
                    <a:lnTo>
                      <a:pt x="75" y="36"/>
                    </a:lnTo>
                    <a:lnTo>
                      <a:pt x="75" y="35"/>
                    </a:lnTo>
                    <a:lnTo>
                      <a:pt x="74" y="33"/>
                    </a:lnTo>
                    <a:lnTo>
                      <a:pt x="74" y="32"/>
                    </a:lnTo>
                    <a:lnTo>
                      <a:pt x="74" y="31"/>
                    </a:lnTo>
                    <a:lnTo>
                      <a:pt x="75" y="28"/>
                    </a:lnTo>
                    <a:lnTo>
                      <a:pt x="76" y="27"/>
                    </a:lnTo>
                    <a:lnTo>
                      <a:pt x="77" y="25"/>
                    </a:lnTo>
                    <a:lnTo>
                      <a:pt x="76" y="24"/>
                    </a:lnTo>
                    <a:lnTo>
                      <a:pt x="76" y="22"/>
                    </a:lnTo>
                    <a:lnTo>
                      <a:pt x="76" y="19"/>
                    </a:lnTo>
                    <a:lnTo>
                      <a:pt x="78" y="15"/>
                    </a:lnTo>
                    <a:lnTo>
                      <a:pt x="78" y="14"/>
                    </a:lnTo>
                    <a:lnTo>
                      <a:pt x="75" y="9"/>
                    </a:lnTo>
                    <a:lnTo>
                      <a:pt x="74" y="7"/>
                    </a:lnTo>
                    <a:lnTo>
                      <a:pt x="72" y="6"/>
                    </a:lnTo>
                    <a:lnTo>
                      <a:pt x="66" y="5"/>
                    </a:lnTo>
                    <a:lnTo>
                      <a:pt x="65" y="4"/>
                    </a:lnTo>
                    <a:lnTo>
                      <a:pt x="61" y="4"/>
                    </a:lnTo>
                    <a:lnTo>
                      <a:pt x="58" y="6"/>
                    </a:lnTo>
                    <a:lnTo>
                      <a:pt x="57" y="9"/>
                    </a:lnTo>
                    <a:lnTo>
                      <a:pt x="54" y="12"/>
                    </a:lnTo>
                    <a:lnTo>
                      <a:pt x="52" y="12"/>
                    </a:lnTo>
                    <a:lnTo>
                      <a:pt x="51" y="10"/>
                    </a:lnTo>
                    <a:lnTo>
                      <a:pt x="47" y="9"/>
                    </a:lnTo>
                    <a:lnTo>
                      <a:pt x="46" y="9"/>
                    </a:lnTo>
                    <a:lnTo>
                      <a:pt x="44" y="10"/>
                    </a:lnTo>
                    <a:lnTo>
                      <a:pt x="42" y="9"/>
                    </a:lnTo>
                    <a:lnTo>
                      <a:pt x="40" y="9"/>
                    </a:lnTo>
                    <a:lnTo>
                      <a:pt x="39" y="10"/>
                    </a:lnTo>
                    <a:lnTo>
                      <a:pt x="38" y="10"/>
                    </a:lnTo>
                    <a:lnTo>
                      <a:pt x="36" y="9"/>
                    </a:lnTo>
                    <a:lnTo>
                      <a:pt x="35" y="9"/>
                    </a:lnTo>
                    <a:lnTo>
                      <a:pt x="32" y="5"/>
                    </a:lnTo>
                    <a:lnTo>
                      <a:pt x="31" y="5"/>
                    </a:lnTo>
                    <a:lnTo>
                      <a:pt x="30" y="5"/>
                    </a:lnTo>
                    <a:lnTo>
                      <a:pt x="27" y="3"/>
                    </a:lnTo>
                    <a:lnTo>
                      <a:pt x="25" y="1"/>
                    </a:lnTo>
                    <a:lnTo>
                      <a:pt x="24" y="0"/>
                    </a:lnTo>
                    <a:lnTo>
                      <a:pt x="23" y="1"/>
                    </a:lnTo>
                    <a:lnTo>
                      <a:pt x="22" y="2"/>
                    </a:lnTo>
                    <a:lnTo>
                      <a:pt x="21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9" y="8"/>
                    </a:lnTo>
                    <a:lnTo>
                      <a:pt x="19" y="9"/>
                    </a:lnTo>
                    <a:lnTo>
                      <a:pt x="18" y="10"/>
                    </a:lnTo>
                    <a:lnTo>
                      <a:pt x="16" y="10"/>
                    </a:lnTo>
                    <a:lnTo>
                      <a:pt x="15" y="10"/>
                    </a:lnTo>
                    <a:lnTo>
                      <a:pt x="14" y="10"/>
                    </a:lnTo>
                    <a:lnTo>
                      <a:pt x="14" y="11"/>
                    </a:lnTo>
                    <a:lnTo>
                      <a:pt x="15" y="14"/>
                    </a:lnTo>
                    <a:lnTo>
                      <a:pt x="15" y="15"/>
                    </a:lnTo>
                    <a:lnTo>
                      <a:pt x="14" y="16"/>
                    </a:lnTo>
                    <a:lnTo>
                      <a:pt x="13" y="17"/>
                    </a:lnTo>
                    <a:lnTo>
                      <a:pt x="12" y="18"/>
                    </a:lnTo>
                    <a:lnTo>
                      <a:pt x="12" y="24"/>
                    </a:lnTo>
                    <a:lnTo>
                      <a:pt x="10" y="25"/>
                    </a:lnTo>
                    <a:lnTo>
                      <a:pt x="7" y="26"/>
                    </a:lnTo>
                    <a:lnTo>
                      <a:pt x="6" y="26"/>
                    </a:lnTo>
                    <a:lnTo>
                      <a:pt x="6" y="25"/>
                    </a:lnTo>
                    <a:lnTo>
                      <a:pt x="4" y="25"/>
                    </a:lnTo>
                    <a:lnTo>
                      <a:pt x="1" y="25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1" y="30"/>
                    </a:lnTo>
                    <a:lnTo>
                      <a:pt x="0" y="31"/>
                    </a:lnTo>
                    <a:lnTo>
                      <a:pt x="0" y="32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89" name="Freeform 26"/>
              <p:cNvSpPr>
                <a:spLocks/>
              </p:cNvSpPr>
              <p:nvPr/>
            </p:nvSpPr>
            <p:spPr bwMode="auto">
              <a:xfrm>
                <a:off x="2166730" y="2769613"/>
                <a:ext cx="597543" cy="828658"/>
              </a:xfrm>
              <a:custGeom>
                <a:avLst/>
                <a:gdLst>
                  <a:gd name="T0" fmla="*/ 0 w 78"/>
                  <a:gd name="T1" fmla="*/ 2147483647 h 107"/>
                  <a:gd name="T2" fmla="*/ 0 w 78"/>
                  <a:gd name="T3" fmla="*/ 2147483647 h 107"/>
                  <a:gd name="T4" fmla="*/ 2147483647 w 78"/>
                  <a:gd name="T5" fmla="*/ 2147483647 h 107"/>
                  <a:gd name="T6" fmla="*/ 2147483647 w 78"/>
                  <a:gd name="T7" fmla="*/ 2147483647 h 107"/>
                  <a:gd name="T8" fmla="*/ 2147483647 w 78"/>
                  <a:gd name="T9" fmla="*/ 2147483647 h 107"/>
                  <a:gd name="T10" fmla="*/ 2147483647 w 78"/>
                  <a:gd name="T11" fmla="*/ 2147483647 h 107"/>
                  <a:gd name="T12" fmla="*/ 2147483647 w 78"/>
                  <a:gd name="T13" fmla="*/ 2147483647 h 107"/>
                  <a:gd name="T14" fmla="*/ 2147483647 w 78"/>
                  <a:gd name="T15" fmla="*/ 2147483647 h 107"/>
                  <a:gd name="T16" fmla="*/ 2147483647 w 78"/>
                  <a:gd name="T17" fmla="*/ 2147483647 h 107"/>
                  <a:gd name="T18" fmla="*/ 2147483647 w 78"/>
                  <a:gd name="T19" fmla="*/ 2147483647 h 107"/>
                  <a:gd name="T20" fmla="*/ 2147483647 w 78"/>
                  <a:gd name="T21" fmla="*/ 2147483647 h 107"/>
                  <a:gd name="T22" fmla="*/ 2147483647 w 78"/>
                  <a:gd name="T23" fmla="*/ 2147483647 h 107"/>
                  <a:gd name="T24" fmla="*/ 2147483647 w 78"/>
                  <a:gd name="T25" fmla="*/ 2147483647 h 107"/>
                  <a:gd name="T26" fmla="*/ 2147483647 w 78"/>
                  <a:gd name="T27" fmla="*/ 2147483647 h 107"/>
                  <a:gd name="T28" fmla="*/ 2147483647 w 78"/>
                  <a:gd name="T29" fmla="*/ 2147483647 h 107"/>
                  <a:gd name="T30" fmla="*/ 2147483647 w 78"/>
                  <a:gd name="T31" fmla="*/ 2147483647 h 107"/>
                  <a:gd name="T32" fmla="*/ 2147483647 w 78"/>
                  <a:gd name="T33" fmla="*/ 2147483647 h 107"/>
                  <a:gd name="T34" fmla="*/ 2147483647 w 78"/>
                  <a:gd name="T35" fmla="*/ 2147483647 h 107"/>
                  <a:gd name="T36" fmla="*/ 2147483647 w 78"/>
                  <a:gd name="T37" fmla="*/ 2147483647 h 107"/>
                  <a:gd name="T38" fmla="*/ 2147483647 w 78"/>
                  <a:gd name="T39" fmla="*/ 2147483647 h 107"/>
                  <a:gd name="T40" fmla="*/ 2147483647 w 78"/>
                  <a:gd name="T41" fmla="*/ 2147483647 h 107"/>
                  <a:gd name="T42" fmla="*/ 2147483647 w 78"/>
                  <a:gd name="T43" fmla="*/ 2147483647 h 107"/>
                  <a:gd name="T44" fmla="*/ 2147483647 w 78"/>
                  <a:gd name="T45" fmla="*/ 2147483647 h 107"/>
                  <a:gd name="T46" fmla="*/ 2147483647 w 78"/>
                  <a:gd name="T47" fmla="*/ 2147483647 h 107"/>
                  <a:gd name="T48" fmla="*/ 2147483647 w 78"/>
                  <a:gd name="T49" fmla="*/ 2147483647 h 107"/>
                  <a:gd name="T50" fmla="*/ 2147483647 w 78"/>
                  <a:gd name="T51" fmla="*/ 2147483647 h 107"/>
                  <a:gd name="T52" fmla="*/ 2147483647 w 78"/>
                  <a:gd name="T53" fmla="*/ 2147483647 h 107"/>
                  <a:gd name="T54" fmla="*/ 2147483647 w 78"/>
                  <a:gd name="T55" fmla="*/ 2147483647 h 107"/>
                  <a:gd name="T56" fmla="*/ 2147483647 w 78"/>
                  <a:gd name="T57" fmla="*/ 2147483647 h 107"/>
                  <a:gd name="T58" fmla="*/ 2147483647 w 78"/>
                  <a:gd name="T59" fmla="*/ 2147483647 h 107"/>
                  <a:gd name="T60" fmla="*/ 2147483647 w 78"/>
                  <a:gd name="T61" fmla="*/ 2147483647 h 107"/>
                  <a:gd name="T62" fmla="*/ 2147483647 w 78"/>
                  <a:gd name="T63" fmla="*/ 2147483647 h 107"/>
                  <a:gd name="T64" fmla="*/ 2147483647 w 78"/>
                  <a:gd name="T65" fmla="*/ 2147483647 h 107"/>
                  <a:gd name="T66" fmla="*/ 2147483647 w 78"/>
                  <a:gd name="T67" fmla="*/ 2147483647 h 107"/>
                  <a:gd name="T68" fmla="*/ 2147483647 w 78"/>
                  <a:gd name="T69" fmla="*/ 2147483647 h 107"/>
                  <a:gd name="T70" fmla="*/ 2147483647 w 78"/>
                  <a:gd name="T71" fmla="*/ 2147483647 h 107"/>
                  <a:gd name="T72" fmla="*/ 2147483647 w 78"/>
                  <a:gd name="T73" fmla="*/ 2147483647 h 107"/>
                  <a:gd name="T74" fmla="*/ 2147483647 w 78"/>
                  <a:gd name="T75" fmla="*/ 2147483647 h 107"/>
                  <a:gd name="T76" fmla="*/ 2147483647 w 78"/>
                  <a:gd name="T77" fmla="*/ 2147483647 h 107"/>
                  <a:gd name="T78" fmla="*/ 2147483647 w 78"/>
                  <a:gd name="T79" fmla="*/ 2147483647 h 107"/>
                  <a:gd name="T80" fmla="*/ 2147483647 w 78"/>
                  <a:gd name="T81" fmla="*/ 2147483647 h 107"/>
                  <a:gd name="T82" fmla="*/ 2147483647 w 78"/>
                  <a:gd name="T83" fmla="*/ 2147483647 h 107"/>
                  <a:gd name="T84" fmla="*/ 2147483647 w 78"/>
                  <a:gd name="T85" fmla="*/ 2147483647 h 107"/>
                  <a:gd name="T86" fmla="*/ 2147483647 w 78"/>
                  <a:gd name="T87" fmla="*/ 2147483647 h 107"/>
                  <a:gd name="T88" fmla="*/ 2147483647 w 78"/>
                  <a:gd name="T89" fmla="*/ 2147483647 h 107"/>
                  <a:gd name="T90" fmla="*/ 2147483647 w 78"/>
                  <a:gd name="T91" fmla="*/ 2147483647 h 107"/>
                  <a:gd name="T92" fmla="*/ 2147483647 w 78"/>
                  <a:gd name="T93" fmla="*/ 2147483647 h 107"/>
                  <a:gd name="T94" fmla="*/ 2147483647 w 78"/>
                  <a:gd name="T95" fmla="*/ 2147483647 h 107"/>
                  <a:gd name="T96" fmla="*/ 2147483647 w 78"/>
                  <a:gd name="T97" fmla="*/ 2147483647 h 107"/>
                  <a:gd name="T98" fmla="*/ 2147483647 w 78"/>
                  <a:gd name="T99" fmla="*/ 2147483647 h 107"/>
                  <a:gd name="T100" fmla="*/ 2147483647 w 78"/>
                  <a:gd name="T101" fmla="*/ 2147483647 h 107"/>
                  <a:gd name="T102" fmla="*/ 2147483647 w 78"/>
                  <a:gd name="T103" fmla="*/ 2147483647 h 107"/>
                  <a:gd name="T104" fmla="*/ 2147483647 w 78"/>
                  <a:gd name="T105" fmla="*/ 2147483647 h 107"/>
                  <a:gd name="T106" fmla="*/ 2147483647 w 78"/>
                  <a:gd name="T107" fmla="*/ 2147483647 h 107"/>
                  <a:gd name="T108" fmla="*/ 2147483647 w 78"/>
                  <a:gd name="T109" fmla="*/ 0 h 107"/>
                  <a:gd name="T110" fmla="*/ 2147483647 w 78"/>
                  <a:gd name="T111" fmla="*/ 2147483647 h 107"/>
                  <a:gd name="T112" fmla="*/ 2147483647 w 78"/>
                  <a:gd name="T113" fmla="*/ 2147483647 h 107"/>
                  <a:gd name="T114" fmla="*/ 2147483647 w 78"/>
                  <a:gd name="T115" fmla="*/ 2147483647 h 107"/>
                  <a:gd name="T116" fmla="*/ 0 w 78"/>
                  <a:gd name="T117" fmla="*/ 2147483647 h 107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78" h="107">
                    <a:moveTo>
                      <a:pt x="0" y="24"/>
                    </a:moveTo>
                    <a:lnTo>
                      <a:pt x="0" y="25"/>
                    </a:lnTo>
                    <a:lnTo>
                      <a:pt x="1" y="26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1" y="30"/>
                    </a:lnTo>
                    <a:lnTo>
                      <a:pt x="0" y="31"/>
                    </a:lnTo>
                    <a:lnTo>
                      <a:pt x="1" y="31"/>
                    </a:lnTo>
                    <a:lnTo>
                      <a:pt x="2" y="31"/>
                    </a:lnTo>
                    <a:lnTo>
                      <a:pt x="3" y="31"/>
                    </a:lnTo>
                    <a:lnTo>
                      <a:pt x="4" y="32"/>
                    </a:lnTo>
                    <a:lnTo>
                      <a:pt x="5" y="32"/>
                    </a:lnTo>
                    <a:lnTo>
                      <a:pt x="5" y="33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7" y="35"/>
                    </a:lnTo>
                    <a:lnTo>
                      <a:pt x="7" y="36"/>
                    </a:lnTo>
                    <a:lnTo>
                      <a:pt x="8" y="36"/>
                    </a:lnTo>
                    <a:lnTo>
                      <a:pt x="8" y="35"/>
                    </a:lnTo>
                    <a:lnTo>
                      <a:pt x="9" y="35"/>
                    </a:lnTo>
                    <a:lnTo>
                      <a:pt x="10" y="35"/>
                    </a:lnTo>
                    <a:lnTo>
                      <a:pt x="10" y="36"/>
                    </a:lnTo>
                    <a:lnTo>
                      <a:pt x="10" y="35"/>
                    </a:lnTo>
                    <a:lnTo>
                      <a:pt x="11" y="35"/>
                    </a:lnTo>
                    <a:lnTo>
                      <a:pt x="10" y="34"/>
                    </a:lnTo>
                    <a:lnTo>
                      <a:pt x="11" y="34"/>
                    </a:lnTo>
                    <a:lnTo>
                      <a:pt x="12" y="34"/>
                    </a:lnTo>
                    <a:lnTo>
                      <a:pt x="12" y="35"/>
                    </a:lnTo>
                    <a:lnTo>
                      <a:pt x="13" y="35"/>
                    </a:lnTo>
                    <a:lnTo>
                      <a:pt x="13" y="36"/>
                    </a:lnTo>
                    <a:lnTo>
                      <a:pt x="12" y="37"/>
                    </a:lnTo>
                    <a:lnTo>
                      <a:pt x="12" y="38"/>
                    </a:lnTo>
                    <a:lnTo>
                      <a:pt x="13" y="38"/>
                    </a:lnTo>
                    <a:lnTo>
                      <a:pt x="15" y="39"/>
                    </a:lnTo>
                    <a:lnTo>
                      <a:pt x="17" y="40"/>
                    </a:lnTo>
                    <a:lnTo>
                      <a:pt x="18" y="40"/>
                    </a:lnTo>
                    <a:lnTo>
                      <a:pt x="19" y="41"/>
                    </a:lnTo>
                    <a:lnTo>
                      <a:pt x="20" y="43"/>
                    </a:lnTo>
                    <a:lnTo>
                      <a:pt x="22" y="43"/>
                    </a:lnTo>
                    <a:lnTo>
                      <a:pt x="23" y="43"/>
                    </a:lnTo>
                    <a:lnTo>
                      <a:pt x="24" y="43"/>
                    </a:lnTo>
                    <a:lnTo>
                      <a:pt x="25" y="45"/>
                    </a:lnTo>
                    <a:lnTo>
                      <a:pt x="26" y="45"/>
                    </a:lnTo>
                    <a:lnTo>
                      <a:pt x="27" y="45"/>
                    </a:lnTo>
                    <a:lnTo>
                      <a:pt x="27" y="46"/>
                    </a:lnTo>
                    <a:lnTo>
                      <a:pt x="27" y="47"/>
                    </a:lnTo>
                    <a:lnTo>
                      <a:pt x="27" y="48"/>
                    </a:lnTo>
                    <a:lnTo>
                      <a:pt x="28" y="48"/>
                    </a:lnTo>
                    <a:lnTo>
                      <a:pt x="28" y="49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8" y="51"/>
                    </a:lnTo>
                    <a:lnTo>
                      <a:pt x="27" y="51"/>
                    </a:lnTo>
                    <a:lnTo>
                      <a:pt x="27" y="52"/>
                    </a:lnTo>
                    <a:lnTo>
                      <a:pt x="26" y="52"/>
                    </a:lnTo>
                    <a:lnTo>
                      <a:pt x="27" y="53"/>
                    </a:lnTo>
                    <a:lnTo>
                      <a:pt x="27" y="54"/>
                    </a:lnTo>
                    <a:lnTo>
                      <a:pt x="27" y="55"/>
                    </a:lnTo>
                    <a:lnTo>
                      <a:pt x="28" y="56"/>
                    </a:lnTo>
                    <a:lnTo>
                      <a:pt x="29" y="56"/>
                    </a:lnTo>
                    <a:lnTo>
                      <a:pt x="31" y="58"/>
                    </a:lnTo>
                    <a:lnTo>
                      <a:pt x="32" y="59"/>
                    </a:lnTo>
                    <a:lnTo>
                      <a:pt x="37" y="63"/>
                    </a:lnTo>
                    <a:lnTo>
                      <a:pt x="39" y="65"/>
                    </a:lnTo>
                    <a:lnTo>
                      <a:pt x="40" y="66"/>
                    </a:lnTo>
                    <a:lnTo>
                      <a:pt x="41" y="66"/>
                    </a:lnTo>
                    <a:lnTo>
                      <a:pt x="42" y="67"/>
                    </a:lnTo>
                    <a:lnTo>
                      <a:pt x="44" y="69"/>
                    </a:lnTo>
                    <a:lnTo>
                      <a:pt x="47" y="73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50" y="77"/>
                    </a:lnTo>
                    <a:lnTo>
                      <a:pt x="51" y="78"/>
                    </a:lnTo>
                    <a:lnTo>
                      <a:pt x="51" y="79"/>
                    </a:lnTo>
                    <a:lnTo>
                      <a:pt x="52" y="80"/>
                    </a:lnTo>
                    <a:lnTo>
                      <a:pt x="53" y="81"/>
                    </a:lnTo>
                    <a:lnTo>
                      <a:pt x="54" y="82"/>
                    </a:lnTo>
                    <a:lnTo>
                      <a:pt x="54" y="83"/>
                    </a:lnTo>
                    <a:lnTo>
                      <a:pt x="55" y="83"/>
                    </a:lnTo>
                    <a:lnTo>
                      <a:pt x="55" y="84"/>
                    </a:lnTo>
                    <a:lnTo>
                      <a:pt x="56" y="85"/>
                    </a:lnTo>
                    <a:lnTo>
                      <a:pt x="57" y="86"/>
                    </a:lnTo>
                    <a:lnTo>
                      <a:pt x="57" y="87"/>
                    </a:lnTo>
                    <a:lnTo>
                      <a:pt x="57" y="88"/>
                    </a:lnTo>
                    <a:lnTo>
                      <a:pt x="58" y="89"/>
                    </a:lnTo>
                    <a:lnTo>
                      <a:pt x="58" y="90"/>
                    </a:lnTo>
                    <a:lnTo>
                      <a:pt x="59" y="90"/>
                    </a:lnTo>
                    <a:lnTo>
                      <a:pt x="60" y="91"/>
                    </a:lnTo>
                    <a:lnTo>
                      <a:pt x="61" y="92"/>
                    </a:lnTo>
                    <a:lnTo>
                      <a:pt x="61" y="93"/>
                    </a:lnTo>
                    <a:lnTo>
                      <a:pt x="62" y="93"/>
                    </a:lnTo>
                    <a:lnTo>
                      <a:pt x="62" y="94"/>
                    </a:lnTo>
                    <a:lnTo>
                      <a:pt x="63" y="94"/>
                    </a:lnTo>
                    <a:lnTo>
                      <a:pt x="64" y="95"/>
                    </a:lnTo>
                    <a:lnTo>
                      <a:pt x="65" y="96"/>
                    </a:lnTo>
                    <a:lnTo>
                      <a:pt x="65" y="97"/>
                    </a:lnTo>
                    <a:lnTo>
                      <a:pt x="66" y="98"/>
                    </a:lnTo>
                    <a:lnTo>
                      <a:pt x="66" y="99"/>
                    </a:lnTo>
                    <a:lnTo>
                      <a:pt x="66" y="98"/>
                    </a:lnTo>
                    <a:lnTo>
                      <a:pt x="66" y="99"/>
                    </a:lnTo>
                    <a:lnTo>
                      <a:pt x="68" y="100"/>
                    </a:lnTo>
                    <a:lnTo>
                      <a:pt x="69" y="101"/>
                    </a:lnTo>
                    <a:lnTo>
                      <a:pt x="70" y="102"/>
                    </a:lnTo>
                    <a:lnTo>
                      <a:pt x="71" y="104"/>
                    </a:lnTo>
                    <a:lnTo>
                      <a:pt x="71" y="105"/>
                    </a:lnTo>
                    <a:lnTo>
                      <a:pt x="72" y="105"/>
                    </a:lnTo>
                    <a:lnTo>
                      <a:pt x="73" y="106"/>
                    </a:lnTo>
                    <a:lnTo>
                      <a:pt x="74" y="106"/>
                    </a:lnTo>
                    <a:lnTo>
                      <a:pt x="74" y="107"/>
                    </a:lnTo>
                    <a:lnTo>
                      <a:pt x="76" y="107"/>
                    </a:lnTo>
                    <a:lnTo>
                      <a:pt x="76" y="106"/>
                    </a:lnTo>
                    <a:lnTo>
                      <a:pt x="76" y="105"/>
                    </a:lnTo>
                    <a:lnTo>
                      <a:pt x="75" y="104"/>
                    </a:lnTo>
                    <a:lnTo>
                      <a:pt x="76" y="99"/>
                    </a:lnTo>
                    <a:lnTo>
                      <a:pt x="75" y="99"/>
                    </a:lnTo>
                    <a:lnTo>
                      <a:pt x="75" y="98"/>
                    </a:lnTo>
                    <a:lnTo>
                      <a:pt x="75" y="97"/>
                    </a:lnTo>
                    <a:lnTo>
                      <a:pt x="76" y="97"/>
                    </a:lnTo>
                    <a:lnTo>
                      <a:pt x="77" y="96"/>
                    </a:lnTo>
                    <a:lnTo>
                      <a:pt x="78" y="97"/>
                    </a:lnTo>
                    <a:lnTo>
                      <a:pt x="78" y="94"/>
                    </a:lnTo>
                    <a:lnTo>
                      <a:pt x="78" y="93"/>
                    </a:lnTo>
                    <a:lnTo>
                      <a:pt x="78" y="92"/>
                    </a:lnTo>
                    <a:lnTo>
                      <a:pt x="76" y="91"/>
                    </a:lnTo>
                    <a:lnTo>
                      <a:pt x="75" y="91"/>
                    </a:lnTo>
                    <a:lnTo>
                      <a:pt x="74" y="91"/>
                    </a:lnTo>
                    <a:lnTo>
                      <a:pt x="75" y="91"/>
                    </a:lnTo>
                    <a:lnTo>
                      <a:pt x="74" y="90"/>
                    </a:lnTo>
                    <a:lnTo>
                      <a:pt x="73" y="89"/>
                    </a:lnTo>
                    <a:lnTo>
                      <a:pt x="73" y="87"/>
                    </a:lnTo>
                    <a:lnTo>
                      <a:pt x="72" y="86"/>
                    </a:lnTo>
                    <a:lnTo>
                      <a:pt x="71" y="85"/>
                    </a:lnTo>
                    <a:lnTo>
                      <a:pt x="71" y="84"/>
                    </a:lnTo>
                    <a:lnTo>
                      <a:pt x="71" y="81"/>
                    </a:lnTo>
                    <a:lnTo>
                      <a:pt x="69" y="79"/>
                    </a:lnTo>
                    <a:lnTo>
                      <a:pt x="69" y="78"/>
                    </a:lnTo>
                    <a:lnTo>
                      <a:pt x="68" y="75"/>
                    </a:lnTo>
                    <a:lnTo>
                      <a:pt x="68" y="74"/>
                    </a:lnTo>
                    <a:lnTo>
                      <a:pt x="68" y="72"/>
                    </a:lnTo>
                    <a:lnTo>
                      <a:pt x="68" y="71"/>
                    </a:lnTo>
                    <a:lnTo>
                      <a:pt x="66" y="67"/>
                    </a:lnTo>
                    <a:lnTo>
                      <a:pt x="65" y="67"/>
                    </a:lnTo>
                    <a:lnTo>
                      <a:pt x="64" y="65"/>
                    </a:lnTo>
                    <a:lnTo>
                      <a:pt x="63" y="64"/>
                    </a:lnTo>
                    <a:lnTo>
                      <a:pt x="62" y="64"/>
                    </a:lnTo>
                    <a:lnTo>
                      <a:pt x="61" y="64"/>
                    </a:lnTo>
                    <a:lnTo>
                      <a:pt x="60" y="64"/>
                    </a:lnTo>
                    <a:lnTo>
                      <a:pt x="59" y="65"/>
                    </a:lnTo>
                    <a:lnTo>
                      <a:pt x="58" y="65"/>
                    </a:lnTo>
                    <a:lnTo>
                      <a:pt x="57" y="65"/>
                    </a:lnTo>
                    <a:lnTo>
                      <a:pt x="56" y="64"/>
                    </a:lnTo>
                    <a:lnTo>
                      <a:pt x="55" y="62"/>
                    </a:lnTo>
                    <a:lnTo>
                      <a:pt x="55" y="61"/>
                    </a:lnTo>
                    <a:lnTo>
                      <a:pt x="54" y="60"/>
                    </a:lnTo>
                    <a:lnTo>
                      <a:pt x="54" y="58"/>
                    </a:lnTo>
                    <a:lnTo>
                      <a:pt x="53" y="57"/>
                    </a:lnTo>
                    <a:lnTo>
                      <a:pt x="52" y="55"/>
                    </a:lnTo>
                    <a:lnTo>
                      <a:pt x="51" y="54"/>
                    </a:lnTo>
                    <a:lnTo>
                      <a:pt x="50" y="53"/>
                    </a:lnTo>
                    <a:lnTo>
                      <a:pt x="49" y="53"/>
                    </a:lnTo>
                    <a:lnTo>
                      <a:pt x="48" y="51"/>
                    </a:lnTo>
                    <a:lnTo>
                      <a:pt x="47" y="49"/>
                    </a:lnTo>
                    <a:lnTo>
                      <a:pt x="46" y="47"/>
                    </a:lnTo>
                    <a:lnTo>
                      <a:pt x="46" y="45"/>
                    </a:lnTo>
                    <a:lnTo>
                      <a:pt x="46" y="43"/>
                    </a:lnTo>
                    <a:lnTo>
                      <a:pt x="46" y="41"/>
                    </a:lnTo>
                    <a:lnTo>
                      <a:pt x="46" y="40"/>
                    </a:lnTo>
                    <a:lnTo>
                      <a:pt x="47" y="39"/>
                    </a:lnTo>
                    <a:lnTo>
                      <a:pt x="47" y="37"/>
                    </a:lnTo>
                    <a:lnTo>
                      <a:pt x="47" y="35"/>
                    </a:lnTo>
                    <a:lnTo>
                      <a:pt x="47" y="34"/>
                    </a:lnTo>
                    <a:lnTo>
                      <a:pt x="46" y="32"/>
                    </a:lnTo>
                    <a:lnTo>
                      <a:pt x="46" y="31"/>
                    </a:lnTo>
                    <a:lnTo>
                      <a:pt x="44" y="28"/>
                    </a:lnTo>
                    <a:lnTo>
                      <a:pt x="42" y="28"/>
                    </a:lnTo>
                    <a:lnTo>
                      <a:pt x="42" y="27"/>
                    </a:lnTo>
                    <a:lnTo>
                      <a:pt x="42" y="24"/>
                    </a:lnTo>
                    <a:lnTo>
                      <a:pt x="41" y="23"/>
                    </a:lnTo>
                    <a:lnTo>
                      <a:pt x="40" y="23"/>
                    </a:lnTo>
                    <a:lnTo>
                      <a:pt x="39" y="23"/>
                    </a:lnTo>
                    <a:lnTo>
                      <a:pt x="38" y="23"/>
                    </a:lnTo>
                    <a:lnTo>
                      <a:pt x="35" y="22"/>
                    </a:lnTo>
                    <a:lnTo>
                      <a:pt x="34" y="22"/>
                    </a:lnTo>
                    <a:lnTo>
                      <a:pt x="34" y="21"/>
                    </a:lnTo>
                    <a:lnTo>
                      <a:pt x="33" y="21"/>
                    </a:lnTo>
                    <a:lnTo>
                      <a:pt x="33" y="20"/>
                    </a:lnTo>
                    <a:lnTo>
                      <a:pt x="32" y="17"/>
                    </a:lnTo>
                    <a:lnTo>
                      <a:pt x="32" y="15"/>
                    </a:lnTo>
                    <a:lnTo>
                      <a:pt x="31" y="11"/>
                    </a:lnTo>
                    <a:lnTo>
                      <a:pt x="30" y="9"/>
                    </a:lnTo>
                    <a:lnTo>
                      <a:pt x="30" y="7"/>
                    </a:lnTo>
                    <a:lnTo>
                      <a:pt x="29" y="5"/>
                    </a:lnTo>
                    <a:lnTo>
                      <a:pt x="29" y="4"/>
                    </a:lnTo>
                    <a:lnTo>
                      <a:pt x="28" y="2"/>
                    </a:lnTo>
                    <a:lnTo>
                      <a:pt x="26" y="1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3" y="0"/>
                    </a:lnTo>
                    <a:lnTo>
                      <a:pt x="22" y="0"/>
                    </a:lnTo>
                    <a:lnTo>
                      <a:pt x="20" y="1"/>
                    </a:lnTo>
                    <a:lnTo>
                      <a:pt x="20" y="3"/>
                    </a:lnTo>
                    <a:lnTo>
                      <a:pt x="21" y="5"/>
                    </a:lnTo>
                    <a:lnTo>
                      <a:pt x="20" y="5"/>
                    </a:lnTo>
                    <a:lnTo>
                      <a:pt x="18" y="8"/>
                    </a:lnTo>
                    <a:lnTo>
                      <a:pt x="15" y="11"/>
                    </a:lnTo>
                    <a:lnTo>
                      <a:pt x="9" y="15"/>
                    </a:lnTo>
                    <a:lnTo>
                      <a:pt x="6" y="17"/>
                    </a:lnTo>
                    <a:lnTo>
                      <a:pt x="5" y="15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7"/>
                    </a:lnTo>
                    <a:lnTo>
                      <a:pt x="3" y="19"/>
                    </a:lnTo>
                    <a:lnTo>
                      <a:pt x="2" y="21"/>
                    </a:lnTo>
                    <a:lnTo>
                      <a:pt x="1" y="21"/>
                    </a:lnTo>
                    <a:lnTo>
                      <a:pt x="0" y="23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90" name="Freeform 27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1334255" y="2533406"/>
                <a:ext cx="796724" cy="968059"/>
              </a:xfrm>
              <a:custGeom>
                <a:avLst/>
                <a:gdLst>
                  <a:gd name="T0" fmla="*/ 2147483647 w 104"/>
                  <a:gd name="T1" fmla="*/ 2147483647 h 125"/>
                  <a:gd name="T2" fmla="*/ 2147483647 w 104"/>
                  <a:gd name="T3" fmla="*/ 2147483647 h 125"/>
                  <a:gd name="T4" fmla="*/ 2147483647 w 104"/>
                  <a:gd name="T5" fmla="*/ 2147483647 h 125"/>
                  <a:gd name="T6" fmla="*/ 2147483647 w 104"/>
                  <a:gd name="T7" fmla="*/ 0 h 125"/>
                  <a:gd name="T8" fmla="*/ 2147483647 w 104"/>
                  <a:gd name="T9" fmla="*/ 2147483647 h 125"/>
                  <a:gd name="T10" fmla="*/ 2147483647 w 104"/>
                  <a:gd name="T11" fmla="*/ 2147483647 h 125"/>
                  <a:gd name="T12" fmla="*/ 2147483647 w 104"/>
                  <a:gd name="T13" fmla="*/ 2147483647 h 125"/>
                  <a:gd name="T14" fmla="*/ 2147483647 w 104"/>
                  <a:gd name="T15" fmla="*/ 2147483647 h 125"/>
                  <a:gd name="T16" fmla="*/ 2147483647 w 104"/>
                  <a:gd name="T17" fmla="*/ 2147483647 h 125"/>
                  <a:gd name="T18" fmla="*/ 2147483647 w 104"/>
                  <a:gd name="T19" fmla="*/ 2147483647 h 125"/>
                  <a:gd name="T20" fmla="*/ 2147483647 w 104"/>
                  <a:gd name="T21" fmla="*/ 2147483647 h 125"/>
                  <a:gd name="T22" fmla="*/ 2147483647 w 104"/>
                  <a:gd name="T23" fmla="*/ 2147483647 h 125"/>
                  <a:gd name="T24" fmla="*/ 2147483647 w 104"/>
                  <a:gd name="T25" fmla="*/ 2147483647 h 125"/>
                  <a:gd name="T26" fmla="*/ 2147483647 w 104"/>
                  <a:gd name="T27" fmla="*/ 2147483647 h 125"/>
                  <a:gd name="T28" fmla="*/ 2147483647 w 104"/>
                  <a:gd name="T29" fmla="*/ 2147483647 h 125"/>
                  <a:gd name="T30" fmla="*/ 2147483647 w 104"/>
                  <a:gd name="T31" fmla="*/ 2147483647 h 125"/>
                  <a:gd name="T32" fmla="*/ 2147483647 w 104"/>
                  <a:gd name="T33" fmla="*/ 2147483647 h 125"/>
                  <a:gd name="T34" fmla="*/ 2147483647 w 104"/>
                  <a:gd name="T35" fmla="*/ 2147483647 h 125"/>
                  <a:gd name="T36" fmla="*/ 2147483647 w 104"/>
                  <a:gd name="T37" fmla="*/ 2147483647 h 125"/>
                  <a:gd name="T38" fmla="*/ 2147483647 w 104"/>
                  <a:gd name="T39" fmla="*/ 2147483647 h 125"/>
                  <a:gd name="T40" fmla="*/ 2147483647 w 104"/>
                  <a:gd name="T41" fmla="*/ 2147483647 h 125"/>
                  <a:gd name="T42" fmla="*/ 2147483647 w 104"/>
                  <a:gd name="T43" fmla="*/ 2147483647 h 125"/>
                  <a:gd name="T44" fmla="*/ 2147483647 w 104"/>
                  <a:gd name="T45" fmla="*/ 2147483647 h 125"/>
                  <a:gd name="T46" fmla="*/ 2147483647 w 104"/>
                  <a:gd name="T47" fmla="*/ 2147483647 h 125"/>
                  <a:gd name="T48" fmla="*/ 2147483647 w 104"/>
                  <a:gd name="T49" fmla="*/ 2147483647 h 125"/>
                  <a:gd name="T50" fmla="*/ 2147483647 w 104"/>
                  <a:gd name="T51" fmla="*/ 2147483647 h 125"/>
                  <a:gd name="T52" fmla="*/ 2147483647 w 104"/>
                  <a:gd name="T53" fmla="*/ 2147483647 h 125"/>
                  <a:gd name="T54" fmla="*/ 2147483647 w 104"/>
                  <a:gd name="T55" fmla="*/ 2147483647 h 125"/>
                  <a:gd name="T56" fmla="*/ 2147483647 w 104"/>
                  <a:gd name="T57" fmla="*/ 2147483647 h 125"/>
                  <a:gd name="T58" fmla="*/ 2147483647 w 104"/>
                  <a:gd name="T59" fmla="*/ 2147483647 h 125"/>
                  <a:gd name="T60" fmla="*/ 2147483647 w 104"/>
                  <a:gd name="T61" fmla="*/ 2147483647 h 125"/>
                  <a:gd name="T62" fmla="*/ 2147483647 w 104"/>
                  <a:gd name="T63" fmla="*/ 2147483647 h 125"/>
                  <a:gd name="T64" fmla="*/ 2147483647 w 104"/>
                  <a:gd name="T65" fmla="*/ 2147483647 h 125"/>
                  <a:gd name="T66" fmla="*/ 2147483647 w 104"/>
                  <a:gd name="T67" fmla="*/ 2147483647 h 125"/>
                  <a:gd name="T68" fmla="*/ 2147483647 w 104"/>
                  <a:gd name="T69" fmla="*/ 2147483647 h 125"/>
                  <a:gd name="T70" fmla="*/ 2147483647 w 104"/>
                  <a:gd name="T71" fmla="*/ 2147483647 h 125"/>
                  <a:gd name="T72" fmla="*/ 2147483647 w 104"/>
                  <a:gd name="T73" fmla="*/ 2147483647 h 125"/>
                  <a:gd name="T74" fmla="*/ 2147483647 w 104"/>
                  <a:gd name="T75" fmla="*/ 2147483647 h 125"/>
                  <a:gd name="T76" fmla="*/ 2147483647 w 104"/>
                  <a:gd name="T77" fmla="*/ 2147483647 h 125"/>
                  <a:gd name="T78" fmla="*/ 2147483647 w 104"/>
                  <a:gd name="T79" fmla="*/ 2147483647 h 125"/>
                  <a:gd name="T80" fmla="*/ 2147483647 w 104"/>
                  <a:gd name="T81" fmla="*/ 2147483647 h 125"/>
                  <a:gd name="T82" fmla="*/ 2147483647 w 104"/>
                  <a:gd name="T83" fmla="*/ 2147483647 h 125"/>
                  <a:gd name="T84" fmla="*/ 2147483647 w 104"/>
                  <a:gd name="T85" fmla="*/ 2147483647 h 125"/>
                  <a:gd name="T86" fmla="*/ 2147483647 w 104"/>
                  <a:gd name="T87" fmla="*/ 2147483647 h 125"/>
                  <a:gd name="T88" fmla="*/ 2147483647 w 104"/>
                  <a:gd name="T89" fmla="*/ 2147483647 h 125"/>
                  <a:gd name="T90" fmla="*/ 2147483647 w 104"/>
                  <a:gd name="T91" fmla="*/ 2147483647 h 125"/>
                  <a:gd name="T92" fmla="*/ 2147483647 w 104"/>
                  <a:gd name="T93" fmla="*/ 2147483647 h 125"/>
                  <a:gd name="T94" fmla="*/ 2147483647 w 104"/>
                  <a:gd name="T95" fmla="*/ 2147483647 h 125"/>
                  <a:gd name="T96" fmla="*/ 2147483647 w 104"/>
                  <a:gd name="T97" fmla="*/ 2147483647 h 125"/>
                  <a:gd name="T98" fmla="*/ 2147483647 w 104"/>
                  <a:gd name="T99" fmla="*/ 2147483647 h 125"/>
                  <a:gd name="T100" fmla="*/ 2147483647 w 104"/>
                  <a:gd name="T101" fmla="*/ 2147483647 h 125"/>
                  <a:gd name="T102" fmla="*/ 2147483647 w 104"/>
                  <a:gd name="T103" fmla="*/ 2147483647 h 125"/>
                  <a:gd name="T104" fmla="*/ 2147483647 w 104"/>
                  <a:gd name="T105" fmla="*/ 2147483647 h 125"/>
                  <a:gd name="T106" fmla="*/ 2147483647 w 104"/>
                  <a:gd name="T107" fmla="*/ 2147483647 h 125"/>
                  <a:gd name="T108" fmla="*/ 2147483647 w 104"/>
                  <a:gd name="T109" fmla="*/ 2147483647 h 125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04" h="125">
                    <a:moveTo>
                      <a:pt x="0" y="3"/>
                    </a:moveTo>
                    <a:lnTo>
                      <a:pt x="1" y="3"/>
                    </a:lnTo>
                    <a:lnTo>
                      <a:pt x="2" y="3"/>
                    </a:lnTo>
                    <a:lnTo>
                      <a:pt x="4" y="2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11" y="3"/>
                    </a:lnTo>
                    <a:lnTo>
                      <a:pt x="14" y="2"/>
                    </a:lnTo>
                    <a:lnTo>
                      <a:pt x="15" y="2"/>
                    </a:lnTo>
                    <a:lnTo>
                      <a:pt x="15" y="1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1"/>
                    </a:lnTo>
                    <a:lnTo>
                      <a:pt x="24" y="2"/>
                    </a:lnTo>
                    <a:lnTo>
                      <a:pt x="39" y="4"/>
                    </a:lnTo>
                    <a:lnTo>
                      <a:pt x="45" y="4"/>
                    </a:lnTo>
                    <a:lnTo>
                      <a:pt x="47" y="4"/>
                    </a:lnTo>
                    <a:lnTo>
                      <a:pt x="49" y="8"/>
                    </a:lnTo>
                    <a:lnTo>
                      <a:pt x="50" y="12"/>
                    </a:lnTo>
                    <a:lnTo>
                      <a:pt x="52" y="16"/>
                    </a:lnTo>
                    <a:lnTo>
                      <a:pt x="52" y="17"/>
                    </a:lnTo>
                    <a:lnTo>
                      <a:pt x="54" y="21"/>
                    </a:lnTo>
                    <a:lnTo>
                      <a:pt x="54" y="22"/>
                    </a:lnTo>
                    <a:lnTo>
                      <a:pt x="59" y="26"/>
                    </a:lnTo>
                    <a:lnTo>
                      <a:pt x="58" y="27"/>
                    </a:lnTo>
                    <a:lnTo>
                      <a:pt x="59" y="30"/>
                    </a:lnTo>
                    <a:lnTo>
                      <a:pt x="60" y="30"/>
                    </a:lnTo>
                    <a:lnTo>
                      <a:pt x="61" y="30"/>
                    </a:lnTo>
                    <a:lnTo>
                      <a:pt x="66" y="34"/>
                    </a:lnTo>
                    <a:lnTo>
                      <a:pt x="66" y="36"/>
                    </a:lnTo>
                    <a:lnTo>
                      <a:pt x="67" y="40"/>
                    </a:lnTo>
                    <a:lnTo>
                      <a:pt x="68" y="40"/>
                    </a:lnTo>
                    <a:lnTo>
                      <a:pt x="68" y="43"/>
                    </a:lnTo>
                    <a:lnTo>
                      <a:pt x="69" y="44"/>
                    </a:lnTo>
                    <a:lnTo>
                      <a:pt x="69" y="48"/>
                    </a:lnTo>
                    <a:lnTo>
                      <a:pt x="70" y="50"/>
                    </a:lnTo>
                    <a:lnTo>
                      <a:pt x="69" y="53"/>
                    </a:lnTo>
                    <a:lnTo>
                      <a:pt x="70" y="55"/>
                    </a:lnTo>
                    <a:lnTo>
                      <a:pt x="72" y="62"/>
                    </a:lnTo>
                    <a:lnTo>
                      <a:pt x="75" y="64"/>
                    </a:lnTo>
                    <a:lnTo>
                      <a:pt x="75" y="65"/>
                    </a:lnTo>
                    <a:lnTo>
                      <a:pt x="75" y="66"/>
                    </a:lnTo>
                    <a:lnTo>
                      <a:pt x="75" y="70"/>
                    </a:lnTo>
                    <a:lnTo>
                      <a:pt x="76" y="72"/>
                    </a:lnTo>
                    <a:lnTo>
                      <a:pt x="79" y="74"/>
                    </a:lnTo>
                    <a:lnTo>
                      <a:pt x="80" y="79"/>
                    </a:lnTo>
                    <a:lnTo>
                      <a:pt x="80" y="81"/>
                    </a:lnTo>
                    <a:lnTo>
                      <a:pt x="79" y="83"/>
                    </a:lnTo>
                    <a:lnTo>
                      <a:pt x="79" y="87"/>
                    </a:lnTo>
                    <a:lnTo>
                      <a:pt x="80" y="89"/>
                    </a:lnTo>
                    <a:lnTo>
                      <a:pt x="80" y="90"/>
                    </a:lnTo>
                    <a:lnTo>
                      <a:pt x="81" y="93"/>
                    </a:lnTo>
                    <a:lnTo>
                      <a:pt x="84" y="94"/>
                    </a:lnTo>
                    <a:lnTo>
                      <a:pt x="86" y="94"/>
                    </a:lnTo>
                    <a:lnTo>
                      <a:pt x="87" y="92"/>
                    </a:lnTo>
                    <a:lnTo>
                      <a:pt x="88" y="90"/>
                    </a:lnTo>
                    <a:lnTo>
                      <a:pt x="90" y="91"/>
                    </a:lnTo>
                    <a:lnTo>
                      <a:pt x="91" y="92"/>
                    </a:lnTo>
                    <a:lnTo>
                      <a:pt x="92" y="94"/>
                    </a:lnTo>
                    <a:lnTo>
                      <a:pt x="94" y="95"/>
                    </a:lnTo>
                    <a:lnTo>
                      <a:pt x="95" y="98"/>
                    </a:lnTo>
                    <a:lnTo>
                      <a:pt x="97" y="98"/>
                    </a:lnTo>
                    <a:lnTo>
                      <a:pt x="98" y="103"/>
                    </a:lnTo>
                    <a:lnTo>
                      <a:pt x="99" y="104"/>
                    </a:lnTo>
                    <a:lnTo>
                      <a:pt x="99" y="105"/>
                    </a:lnTo>
                    <a:lnTo>
                      <a:pt x="98" y="106"/>
                    </a:lnTo>
                    <a:lnTo>
                      <a:pt x="99" y="107"/>
                    </a:lnTo>
                    <a:lnTo>
                      <a:pt x="101" y="109"/>
                    </a:lnTo>
                    <a:lnTo>
                      <a:pt x="102" y="109"/>
                    </a:lnTo>
                    <a:lnTo>
                      <a:pt x="103" y="110"/>
                    </a:lnTo>
                    <a:lnTo>
                      <a:pt x="104" y="110"/>
                    </a:lnTo>
                    <a:lnTo>
                      <a:pt x="104" y="112"/>
                    </a:lnTo>
                    <a:lnTo>
                      <a:pt x="104" y="114"/>
                    </a:lnTo>
                    <a:lnTo>
                      <a:pt x="104" y="116"/>
                    </a:lnTo>
                    <a:lnTo>
                      <a:pt x="103" y="118"/>
                    </a:lnTo>
                    <a:lnTo>
                      <a:pt x="102" y="120"/>
                    </a:lnTo>
                    <a:lnTo>
                      <a:pt x="101" y="121"/>
                    </a:lnTo>
                    <a:lnTo>
                      <a:pt x="98" y="121"/>
                    </a:lnTo>
                    <a:lnTo>
                      <a:pt x="95" y="124"/>
                    </a:lnTo>
                    <a:lnTo>
                      <a:pt x="94" y="124"/>
                    </a:lnTo>
                    <a:lnTo>
                      <a:pt x="93" y="125"/>
                    </a:lnTo>
                    <a:lnTo>
                      <a:pt x="91" y="124"/>
                    </a:lnTo>
                    <a:lnTo>
                      <a:pt x="89" y="121"/>
                    </a:lnTo>
                    <a:lnTo>
                      <a:pt x="89" y="120"/>
                    </a:lnTo>
                    <a:lnTo>
                      <a:pt x="89" y="118"/>
                    </a:lnTo>
                    <a:lnTo>
                      <a:pt x="89" y="117"/>
                    </a:lnTo>
                    <a:lnTo>
                      <a:pt x="89" y="116"/>
                    </a:lnTo>
                    <a:lnTo>
                      <a:pt x="88" y="115"/>
                    </a:lnTo>
                    <a:lnTo>
                      <a:pt x="88" y="114"/>
                    </a:lnTo>
                    <a:lnTo>
                      <a:pt x="86" y="110"/>
                    </a:lnTo>
                    <a:lnTo>
                      <a:pt x="85" y="107"/>
                    </a:lnTo>
                    <a:lnTo>
                      <a:pt x="82" y="106"/>
                    </a:lnTo>
                    <a:lnTo>
                      <a:pt x="80" y="106"/>
                    </a:lnTo>
                    <a:lnTo>
                      <a:pt x="77" y="101"/>
                    </a:lnTo>
                    <a:lnTo>
                      <a:pt x="77" y="100"/>
                    </a:lnTo>
                    <a:lnTo>
                      <a:pt x="75" y="98"/>
                    </a:lnTo>
                    <a:lnTo>
                      <a:pt x="69" y="93"/>
                    </a:lnTo>
                    <a:lnTo>
                      <a:pt x="69" y="92"/>
                    </a:lnTo>
                    <a:lnTo>
                      <a:pt x="68" y="92"/>
                    </a:lnTo>
                    <a:lnTo>
                      <a:pt x="60" y="89"/>
                    </a:lnTo>
                    <a:lnTo>
                      <a:pt x="58" y="85"/>
                    </a:lnTo>
                    <a:lnTo>
                      <a:pt x="56" y="85"/>
                    </a:lnTo>
                    <a:lnTo>
                      <a:pt x="56" y="82"/>
                    </a:lnTo>
                    <a:lnTo>
                      <a:pt x="53" y="79"/>
                    </a:lnTo>
                    <a:lnTo>
                      <a:pt x="51" y="80"/>
                    </a:lnTo>
                    <a:lnTo>
                      <a:pt x="51" y="78"/>
                    </a:lnTo>
                    <a:lnTo>
                      <a:pt x="50" y="75"/>
                    </a:lnTo>
                    <a:lnTo>
                      <a:pt x="51" y="72"/>
                    </a:lnTo>
                    <a:lnTo>
                      <a:pt x="53" y="67"/>
                    </a:lnTo>
                    <a:lnTo>
                      <a:pt x="53" y="64"/>
                    </a:lnTo>
                    <a:lnTo>
                      <a:pt x="54" y="63"/>
                    </a:lnTo>
                    <a:lnTo>
                      <a:pt x="54" y="62"/>
                    </a:lnTo>
                    <a:lnTo>
                      <a:pt x="53" y="60"/>
                    </a:lnTo>
                    <a:lnTo>
                      <a:pt x="53" y="52"/>
                    </a:lnTo>
                    <a:lnTo>
                      <a:pt x="52" y="49"/>
                    </a:lnTo>
                    <a:lnTo>
                      <a:pt x="51" y="48"/>
                    </a:lnTo>
                    <a:lnTo>
                      <a:pt x="48" y="44"/>
                    </a:lnTo>
                    <a:lnTo>
                      <a:pt x="47" y="43"/>
                    </a:lnTo>
                    <a:lnTo>
                      <a:pt x="46" y="44"/>
                    </a:lnTo>
                    <a:lnTo>
                      <a:pt x="44" y="43"/>
                    </a:lnTo>
                    <a:lnTo>
                      <a:pt x="44" y="42"/>
                    </a:lnTo>
                    <a:lnTo>
                      <a:pt x="43" y="42"/>
                    </a:lnTo>
                    <a:lnTo>
                      <a:pt x="42" y="41"/>
                    </a:lnTo>
                    <a:lnTo>
                      <a:pt x="40" y="40"/>
                    </a:lnTo>
                    <a:lnTo>
                      <a:pt x="40" y="39"/>
                    </a:lnTo>
                    <a:lnTo>
                      <a:pt x="41" y="38"/>
                    </a:lnTo>
                    <a:lnTo>
                      <a:pt x="40" y="38"/>
                    </a:lnTo>
                    <a:lnTo>
                      <a:pt x="38" y="37"/>
                    </a:lnTo>
                    <a:lnTo>
                      <a:pt x="37" y="36"/>
                    </a:lnTo>
                    <a:lnTo>
                      <a:pt x="37" y="35"/>
                    </a:lnTo>
                    <a:lnTo>
                      <a:pt x="36" y="30"/>
                    </a:lnTo>
                    <a:lnTo>
                      <a:pt x="34" y="29"/>
                    </a:lnTo>
                    <a:lnTo>
                      <a:pt x="31" y="29"/>
                    </a:lnTo>
                    <a:lnTo>
                      <a:pt x="27" y="29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8"/>
                    </a:lnTo>
                    <a:lnTo>
                      <a:pt x="23" y="27"/>
                    </a:lnTo>
                    <a:lnTo>
                      <a:pt x="22" y="25"/>
                    </a:lnTo>
                    <a:lnTo>
                      <a:pt x="20" y="24"/>
                    </a:lnTo>
                    <a:lnTo>
                      <a:pt x="17" y="23"/>
                    </a:lnTo>
                    <a:lnTo>
                      <a:pt x="15" y="19"/>
                    </a:lnTo>
                    <a:lnTo>
                      <a:pt x="12" y="18"/>
                    </a:lnTo>
                    <a:lnTo>
                      <a:pt x="12" y="19"/>
                    </a:lnTo>
                    <a:lnTo>
                      <a:pt x="10" y="17"/>
                    </a:lnTo>
                    <a:lnTo>
                      <a:pt x="9" y="17"/>
                    </a:lnTo>
                    <a:lnTo>
                      <a:pt x="9" y="16"/>
                    </a:lnTo>
                    <a:lnTo>
                      <a:pt x="9" y="11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4" y="7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1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91" name="Freeform 28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2710648" y="3567293"/>
                <a:ext cx="712456" cy="658280"/>
              </a:xfrm>
              <a:custGeom>
                <a:avLst/>
                <a:gdLst>
                  <a:gd name="T0" fmla="*/ 2147483647 w 93"/>
                  <a:gd name="T1" fmla="*/ 2147483647 h 85"/>
                  <a:gd name="T2" fmla="*/ 2147483647 w 93"/>
                  <a:gd name="T3" fmla="*/ 2147483647 h 85"/>
                  <a:gd name="T4" fmla="*/ 2147483647 w 93"/>
                  <a:gd name="T5" fmla="*/ 2147483647 h 85"/>
                  <a:gd name="T6" fmla="*/ 2147483647 w 93"/>
                  <a:gd name="T7" fmla="*/ 2147483647 h 85"/>
                  <a:gd name="T8" fmla="*/ 2147483647 w 93"/>
                  <a:gd name="T9" fmla="*/ 2147483647 h 85"/>
                  <a:gd name="T10" fmla="*/ 2147483647 w 93"/>
                  <a:gd name="T11" fmla="*/ 2147483647 h 85"/>
                  <a:gd name="T12" fmla="*/ 2147483647 w 93"/>
                  <a:gd name="T13" fmla="*/ 2147483647 h 85"/>
                  <a:gd name="T14" fmla="*/ 2147483647 w 93"/>
                  <a:gd name="T15" fmla="*/ 2147483647 h 85"/>
                  <a:gd name="T16" fmla="*/ 2147483647 w 93"/>
                  <a:gd name="T17" fmla="*/ 2147483647 h 85"/>
                  <a:gd name="T18" fmla="*/ 2147483647 w 93"/>
                  <a:gd name="T19" fmla="*/ 2147483647 h 85"/>
                  <a:gd name="T20" fmla="*/ 2147483647 w 93"/>
                  <a:gd name="T21" fmla="*/ 2147483647 h 85"/>
                  <a:gd name="T22" fmla="*/ 2147483647 w 93"/>
                  <a:gd name="T23" fmla="*/ 2147483647 h 85"/>
                  <a:gd name="T24" fmla="*/ 2147483647 w 93"/>
                  <a:gd name="T25" fmla="*/ 2147483647 h 85"/>
                  <a:gd name="T26" fmla="*/ 2147483647 w 93"/>
                  <a:gd name="T27" fmla="*/ 2147483647 h 85"/>
                  <a:gd name="T28" fmla="*/ 2147483647 w 93"/>
                  <a:gd name="T29" fmla="*/ 2147483647 h 85"/>
                  <a:gd name="T30" fmla="*/ 2147483647 w 93"/>
                  <a:gd name="T31" fmla="*/ 2147483647 h 85"/>
                  <a:gd name="T32" fmla="*/ 2147483647 w 93"/>
                  <a:gd name="T33" fmla="*/ 2147483647 h 85"/>
                  <a:gd name="T34" fmla="*/ 2147483647 w 93"/>
                  <a:gd name="T35" fmla="*/ 2147483647 h 85"/>
                  <a:gd name="T36" fmla="*/ 2147483647 w 93"/>
                  <a:gd name="T37" fmla="*/ 2147483647 h 85"/>
                  <a:gd name="T38" fmla="*/ 2147483647 w 93"/>
                  <a:gd name="T39" fmla="*/ 2147483647 h 85"/>
                  <a:gd name="T40" fmla="*/ 2147483647 w 93"/>
                  <a:gd name="T41" fmla="*/ 2147483647 h 85"/>
                  <a:gd name="T42" fmla="*/ 2147483647 w 93"/>
                  <a:gd name="T43" fmla="*/ 2147483647 h 85"/>
                  <a:gd name="T44" fmla="*/ 2147483647 w 93"/>
                  <a:gd name="T45" fmla="*/ 2147483647 h 85"/>
                  <a:gd name="T46" fmla="*/ 2147483647 w 93"/>
                  <a:gd name="T47" fmla="*/ 2147483647 h 85"/>
                  <a:gd name="T48" fmla="*/ 2147483647 w 93"/>
                  <a:gd name="T49" fmla="*/ 2147483647 h 85"/>
                  <a:gd name="T50" fmla="*/ 2147483647 w 93"/>
                  <a:gd name="T51" fmla="*/ 2147483647 h 85"/>
                  <a:gd name="T52" fmla="*/ 2147483647 w 93"/>
                  <a:gd name="T53" fmla="*/ 2147483647 h 85"/>
                  <a:gd name="T54" fmla="*/ 2147483647 w 93"/>
                  <a:gd name="T55" fmla="*/ 2147483647 h 85"/>
                  <a:gd name="T56" fmla="*/ 2147483647 w 93"/>
                  <a:gd name="T57" fmla="*/ 2147483647 h 85"/>
                  <a:gd name="T58" fmla="*/ 2147483647 w 93"/>
                  <a:gd name="T59" fmla="*/ 2147483647 h 85"/>
                  <a:gd name="T60" fmla="*/ 2147483647 w 93"/>
                  <a:gd name="T61" fmla="*/ 2147483647 h 85"/>
                  <a:gd name="T62" fmla="*/ 2147483647 w 93"/>
                  <a:gd name="T63" fmla="*/ 2147483647 h 85"/>
                  <a:gd name="T64" fmla="*/ 2147483647 w 93"/>
                  <a:gd name="T65" fmla="*/ 2147483647 h 85"/>
                  <a:gd name="T66" fmla="*/ 2147483647 w 93"/>
                  <a:gd name="T67" fmla="*/ 2147483647 h 85"/>
                  <a:gd name="T68" fmla="*/ 2147483647 w 93"/>
                  <a:gd name="T69" fmla="*/ 2147483647 h 85"/>
                  <a:gd name="T70" fmla="*/ 2147483647 w 93"/>
                  <a:gd name="T71" fmla="*/ 2147483647 h 85"/>
                  <a:gd name="T72" fmla="*/ 2147483647 w 93"/>
                  <a:gd name="T73" fmla="*/ 2147483647 h 85"/>
                  <a:gd name="T74" fmla="*/ 2147483647 w 93"/>
                  <a:gd name="T75" fmla="*/ 2147483647 h 85"/>
                  <a:gd name="T76" fmla="*/ 2147483647 w 93"/>
                  <a:gd name="T77" fmla="*/ 2147483647 h 85"/>
                  <a:gd name="T78" fmla="*/ 2147483647 w 93"/>
                  <a:gd name="T79" fmla="*/ 2147483647 h 85"/>
                  <a:gd name="T80" fmla="*/ 2147483647 w 93"/>
                  <a:gd name="T81" fmla="*/ 2147483647 h 85"/>
                  <a:gd name="T82" fmla="*/ 2147483647 w 93"/>
                  <a:gd name="T83" fmla="*/ 2147483647 h 85"/>
                  <a:gd name="T84" fmla="*/ 2147483647 w 93"/>
                  <a:gd name="T85" fmla="*/ 2147483647 h 85"/>
                  <a:gd name="T86" fmla="*/ 2147483647 w 93"/>
                  <a:gd name="T87" fmla="*/ 2147483647 h 85"/>
                  <a:gd name="T88" fmla="*/ 2147483647 w 93"/>
                  <a:gd name="T89" fmla="*/ 2147483647 h 85"/>
                  <a:gd name="T90" fmla="*/ 2147483647 w 93"/>
                  <a:gd name="T91" fmla="*/ 2147483647 h 85"/>
                  <a:gd name="T92" fmla="*/ 2147483647 w 93"/>
                  <a:gd name="T93" fmla="*/ 2147483647 h 85"/>
                  <a:gd name="T94" fmla="*/ 2147483647 w 93"/>
                  <a:gd name="T95" fmla="*/ 2147483647 h 85"/>
                  <a:gd name="T96" fmla="*/ 2147483647 w 93"/>
                  <a:gd name="T97" fmla="*/ 2147483647 h 85"/>
                  <a:gd name="T98" fmla="*/ 2147483647 w 93"/>
                  <a:gd name="T99" fmla="*/ 2147483647 h 85"/>
                  <a:gd name="T100" fmla="*/ 2147483647 w 93"/>
                  <a:gd name="T101" fmla="*/ 2147483647 h 85"/>
                  <a:gd name="T102" fmla="*/ 2147483647 w 93"/>
                  <a:gd name="T103" fmla="*/ 2147483647 h 85"/>
                  <a:gd name="T104" fmla="*/ 2147483647 w 93"/>
                  <a:gd name="T105" fmla="*/ 2147483647 h 85"/>
                  <a:gd name="T106" fmla="*/ 2147483647 w 93"/>
                  <a:gd name="T107" fmla="*/ 2147483647 h 85"/>
                  <a:gd name="T108" fmla="*/ 2147483647 w 93"/>
                  <a:gd name="T109" fmla="*/ 2147483647 h 85"/>
                  <a:gd name="T110" fmla="*/ 2147483647 w 93"/>
                  <a:gd name="T111" fmla="*/ 2147483647 h 85"/>
                  <a:gd name="T112" fmla="*/ 2147483647 w 93"/>
                  <a:gd name="T113" fmla="*/ 2147483647 h 85"/>
                  <a:gd name="T114" fmla="*/ 2147483647 w 93"/>
                  <a:gd name="T115" fmla="*/ 2147483647 h 85"/>
                  <a:gd name="T116" fmla="*/ 2147483647 w 93"/>
                  <a:gd name="T117" fmla="*/ 2147483647 h 85"/>
                  <a:gd name="T118" fmla="*/ 2147483647 w 93"/>
                  <a:gd name="T119" fmla="*/ 2147483647 h 85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93" h="85">
                    <a:moveTo>
                      <a:pt x="0" y="51"/>
                    </a:moveTo>
                    <a:lnTo>
                      <a:pt x="0" y="52"/>
                    </a:lnTo>
                    <a:lnTo>
                      <a:pt x="1" y="53"/>
                    </a:lnTo>
                    <a:lnTo>
                      <a:pt x="2" y="54"/>
                    </a:lnTo>
                    <a:lnTo>
                      <a:pt x="2" y="55"/>
                    </a:lnTo>
                    <a:lnTo>
                      <a:pt x="2" y="58"/>
                    </a:lnTo>
                    <a:lnTo>
                      <a:pt x="3" y="60"/>
                    </a:lnTo>
                    <a:lnTo>
                      <a:pt x="5" y="62"/>
                    </a:lnTo>
                    <a:lnTo>
                      <a:pt x="6" y="64"/>
                    </a:lnTo>
                    <a:lnTo>
                      <a:pt x="7" y="65"/>
                    </a:lnTo>
                    <a:lnTo>
                      <a:pt x="7" y="66"/>
                    </a:lnTo>
                    <a:lnTo>
                      <a:pt x="8" y="67"/>
                    </a:lnTo>
                    <a:lnTo>
                      <a:pt x="8" y="68"/>
                    </a:lnTo>
                    <a:lnTo>
                      <a:pt x="9" y="68"/>
                    </a:lnTo>
                    <a:lnTo>
                      <a:pt x="10" y="69"/>
                    </a:lnTo>
                    <a:lnTo>
                      <a:pt x="11" y="70"/>
                    </a:lnTo>
                    <a:lnTo>
                      <a:pt x="12" y="70"/>
                    </a:lnTo>
                    <a:lnTo>
                      <a:pt x="12" y="71"/>
                    </a:lnTo>
                    <a:lnTo>
                      <a:pt x="12" y="72"/>
                    </a:lnTo>
                    <a:lnTo>
                      <a:pt x="12" y="73"/>
                    </a:lnTo>
                    <a:lnTo>
                      <a:pt x="13" y="73"/>
                    </a:lnTo>
                    <a:lnTo>
                      <a:pt x="13" y="74"/>
                    </a:lnTo>
                    <a:lnTo>
                      <a:pt x="13" y="75"/>
                    </a:lnTo>
                    <a:lnTo>
                      <a:pt x="15" y="76"/>
                    </a:lnTo>
                    <a:lnTo>
                      <a:pt x="15" y="77"/>
                    </a:lnTo>
                    <a:lnTo>
                      <a:pt x="16" y="77"/>
                    </a:lnTo>
                    <a:lnTo>
                      <a:pt x="17" y="77"/>
                    </a:lnTo>
                    <a:lnTo>
                      <a:pt x="18" y="77"/>
                    </a:lnTo>
                    <a:lnTo>
                      <a:pt x="18" y="78"/>
                    </a:lnTo>
                    <a:lnTo>
                      <a:pt x="18" y="79"/>
                    </a:lnTo>
                    <a:lnTo>
                      <a:pt x="18" y="78"/>
                    </a:lnTo>
                    <a:lnTo>
                      <a:pt x="19" y="78"/>
                    </a:lnTo>
                    <a:lnTo>
                      <a:pt x="19" y="79"/>
                    </a:lnTo>
                    <a:lnTo>
                      <a:pt x="20" y="79"/>
                    </a:lnTo>
                    <a:lnTo>
                      <a:pt x="20" y="80"/>
                    </a:lnTo>
                    <a:lnTo>
                      <a:pt x="20" y="79"/>
                    </a:lnTo>
                    <a:lnTo>
                      <a:pt x="21" y="79"/>
                    </a:lnTo>
                    <a:lnTo>
                      <a:pt x="21" y="80"/>
                    </a:lnTo>
                    <a:lnTo>
                      <a:pt x="22" y="80"/>
                    </a:lnTo>
                    <a:lnTo>
                      <a:pt x="23" y="80"/>
                    </a:lnTo>
                    <a:lnTo>
                      <a:pt x="25" y="79"/>
                    </a:lnTo>
                    <a:lnTo>
                      <a:pt x="26" y="78"/>
                    </a:lnTo>
                    <a:lnTo>
                      <a:pt x="27" y="78"/>
                    </a:lnTo>
                    <a:lnTo>
                      <a:pt x="28" y="78"/>
                    </a:lnTo>
                    <a:lnTo>
                      <a:pt x="29" y="78"/>
                    </a:lnTo>
                    <a:lnTo>
                      <a:pt x="29" y="79"/>
                    </a:lnTo>
                    <a:lnTo>
                      <a:pt x="30" y="78"/>
                    </a:lnTo>
                    <a:lnTo>
                      <a:pt x="30" y="77"/>
                    </a:lnTo>
                    <a:lnTo>
                      <a:pt x="31" y="78"/>
                    </a:lnTo>
                    <a:lnTo>
                      <a:pt x="32" y="78"/>
                    </a:lnTo>
                    <a:lnTo>
                      <a:pt x="33" y="77"/>
                    </a:lnTo>
                    <a:lnTo>
                      <a:pt x="34" y="77"/>
                    </a:lnTo>
                    <a:lnTo>
                      <a:pt x="35" y="76"/>
                    </a:lnTo>
                    <a:lnTo>
                      <a:pt x="36" y="75"/>
                    </a:lnTo>
                    <a:lnTo>
                      <a:pt x="37" y="74"/>
                    </a:lnTo>
                    <a:lnTo>
                      <a:pt x="38" y="74"/>
                    </a:lnTo>
                    <a:lnTo>
                      <a:pt x="40" y="74"/>
                    </a:lnTo>
                    <a:lnTo>
                      <a:pt x="42" y="74"/>
                    </a:lnTo>
                    <a:lnTo>
                      <a:pt x="42" y="75"/>
                    </a:lnTo>
                    <a:lnTo>
                      <a:pt x="43" y="75"/>
                    </a:lnTo>
                    <a:lnTo>
                      <a:pt x="43" y="74"/>
                    </a:lnTo>
                    <a:lnTo>
                      <a:pt x="44" y="74"/>
                    </a:lnTo>
                    <a:lnTo>
                      <a:pt x="45" y="73"/>
                    </a:lnTo>
                    <a:lnTo>
                      <a:pt x="46" y="73"/>
                    </a:lnTo>
                    <a:lnTo>
                      <a:pt x="46" y="72"/>
                    </a:lnTo>
                    <a:lnTo>
                      <a:pt x="47" y="72"/>
                    </a:lnTo>
                    <a:lnTo>
                      <a:pt x="47" y="73"/>
                    </a:lnTo>
                    <a:lnTo>
                      <a:pt x="47" y="74"/>
                    </a:lnTo>
                    <a:lnTo>
                      <a:pt x="50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9"/>
                    </a:lnTo>
                    <a:lnTo>
                      <a:pt x="49" y="80"/>
                    </a:lnTo>
                    <a:lnTo>
                      <a:pt x="49" y="81"/>
                    </a:lnTo>
                    <a:lnTo>
                      <a:pt x="49" y="82"/>
                    </a:lnTo>
                    <a:lnTo>
                      <a:pt x="50" y="83"/>
                    </a:lnTo>
                    <a:lnTo>
                      <a:pt x="50" y="84"/>
                    </a:lnTo>
                    <a:lnTo>
                      <a:pt x="51" y="84"/>
                    </a:lnTo>
                    <a:lnTo>
                      <a:pt x="52" y="84"/>
                    </a:lnTo>
                    <a:lnTo>
                      <a:pt x="53" y="83"/>
                    </a:lnTo>
                    <a:lnTo>
                      <a:pt x="54" y="83"/>
                    </a:lnTo>
                    <a:lnTo>
                      <a:pt x="55" y="84"/>
                    </a:lnTo>
                    <a:lnTo>
                      <a:pt x="56" y="85"/>
                    </a:lnTo>
                    <a:lnTo>
                      <a:pt x="57" y="84"/>
                    </a:lnTo>
                    <a:lnTo>
                      <a:pt x="57" y="83"/>
                    </a:lnTo>
                    <a:lnTo>
                      <a:pt x="58" y="83"/>
                    </a:lnTo>
                    <a:lnTo>
                      <a:pt x="60" y="83"/>
                    </a:lnTo>
                    <a:lnTo>
                      <a:pt x="60" y="82"/>
                    </a:lnTo>
                    <a:lnTo>
                      <a:pt x="61" y="82"/>
                    </a:lnTo>
                    <a:lnTo>
                      <a:pt x="62" y="81"/>
                    </a:lnTo>
                    <a:lnTo>
                      <a:pt x="62" y="80"/>
                    </a:lnTo>
                    <a:lnTo>
                      <a:pt x="64" y="79"/>
                    </a:lnTo>
                    <a:lnTo>
                      <a:pt x="65" y="78"/>
                    </a:lnTo>
                    <a:lnTo>
                      <a:pt x="66" y="78"/>
                    </a:lnTo>
                    <a:lnTo>
                      <a:pt x="67" y="78"/>
                    </a:lnTo>
                    <a:lnTo>
                      <a:pt x="68" y="79"/>
                    </a:lnTo>
                    <a:lnTo>
                      <a:pt x="68" y="78"/>
                    </a:lnTo>
                    <a:lnTo>
                      <a:pt x="68" y="77"/>
                    </a:lnTo>
                    <a:lnTo>
                      <a:pt x="69" y="76"/>
                    </a:lnTo>
                    <a:lnTo>
                      <a:pt x="70" y="75"/>
                    </a:lnTo>
                    <a:lnTo>
                      <a:pt x="70" y="74"/>
                    </a:lnTo>
                    <a:lnTo>
                      <a:pt x="70" y="73"/>
                    </a:lnTo>
                    <a:lnTo>
                      <a:pt x="71" y="73"/>
                    </a:lnTo>
                    <a:lnTo>
                      <a:pt x="70" y="72"/>
                    </a:lnTo>
                    <a:lnTo>
                      <a:pt x="69" y="72"/>
                    </a:lnTo>
                    <a:lnTo>
                      <a:pt x="69" y="73"/>
                    </a:lnTo>
                    <a:lnTo>
                      <a:pt x="68" y="73"/>
                    </a:lnTo>
                    <a:lnTo>
                      <a:pt x="67" y="73"/>
                    </a:lnTo>
                    <a:lnTo>
                      <a:pt x="67" y="72"/>
                    </a:lnTo>
                    <a:lnTo>
                      <a:pt x="67" y="71"/>
                    </a:lnTo>
                    <a:lnTo>
                      <a:pt x="67" y="70"/>
                    </a:lnTo>
                    <a:lnTo>
                      <a:pt x="66" y="69"/>
                    </a:lnTo>
                    <a:lnTo>
                      <a:pt x="65" y="68"/>
                    </a:lnTo>
                    <a:lnTo>
                      <a:pt x="64" y="68"/>
                    </a:lnTo>
                    <a:lnTo>
                      <a:pt x="64" y="67"/>
                    </a:lnTo>
                    <a:lnTo>
                      <a:pt x="65" y="66"/>
                    </a:lnTo>
                    <a:lnTo>
                      <a:pt x="66" y="66"/>
                    </a:lnTo>
                    <a:lnTo>
                      <a:pt x="66" y="65"/>
                    </a:lnTo>
                    <a:lnTo>
                      <a:pt x="66" y="64"/>
                    </a:lnTo>
                    <a:lnTo>
                      <a:pt x="65" y="63"/>
                    </a:lnTo>
                    <a:lnTo>
                      <a:pt x="64" y="63"/>
                    </a:lnTo>
                    <a:lnTo>
                      <a:pt x="64" y="62"/>
                    </a:lnTo>
                    <a:lnTo>
                      <a:pt x="63" y="61"/>
                    </a:lnTo>
                    <a:lnTo>
                      <a:pt x="62" y="62"/>
                    </a:lnTo>
                    <a:lnTo>
                      <a:pt x="61" y="62"/>
                    </a:lnTo>
                    <a:lnTo>
                      <a:pt x="60" y="62"/>
                    </a:lnTo>
                    <a:lnTo>
                      <a:pt x="59" y="62"/>
                    </a:lnTo>
                    <a:lnTo>
                      <a:pt x="60" y="61"/>
                    </a:lnTo>
                    <a:lnTo>
                      <a:pt x="60" y="60"/>
                    </a:lnTo>
                    <a:lnTo>
                      <a:pt x="60" y="59"/>
                    </a:lnTo>
                    <a:lnTo>
                      <a:pt x="60" y="57"/>
                    </a:lnTo>
                    <a:lnTo>
                      <a:pt x="61" y="57"/>
                    </a:lnTo>
                    <a:lnTo>
                      <a:pt x="62" y="57"/>
                    </a:lnTo>
                    <a:lnTo>
                      <a:pt x="62" y="58"/>
                    </a:lnTo>
                    <a:lnTo>
                      <a:pt x="63" y="58"/>
                    </a:lnTo>
                    <a:lnTo>
                      <a:pt x="63" y="57"/>
                    </a:lnTo>
                    <a:lnTo>
                      <a:pt x="62" y="57"/>
                    </a:lnTo>
                    <a:lnTo>
                      <a:pt x="63" y="57"/>
                    </a:lnTo>
                    <a:lnTo>
                      <a:pt x="64" y="57"/>
                    </a:lnTo>
                    <a:lnTo>
                      <a:pt x="64" y="58"/>
                    </a:lnTo>
                    <a:lnTo>
                      <a:pt x="65" y="58"/>
                    </a:lnTo>
                    <a:lnTo>
                      <a:pt x="66" y="58"/>
                    </a:lnTo>
                    <a:lnTo>
                      <a:pt x="67" y="57"/>
                    </a:lnTo>
                    <a:lnTo>
                      <a:pt x="67" y="56"/>
                    </a:lnTo>
                    <a:lnTo>
                      <a:pt x="68" y="56"/>
                    </a:lnTo>
                    <a:lnTo>
                      <a:pt x="69" y="56"/>
                    </a:lnTo>
                    <a:lnTo>
                      <a:pt x="69" y="55"/>
                    </a:lnTo>
                    <a:lnTo>
                      <a:pt x="70" y="55"/>
                    </a:lnTo>
                    <a:lnTo>
                      <a:pt x="71" y="55"/>
                    </a:lnTo>
                    <a:lnTo>
                      <a:pt x="73" y="55"/>
                    </a:lnTo>
                    <a:lnTo>
                      <a:pt x="74" y="55"/>
                    </a:lnTo>
                    <a:lnTo>
                      <a:pt x="74" y="54"/>
                    </a:lnTo>
                    <a:lnTo>
                      <a:pt x="75" y="54"/>
                    </a:lnTo>
                    <a:lnTo>
                      <a:pt x="76" y="55"/>
                    </a:lnTo>
                    <a:lnTo>
                      <a:pt x="77" y="54"/>
                    </a:lnTo>
                    <a:lnTo>
                      <a:pt x="80" y="53"/>
                    </a:lnTo>
                    <a:lnTo>
                      <a:pt x="81" y="53"/>
                    </a:lnTo>
                    <a:lnTo>
                      <a:pt x="83" y="50"/>
                    </a:lnTo>
                    <a:lnTo>
                      <a:pt x="83" y="49"/>
                    </a:lnTo>
                    <a:lnTo>
                      <a:pt x="83" y="47"/>
                    </a:lnTo>
                    <a:lnTo>
                      <a:pt x="82" y="47"/>
                    </a:lnTo>
                    <a:lnTo>
                      <a:pt x="82" y="46"/>
                    </a:lnTo>
                    <a:lnTo>
                      <a:pt x="80" y="44"/>
                    </a:lnTo>
                    <a:lnTo>
                      <a:pt x="81" y="44"/>
                    </a:lnTo>
                    <a:lnTo>
                      <a:pt x="82" y="43"/>
                    </a:lnTo>
                    <a:lnTo>
                      <a:pt x="84" y="40"/>
                    </a:lnTo>
                    <a:lnTo>
                      <a:pt x="84" y="39"/>
                    </a:lnTo>
                    <a:lnTo>
                      <a:pt x="85" y="38"/>
                    </a:lnTo>
                    <a:lnTo>
                      <a:pt x="86" y="36"/>
                    </a:lnTo>
                    <a:lnTo>
                      <a:pt x="87" y="35"/>
                    </a:lnTo>
                    <a:lnTo>
                      <a:pt x="87" y="34"/>
                    </a:lnTo>
                    <a:lnTo>
                      <a:pt x="88" y="33"/>
                    </a:lnTo>
                    <a:lnTo>
                      <a:pt x="89" y="34"/>
                    </a:lnTo>
                    <a:lnTo>
                      <a:pt x="89" y="33"/>
                    </a:lnTo>
                    <a:lnTo>
                      <a:pt x="90" y="33"/>
                    </a:lnTo>
                    <a:lnTo>
                      <a:pt x="91" y="31"/>
                    </a:lnTo>
                    <a:lnTo>
                      <a:pt x="90" y="29"/>
                    </a:lnTo>
                    <a:lnTo>
                      <a:pt x="89" y="28"/>
                    </a:lnTo>
                    <a:lnTo>
                      <a:pt x="90" y="27"/>
                    </a:lnTo>
                    <a:lnTo>
                      <a:pt x="90" y="26"/>
                    </a:lnTo>
                    <a:lnTo>
                      <a:pt x="91" y="25"/>
                    </a:lnTo>
                    <a:lnTo>
                      <a:pt x="91" y="24"/>
                    </a:lnTo>
                    <a:lnTo>
                      <a:pt x="92" y="24"/>
                    </a:lnTo>
                    <a:lnTo>
                      <a:pt x="90" y="23"/>
                    </a:lnTo>
                    <a:lnTo>
                      <a:pt x="91" y="23"/>
                    </a:lnTo>
                    <a:lnTo>
                      <a:pt x="93" y="21"/>
                    </a:lnTo>
                    <a:lnTo>
                      <a:pt x="93" y="20"/>
                    </a:lnTo>
                    <a:lnTo>
                      <a:pt x="91" y="20"/>
                    </a:lnTo>
                    <a:lnTo>
                      <a:pt x="90" y="19"/>
                    </a:lnTo>
                    <a:lnTo>
                      <a:pt x="88" y="18"/>
                    </a:lnTo>
                    <a:lnTo>
                      <a:pt x="87" y="17"/>
                    </a:lnTo>
                    <a:lnTo>
                      <a:pt x="86" y="17"/>
                    </a:lnTo>
                    <a:lnTo>
                      <a:pt x="85" y="18"/>
                    </a:lnTo>
                    <a:lnTo>
                      <a:pt x="84" y="18"/>
                    </a:lnTo>
                    <a:lnTo>
                      <a:pt x="84" y="19"/>
                    </a:lnTo>
                    <a:lnTo>
                      <a:pt x="82" y="20"/>
                    </a:lnTo>
                    <a:lnTo>
                      <a:pt x="80" y="21"/>
                    </a:lnTo>
                    <a:lnTo>
                      <a:pt x="80" y="22"/>
                    </a:lnTo>
                    <a:lnTo>
                      <a:pt x="76" y="26"/>
                    </a:lnTo>
                    <a:lnTo>
                      <a:pt x="73" y="25"/>
                    </a:lnTo>
                    <a:lnTo>
                      <a:pt x="72" y="25"/>
                    </a:lnTo>
                    <a:lnTo>
                      <a:pt x="69" y="24"/>
                    </a:lnTo>
                    <a:lnTo>
                      <a:pt x="67" y="23"/>
                    </a:lnTo>
                    <a:lnTo>
                      <a:pt x="66" y="23"/>
                    </a:lnTo>
                    <a:lnTo>
                      <a:pt x="65" y="24"/>
                    </a:lnTo>
                    <a:lnTo>
                      <a:pt x="64" y="25"/>
                    </a:lnTo>
                    <a:lnTo>
                      <a:pt x="64" y="26"/>
                    </a:lnTo>
                    <a:lnTo>
                      <a:pt x="65" y="27"/>
                    </a:lnTo>
                    <a:lnTo>
                      <a:pt x="66" y="28"/>
                    </a:lnTo>
                    <a:lnTo>
                      <a:pt x="67" y="29"/>
                    </a:lnTo>
                    <a:lnTo>
                      <a:pt x="67" y="31"/>
                    </a:lnTo>
                    <a:lnTo>
                      <a:pt x="67" y="33"/>
                    </a:lnTo>
                    <a:lnTo>
                      <a:pt x="66" y="33"/>
                    </a:lnTo>
                    <a:lnTo>
                      <a:pt x="66" y="32"/>
                    </a:lnTo>
                    <a:lnTo>
                      <a:pt x="66" y="31"/>
                    </a:lnTo>
                    <a:lnTo>
                      <a:pt x="65" y="31"/>
                    </a:lnTo>
                    <a:lnTo>
                      <a:pt x="65" y="33"/>
                    </a:lnTo>
                    <a:lnTo>
                      <a:pt x="63" y="33"/>
                    </a:lnTo>
                    <a:lnTo>
                      <a:pt x="63" y="34"/>
                    </a:lnTo>
                    <a:lnTo>
                      <a:pt x="62" y="34"/>
                    </a:lnTo>
                    <a:lnTo>
                      <a:pt x="60" y="34"/>
                    </a:lnTo>
                    <a:lnTo>
                      <a:pt x="58" y="34"/>
                    </a:lnTo>
                    <a:lnTo>
                      <a:pt x="58" y="35"/>
                    </a:lnTo>
                    <a:lnTo>
                      <a:pt x="58" y="37"/>
                    </a:lnTo>
                    <a:lnTo>
                      <a:pt x="58" y="38"/>
                    </a:lnTo>
                    <a:lnTo>
                      <a:pt x="57" y="38"/>
                    </a:lnTo>
                    <a:lnTo>
                      <a:pt x="55" y="37"/>
                    </a:lnTo>
                    <a:lnTo>
                      <a:pt x="54" y="38"/>
                    </a:lnTo>
                    <a:lnTo>
                      <a:pt x="51" y="38"/>
                    </a:lnTo>
                    <a:lnTo>
                      <a:pt x="51" y="37"/>
                    </a:lnTo>
                    <a:lnTo>
                      <a:pt x="46" y="36"/>
                    </a:lnTo>
                    <a:lnTo>
                      <a:pt x="45" y="36"/>
                    </a:lnTo>
                    <a:lnTo>
                      <a:pt x="45" y="35"/>
                    </a:lnTo>
                    <a:lnTo>
                      <a:pt x="42" y="35"/>
                    </a:lnTo>
                    <a:lnTo>
                      <a:pt x="41" y="34"/>
                    </a:lnTo>
                    <a:lnTo>
                      <a:pt x="42" y="31"/>
                    </a:lnTo>
                    <a:lnTo>
                      <a:pt x="42" y="30"/>
                    </a:lnTo>
                    <a:lnTo>
                      <a:pt x="42" y="29"/>
                    </a:lnTo>
                    <a:lnTo>
                      <a:pt x="43" y="29"/>
                    </a:lnTo>
                    <a:lnTo>
                      <a:pt x="44" y="29"/>
                    </a:lnTo>
                    <a:lnTo>
                      <a:pt x="44" y="28"/>
                    </a:lnTo>
                    <a:lnTo>
                      <a:pt x="46" y="27"/>
                    </a:lnTo>
                    <a:lnTo>
                      <a:pt x="45" y="27"/>
                    </a:lnTo>
                    <a:lnTo>
                      <a:pt x="45" y="26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4"/>
                    </a:lnTo>
                    <a:lnTo>
                      <a:pt x="45" y="22"/>
                    </a:lnTo>
                    <a:lnTo>
                      <a:pt x="46" y="21"/>
                    </a:lnTo>
                    <a:lnTo>
                      <a:pt x="47" y="22"/>
                    </a:lnTo>
                    <a:lnTo>
                      <a:pt x="48" y="22"/>
                    </a:lnTo>
                    <a:lnTo>
                      <a:pt x="50" y="20"/>
                    </a:lnTo>
                    <a:lnTo>
                      <a:pt x="52" y="19"/>
                    </a:lnTo>
                    <a:lnTo>
                      <a:pt x="53" y="19"/>
                    </a:lnTo>
                    <a:lnTo>
                      <a:pt x="54" y="18"/>
                    </a:lnTo>
                    <a:lnTo>
                      <a:pt x="54" y="17"/>
                    </a:lnTo>
                    <a:lnTo>
                      <a:pt x="54" y="16"/>
                    </a:lnTo>
                    <a:lnTo>
                      <a:pt x="54" y="14"/>
                    </a:lnTo>
                    <a:lnTo>
                      <a:pt x="56" y="12"/>
                    </a:lnTo>
                    <a:lnTo>
                      <a:pt x="56" y="10"/>
                    </a:lnTo>
                    <a:lnTo>
                      <a:pt x="56" y="9"/>
                    </a:lnTo>
                    <a:lnTo>
                      <a:pt x="55" y="8"/>
                    </a:lnTo>
                    <a:lnTo>
                      <a:pt x="54" y="8"/>
                    </a:lnTo>
                    <a:lnTo>
                      <a:pt x="53" y="8"/>
                    </a:lnTo>
                    <a:lnTo>
                      <a:pt x="51" y="8"/>
                    </a:lnTo>
                    <a:lnTo>
                      <a:pt x="50" y="8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49" y="13"/>
                    </a:lnTo>
                    <a:lnTo>
                      <a:pt x="48" y="14"/>
                    </a:lnTo>
                    <a:lnTo>
                      <a:pt x="48" y="15"/>
                    </a:lnTo>
                    <a:lnTo>
                      <a:pt x="47" y="15"/>
                    </a:lnTo>
                    <a:lnTo>
                      <a:pt x="44" y="15"/>
                    </a:lnTo>
                    <a:lnTo>
                      <a:pt x="44" y="12"/>
                    </a:lnTo>
                    <a:lnTo>
                      <a:pt x="46" y="8"/>
                    </a:lnTo>
                    <a:lnTo>
                      <a:pt x="46" y="6"/>
                    </a:lnTo>
                    <a:lnTo>
                      <a:pt x="46" y="5"/>
                    </a:lnTo>
                    <a:lnTo>
                      <a:pt x="44" y="5"/>
                    </a:lnTo>
                    <a:lnTo>
                      <a:pt x="43" y="4"/>
                    </a:lnTo>
                    <a:lnTo>
                      <a:pt x="42" y="8"/>
                    </a:lnTo>
                    <a:lnTo>
                      <a:pt x="42" y="9"/>
                    </a:lnTo>
                    <a:lnTo>
                      <a:pt x="42" y="10"/>
                    </a:lnTo>
                    <a:lnTo>
                      <a:pt x="41" y="12"/>
                    </a:lnTo>
                    <a:lnTo>
                      <a:pt x="40" y="13"/>
                    </a:lnTo>
                    <a:lnTo>
                      <a:pt x="41" y="8"/>
                    </a:lnTo>
                    <a:lnTo>
                      <a:pt x="40" y="7"/>
                    </a:lnTo>
                    <a:lnTo>
                      <a:pt x="41" y="7"/>
                    </a:lnTo>
                    <a:lnTo>
                      <a:pt x="41" y="5"/>
                    </a:lnTo>
                    <a:lnTo>
                      <a:pt x="42" y="4"/>
                    </a:lnTo>
                    <a:lnTo>
                      <a:pt x="43" y="1"/>
                    </a:lnTo>
                    <a:lnTo>
                      <a:pt x="37" y="0"/>
                    </a:lnTo>
                    <a:lnTo>
                      <a:pt x="37" y="5"/>
                    </a:lnTo>
                    <a:lnTo>
                      <a:pt x="39" y="6"/>
                    </a:lnTo>
                    <a:lnTo>
                      <a:pt x="39" y="8"/>
                    </a:lnTo>
                    <a:lnTo>
                      <a:pt x="38" y="7"/>
                    </a:lnTo>
                    <a:lnTo>
                      <a:pt x="33" y="7"/>
                    </a:lnTo>
                    <a:lnTo>
                      <a:pt x="30" y="11"/>
                    </a:lnTo>
                    <a:lnTo>
                      <a:pt x="29" y="15"/>
                    </a:lnTo>
                    <a:lnTo>
                      <a:pt x="31" y="19"/>
                    </a:lnTo>
                    <a:lnTo>
                      <a:pt x="33" y="20"/>
                    </a:lnTo>
                    <a:lnTo>
                      <a:pt x="34" y="25"/>
                    </a:lnTo>
                    <a:lnTo>
                      <a:pt x="33" y="27"/>
                    </a:lnTo>
                    <a:lnTo>
                      <a:pt x="38" y="31"/>
                    </a:lnTo>
                    <a:lnTo>
                      <a:pt x="38" y="33"/>
                    </a:lnTo>
                    <a:lnTo>
                      <a:pt x="36" y="34"/>
                    </a:lnTo>
                    <a:lnTo>
                      <a:pt x="33" y="35"/>
                    </a:lnTo>
                    <a:lnTo>
                      <a:pt x="32" y="35"/>
                    </a:lnTo>
                    <a:lnTo>
                      <a:pt x="32" y="36"/>
                    </a:lnTo>
                    <a:lnTo>
                      <a:pt x="33" y="37"/>
                    </a:lnTo>
                    <a:lnTo>
                      <a:pt x="32" y="38"/>
                    </a:lnTo>
                    <a:lnTo>
                      <a:pt x="33" y="39"/>
                    </a:lnTo>
                    <a:lnTo>
                      <a:pt x="32" y="42"/>
                    </a:lnTo>
                    <a:lnTo>
                      <a:pt x="31" y="44"/>
                    </a:lnTo>
                    <a:lnTo>
                      <a:pt x="32" y="46"/>
                    </a:lnTo>
                    <a:lnTo>
                      <a:pt x="31" y="46"/>
                    </a:lnTo>
                    <a:lnTo>
                      <a:pt x="29" y="44"/>
                    </a:lnTo>
                    <a:lnTo>
                      <a:pt x="29" y="43"/>
                    </a:lnTo>
                    <a:lnTo>
                      <a:pt x="28" y="43"/>
                    </a:lnTo>
                    <a:lnTo>
                      <a:pt x="25" y="40"/>
                    </a:lnTo>
                    <a:lnTo>
                      <a:pt x="24" y="40"/>
                    </a:lnTo>
                    <a:lnTo>
                      <a:pt x="22" y="39"/>
                    </a:lnTo>
                    <a:lnTo>
                      <a:pt x="21" y="38"/>
                    </a:lnTo>
                    <a:lnTo>
                      <a:pt x="20" y="38"/>
                    </a:lnTo>
                    <a:lnTo>
                      <a:pt x="19" y="38"/>
                    </a:lnTo>
                    <a:lnTo>
                      <a:pt x="18" y="39"/>
                    </a:lnTo>
                    <a:lnTo>
                      <a:pt x="16" y="40"/>
                    </a:lnTo>
                    <a:lnTo>
                      <a:pt x="15" y="40"/>
                    </a:lnTo>
                    <a:lnTo>
                      <a:pt x="14" y="40"/>
                    </a:lnTo>
                    <a:lnTo>
                      <a:pt x="13" y="40"/>
                    </a:lnTo>
                    <a:lnTo>
                      <a:pt x="12" y="41"/>
                    </a:lnTo>
                    <a:lnTo>
                      <a:pt x="11" y="42"/>
                    </a:lnTo>
                    <a:lnTo>
                      <a:pt x="10" y="43"/>
                    </a:lnTo>
                    <a:lnTo>
                      <a:pt x="10" y="45"/>
                    </a:lnTo>
                    <a:lnTo>
                      <a:pt x="9" y="45"/>
                    </a:lnTo>
                    <a:lnTo>
                      <a:pt x="10" y="46"/>
                    </a:lnTo>
                    <a:lnTo>
                      <a:pt x="9" y="47"/>
                    </a:lnTo>
                    <a:lnTo>
                      <a:pt x="8" y="48"/>
                    </a:lnTo>
                    <a:lnTo>
                      <a:pt x="7" y="48"/>
                    </a:lnTo>
                    <a:lnTo>
                      <a:pt x="6" y="49"/>
                    </a:lnTo>
                    <a:lnTo>
                      <a:pt x="5" y="49"/>
                    </a:lnTo>
                    <a:lnTo>
                      <a:pt x="4" y="49"/>
                    </a:lnTo>
                    <a:lnTo>
                      <a:pt x="3" y="49"/>
                    </a:lnTo>
                    <a:lnTo>
                      <a:pt x="2" y="49"/>
                    </a:lnTo>
                    <a:lnTo>
                      <a:pt x="1" y="49"/>
                    </a:lnTo>
                    <a:lnTo>
                      <a:pt x="1" y="50"/>
                    </a:lnTo>
                    <a:lnTo>
                      <a:pt x="0" y="50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92" name="Freeform 29"/>
              <p:cNvSpPr>
                <a:spLocks/>
              </p:cNvSpPr>
              <p:nvPr/>
            </p:nvSpPr>
            <p:spPr bwMode="auto">
              <a:xfrm>
                <a:off x="1109538" y="1708620"/>
                <a:ext cx="582222" cy="851892"/>
              </a:xfrm>
              <a:custGeom>
                <a:avLst/>
                <a:gdLst>
                  <a:gd name="T0" fmla="*/ 2147483647 w 76"/>
                  <a:gd name="T1" fmla="*/ 0 h 110"/>
                  <a:gd name="T2" fmla="*/ 2147483647 w 76"/>
                  <a:gd name="T3" fmla="*/ 2147483647 h 110"/>
                  <a:gd name="T4" fmla="*/ 2147483647 w 76"/>
                  <a:gd name="T5" fmla="*/ 2147483647 h 110"/>
                  <a:gd name="T6" fmla="*/ 2147483647 w 76"/>
                  <a:gd name="T7" fmla="*/ 2147483647 h 110"/>
                  <a:gd name="T8" fmla="*/ 2147483647 w 76"/>
                  <a:gd name="T9" fmla="*/ 2147483647 h 110"/>
                  <a:gd name="T10" fmla="*/ 2147483647 w 76"/>
                  <a:gd name="T11" fmla="*/ 2147483647 h 110"/>
                  <a:gd name="T12" fmla="*/ 2147483647 w 76"/>
                  <a:gd name="T13" fmla="*/ 2147483647 h 110"/>
                  <a:gd name="T14" fmla="*/ 2147483647 w 76"/>
                  <a:gd name="T15" fmla="*/ 2147483647 h 110"/>
                  <a:gd name="T16" fmla="*/ 2147483647 w 76"/>
                  <a:gd name="T17" fmla="*/ 2147483647 h 110"/>
                  <a:gd name="T18" fmla="*/ 2147483647 w 76"/>
                  <a:gd name="T19" fmla="*/ 2147483647 h 110"/>
                  <a:gd name="T20" fmla="*/ 2147483647 w 76"/>
                  <a:gd name="T21" fmla="*/ 2147483647 h 110"/>
                  <a:gd name="T22" fmla="*/ 2147483647 w 76"/>
                  <a:gd name="T23" fmla="*/ 2147483647 h 110"/>
                  <a:gd name="T24" fmla="*/ 2147483647 w 76"/>
                  <a:gd name="T25" fmla="*/ 2147483647 h 110"/>
                  <a:gd name="T26" fmla="*/ 2147483647 w 76"/>
                  <a:gd name="T27" fmla="*/ 2147483647 h 110"/>
                  <a:gd name="T28" fmla="*/ 2147483647 w 76"/>
                  <a:gd name="T29" fmla="*/ 2147483647 h 110"/>
                  <a:gd name="T30" fmla="*/ 2147483647 w 76"/>
                  <a:gd name="T31" fmla="*/ 2147483647 h 110"/>
                  <a:gd name="T32" fmla="*/ 2147483647 w 76"/>
                  <a:gd name="T33" fmla="*/ 2147483647 h 110"/>
                  <a:gd name="T34" fmla="*/ 2147483647 w 76"/>
                  <a:gd name="T35" fmla="*/ 2147483647 h 110"/>
                  <a:gd name="T36" fmla="*/ 2147483647 w 76"/>
                  <a:gd name="T37" fmla="*/ 2147483647 h 110"/>
                  <a:gd name="T38" fmla="*/ 2147483647 w 76"/>
                  <a:gd name="T39" fmla="*/ 2147483647 h 110"/>
                  <a:gd name="T40" fmla="*/ 2147483647 w 76"/>
                  <a:gd name="T41" fmla="*/ 2147483647 h 110"/>
                  <a:gd name="T42" fmla="*/ 2147483647 w 76"/>
                  <a:gd name="T43" fmla="*/ 2147483647 h 110"/>
                  <a:gd name="T44" fmla="*/ 2147483647 w 76"/>
                  <a:gd name="T45" fmla="*/ 2147483647 h 110"/>
                  <a:gd name="T46" fmla="*/ 2147483647 w 76"/>
                  <a:gd name="T47" fmla="*/ 2147483647 h 110"/>
                  <a:gd name="T48" fmla="*/ 2147483647 w 76"/>
                  <a:gd name="T49" fmla="*/ 2147483647 h 110"/>
                  <a:gd name="T50" fmla="*/ 2147483647 w 76"/>
                  <a:gd name="T51" fmla="*/ 2147483647 h 110"/>
                  <a:gd name="T52" fmla="*/ 2147483647 w 76"/>
                  <a:gd name="T53" fmla="*/ 2147483647 h 110"/>
                  <a:gd name="T54" fmla="*/ 2147483647 w 76"/>
                  <a:gd name="T55" fmla="*/ 2147483647 h 110"/>
                  <a:gd name="T56" fmla="*/ 2147483647 w 76"/>
                  <a:gd name="T57" fmla="*/ 2147483647 h 110"/>
                  <a:gd name="T58" fmla="*/ 2147483647 w 76"/>
                  <a:gd name="T59" fmla="*/ 2147483647 h 110"/>
                  <a:gd name="T60" fmla="*/ 2147483647 w 76"/>
                  <a:gd name="T61" fmla="*/ 2147483647 h 110"/>
                  <a:gd name="T62" fmla="*/ 2147483647 w 76"/>
                  <a:gd name="T63" fmla="*/ 2147483647 h 110"/>
                  <a:gd name="T64" fmla="*/ 2147483647 w 76"/>
                  <a:gd name="T65" fmla="*/ 2147483647 h 110"/>
                  <a:gd name="T66" fmla="*/ 2147483647 w 76"/>
                  <a:gd name="T67" fmla="*/ 2147483647 h 110"/>
                  <a:gd name="T68" fmla="*/ 2147483647 w 76"/>
                  <a:gd name="T69" fmla="*/ 2147483647 h 110"/>
                  <a:gd name="T70" fmla="*/ 2147483647 w 76"/>
                  <a:gd name="T71" fmla="*/ 2147483647 h 110"/>
                  <a:gd name="T72" fmla="*/ 2147483647 w 76"/>
                  <a:gd name="T73" fmla="*/ 2147483647 h 110"/>
                  <a:gd name="T74" fmla="*/ 2147483647 w 76"/>
                  <a:gd name="T75" fmla="*/ 2147483647 h 110"/>
                  <a:gd name="T76" fmla="*/ 2147483647 w 76"/>
                  <a:gd name="T77" fmla="*/ 2147483647 h 110"/>
                  <a:gd name="T78" fmla="*/ 2147483647 w 76"/>
                  <a:gd name="T79" fmla="*/ 2147483647 h 110"/>
                  <a:gd name="T80" fmla="*/ 2147483647 w 76"/>
                  <a:gd name="T81" fmla="*/ 2147483647 h 110"/>
                  <a:gd name="T82" fmla="*/ 2147483647 w 76"/>
                  <a:gd name="T83" fmla="*/ 2147483647 h 110"/>
                  <a:gd name="T84" fmla="*/ 2147483647 w 76"/>
                  <a:gd name="T85" fmla="*/ 2147483647 h 110"/>
                  <a:gd name="T86" fmla="*/ 2147483647 w 76"/>
                  <a:gd name="T87" fmla="*/ 2147483647 h 110"/>
                  <a:gd name="T88" fmla="*/ 2147483647 w 76"/>
                  <a:gd name="T89" fmla="*/ 2147483647 h 11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76" h="110">
                    <a:moveTo>
                      <a:pt x="2" y="2"/>
                    </a:moveTo>
                    <a:lnTo>
                      <a:pt x="0" y="0"/>
                    </a:lnTo>
                    <a:lnTo>
                      <a:pt x="20" y="0"/>
                    </a:lnTo>
                    <a:lnTo>
                      <a:pt x="46" y="1"/>
                    </a:lnTo>
                    <a:lnTo>
                      <a:pt x="44" y="4"/>
                    </a:lnTo>
                    <a:lnTo>
                      <a:pt x="42" y="6"/>
                    </a:lnTo>
                    <a:lnTo>
                      <a:pt x="40" y="9"/>
                    </a:lnTo>
                    <a:lnTo>
                      <a:pt x="39" y="12"/>
                    </a:lnTo>
                    <a:lnTo>
                      <a:pt x="39" y="11"/>
                    </a:lnTo>
                    <a:lnTo>
                      <a:pt x="38" y="12"/>
                    </a:lnTo>
                    <a:lnTo>
                      <a:pt x="38" y="16"/>
                    </a:lnTo>
                    <a:lnTo>
                      <a:pt x="38" y="17"/>
                    </a:lnTo>
                    <a:lnTo>
                      <a:pt x="37" y="17"/>
                    </a:lnTo>
                    <a:lnTo>
                      <a:pt x="38" y="18"/>
                    </a:lnTo>
                    <a:lnTo>
                      <a:pt x="39" y="18"/>
                    </a:lnTo>
                    <a:lnTo>
                      <a:pt x="41" y="21"/>
                    </a:lnTo>
                    <a:lnTo>
                      <a:pt x="41" y="23"/>
                    </a:lnTo>
                    <a:lnTo>
                      <a:pt x="42" y="24"/>
                    </a:lnTo>
                    <a:lnTo>
                      <a:pt x="42" y="25"/>
                    </a:lnTo>
                    <a:lnTo>
                      <a:pt x="41" y="25"/>
                    </a:lnTo>
                    <a:lnTo>
                      <a:pt x="41" y="26"/>
                    </a:lnTo>
                    <a:lnTo>
                      <a:pt x="41" y="28"/>
                    </a:lnTo>
                    <a:lnTo>
                      <a:pt x="40" y="29"/>
                    </a:lnTo>
                    <a:lnTo>
                      <a:pt x="39" y="35"/>
                    </a:lnTo>
                    <a:lnTo>
                      <a:pt x="40" y="36"/>
                    </a:lnTo>
                    <a:lnTo>
                      <a:pt x="40" y="37"/>
                    </a:lnTo>
                    <a:lnTo>
                      <a:pt x="40" y="39"/>
                    </a:lnTo>
                    <a:lnTo>
                      <a:pt x="42" y="41"/>
                    </a:lnTo>
                    <a:lnTo>
                      <a:pt x="43" y="48"/>
                    </a:lnTo>
                    <a:lnTo>
                      <a:pt x="43" y="51"/>
                    </a:lnTo>
                    <a:lnTo>
                      <a:pt x="43" y="54"/>
                    </a:lnTo>
                    <a:lnTo>
                      <a:pt x="42" y="58"/>
                    </a:lnTo>
                    <a:lnTo>
                      <a:pt x="44" y="61"/>
                    </a:lnTo>
                    <a:lnTo>
                      <a:pt x="45" y="63"/>
                    </a:lnTo>
                    <a:lnTo>
                      <a:pt x="47" y="64"/>
                    </a:lnTo>
                    <a:lnTo>
                      <a:pt x="47" y="67"/>
                    </a:lnTo>
                    <a:lnTo>
                      <a:pt x="48" y="69"/>
                    </a:lnTo>
                    <a:lnTo>
                      <a:pt x="49" y="67"/>
                    </a:lnTo>
                    <a:lnTo>
                      <a:pt x="50" y="68"/>
                    </a:lnTo>
                    <a:lnTo>
                      <a:pt x="52" y="70"/>
                    </a:lnTo>
                    <a:lnTo>
                      <a:pt x="57" y="76"/>
                    </a:lnTo>
                    <a:lnTo>
                      <a:pt x="59" y="78"/>
                    </a:lnTo>
                    <a:lnTo>
                      <a:pt x="60" y="82"/>
                    </a:lnTo>
                    <a:lnTo>
                      <a:pt x="61" y="83"/>
                    </a:lnTo>
                    <a:lnTo>
                      <a:pt x="62" y="85"/>
                    </a:lnTo>
                    <a:lnTo>
                      <a:pt x="62" y="87"/>
                    </a:lnTo>
                    <a:lnTo>
                      <a:pt x="63" y="89"/>
                    </a:lnTo>
                    <a:lnTo>
                      <a:pt x="63" y="88"/>
                    </a:lnTo>
                    <a:lnTo>
                      <a:pt x="64" y="88"/>
                    </a:lnTo>
                    <a:lnTo>
                      <a:pt x="65" y="92"/>
                    </a:lnTo>
                    <a:lnTo>
                      <a:pt x="66" y="91"/>
                    </a:lnTo>
                    <a:lnTo>
                      <a:pt x="68" y="91"/>
                    </a:lnTo>
                    <a:lnTo>
                      <a:pt x="69" y="96"/>
                    </a:lnTo>
                    <a:lnTo>
                      <a:pt x="70" y="99"/>
                    </a:lnTo>
                    <a:lnTo>
                      <a:pt x="72" y="100"/>
                    </a:lnTo>
                    <a:lnTo>
                      <a:pt x="73" y="100"/>
                    </a:lnTo>
                    <a:lnTo>
                      <a:pt x="74" y="101"/>
                    </a:lnTo>
                    <a:lnTo>
                      <a:pt x="73" y="104"/>
                    </a:lnTo>
                    <a:lnTo>
                      <a:pt x="74" y="105"/>
                    </a:lnTo>
                    <a:lnTo>
                      <a:pt x="75" y="106"/>
                    </a:lnTo>
                    <a:lnTo>
                      <a:pt x="75" y="109"/>
                    </a:lnTo>
                    <a:lnTo>
                      <a:pt x="76" y="110"/>
                    </a:lnTo>
                    <a:lnTo>
                      <a:pt x="74" y="110"/>
                    </a:lnTo>
                    <a:lnTo>
                      <a:pt x="68" y="110"/>
                    </a:lnTo>
                    <a:lnTo>
                      <a:pt x="53" y="108"/>
                    </a:lnTo>
                    <a:lnTo>
                      <a:pt x="48" y="107"/>
                    </a:lnTo>
                    <a:lnTo>
                      <a:pt x="49" y="107"/>
                    </a:lnTo>
                    <a:lnTo>
                      <a:pt x="50" y="106"/>
                    </a:lnTo>
                    <a:lnTo>
                      <a:pt x="50" y="104"/>
                    </a:lnTo>
                    <a:lnTo>
                      <a:pt x="50" y="103"/>
                    </a:lnTo>
                    <a:lnTo>
                      <a:pt x="49" y="102"/>
                    </a:lnTo>
                    <a:lnTo>
                      <a:pt x="49" y="101"/>
                    </a:lnTo>
                    <a:lnTo>
                      <a:pt x="51" y="99"/>
                    </a:lnTo>
                    <a:lnTo>
                      <a:pt x="51" y="98"/>
                    </a:lnTo>
                    <a:lnTo>
                      <a:pt x="50" y="95"/>
                    </a:lnTo>
                    <a:lnTo>
                      <a:pt x="50" y="93"/>
                    </a:lnTo>
                    <a:lnTo>
                      <a:pt x="48" y="93"/>
                    </a:lnTo>
                    <a:lnTo>
                      <a:pt x="47" y="91"/>
                    </a:lnTo>
                    <a:lnTo>
                      <a:pt x="46" y="89"/>
                    </a:lnTo>
                    <a:lnTo>
                      <a:pt x="46" y="88"/>
                    </a:lnTo>
                    <a:lnTo>
                      <a:pt x="44" y="86"/>
                    </a:lnTo>
                    <a:lnTo>
                      <a:pt x="43" y="86"/>
                    </a:lnTo>
                    <a:lnTo>
                      <a:pt x="42" y="85"/>
                    </a:lnTo>
                    <a:lnTo>
                      <a:pt x="42" y="84"/>
                    </a:lnTo>
                    <a:lnTo>
                      <a:pt x="41" y="82"/>
                    </a:lnTo>
                    <a:lnTo>
                      <a:pt x="40" y="81"/>
                    </a:lnTo>
                    <a:lnTo>
                      <a:pt x="39" y="80"/>
                    </a:lnTo>
                    <a:lnTo>
                      <a:pt x="38" y="78"/>
                    </a:lnTo>
                    <a:lnTo>
                      <a:pt x="36" y="76"/>
                    </a:lnTo>
                    <a:lnTo>
                      <a:pt x="35" y="75"/>
                    </a:lnTo>
                    <a:lnTo>
                      <a:pt x="32" y="74"/>
                    </a:lnTo>
                    <a:lnTo>
                      <a:pt x="31" y="72"/>
                    </a:lnTo>
                    <a:lnTo>
                      <a:pt x="29" y="71"/>
                    </a:lnTo>
                    <a:lnTo>
                      <a:pt x="28" y="70"/>
                    </a:lnTo>
                    <a:lnTo>
                      <a:pt x="26" y="69"/>
                    </a:lnTo>
                    <a:lnTo>
                      <a:pt x="26" y="68"/>
                    </a:lnTo>
                    <a:lnTo>
                      <a:pt x="24" y="67"/>
                    </a:lnTo>
                    <a:lnTo>
                      <a:pt x="23" y="65"/>
                    </a:lnTo>
                    <a:lnTo>
                      <a:pt x="23" y="61"/>
                    </a:lnTo>
                    <a:lnTo>
                      <a:pt x="22" y="61"/>
                    </a:lnTo>
                    <a:lnTo>
                      <a:pt x="22" y="56"/>
                    </a:lnTo>
                    <a:lnTo>
                      <a:pt x="21" y="52"/>
                    </a:lnTo>
                    <a:lnTo>
                      <a:pt x="19" y="49"/>
                    </a:lnTo>
                    <a:lnTo>
                      <a:pt x="18" y="50"/>
                    </a:lnTo>
                    <a:lnTo>
                      <a:pt x="18" y="49"/>
                    </a:lnTo>
                    <a:lnTo>
                      <a:pt x="17" y="48"/>
                    </a:lnTo>
                    <a:lnTo>
                      <a:pt x="18" y="45"/>
                    </a:lnTo>
                    <a:lnTo>
                      <a:pt x="18" y="43"/>
                    </a:lnTo>
                    <a:lnTo>
                      <a:pt x="17" y="40"/>
                    </a:lnTo>
                    <a:lnTo>
                      <a:pt x="15" y="38"/>
                    </a:lnTo>
                    <a:lnTo>
                      <a:pt x="14" y="37"/>
                    </a:lnTo>
                    <a:lnTo>
                      <a:pt x="13" y="36"/>
                    </a:lnTo>
                    <a:lnTo>
                      <a:pt x="13" y="34"/>
                    </a:lnTo>
                    <a:lnTo>
                      <a:pt x="14" y="31"/>
                    </a:lnTo>
                    <a:lnTo>
                      <a:pt x="13" y="30"/>
                    </a:lnTo>
                    <a:lnTo>
                      <a:pt x="9" y="25"/>
                    </a:lnTo>
                    <a:lnTo>
                      <a:pt x="6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8" y="19"/>
                    </a:lnTo>
                    <a:lnTo>
                      <a:pt x="8" y="17"/>
                    </a:lnTo>
                    <a:lnTo>
                      <a:pt x="7" y="16"/>
                    </a:lnTo>
                    <a:lnTo>
                      <a:pt x="4" y="13"/>
                    </a:lnTo>
                    <a:lnTo>
                      <a:pt x="4" y="10"/>
                    </a:lnTo>
                    <a:lnTo>
                      <a:pt x="5" y="8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2" y="3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93" name="Freeform 30"/>
              <p:cNvSpPr>
                <a:spLocks/>
              </p:cNvSpPr>
              <p:nvPr/>
            </p:nvSpPr>
            <p:spPr bwMode="auto">
              <a:xfrm>
                <a:off x="3177957" y="3621504"/>
                <a:ext cx="176199" cy="147145"/>
              </a:xfrm>
              <a:custGeom>
                <a:avLst/>
                <a:gdLst>
                  <a:gd name="T0" fmla="*/ 0 w 23"/>
                  <a:gd name="T1" fmla="*/ 2147483647 h 19"/>
                  <a:gd name="T2" fmla="*/ 0 w 23"/>
                  <a:gd name="T3" fmla="*/ 2147483647 h 19"/>
                  <a:gd name="T4" fmla="*/ 2147483647 w 23"/>
                  <a:gd name="T5" fmla="*/ 2147483647 h 19"/>
                  <a:gd name="T6" fmla="*/ 2147483647 w 23"/>
                  <a:gd name="T7" fmla="*/ 2147483647 h 19"/>
                  <a:gd name="T8" fmla="*/ 2147483647 w 23"/>
                  <a:gd name="T9" fmla="*/ 2147483647 h 19"/>
                  <a:gd name="T10" fmla="*/ 2147483647 w 23"/>
                  <a:gd name="T11" fmla="*/ 2147483647 h 19"/>
                  <a:gd name="T12" fmla="*/ 2147483647 w 23"/>
                  <a:gd name="T13" fmla="*/ 2147483647 h 19"/>
                  <a:gd name="T14" fmla="*/ 2147483647 w 23"/>
                  <a:gd name="T15" fmla="*/ 2147483647 h 19"/>
                  <a:gd name="T16" fmla="*/ 2147483647 w 23"/>
                  <a:gd name="T17" fmla="*/ 2147483647 h 19"/>
                  <a:gd name="T18" fmla="*/ 2147483647 w 23"/>
                  <a:gd name="T19" fmla="*/ 2147483647 h 19"/>
                  <a:gd name="T20" fmla="*/ 2147483647 w 23"/>
                  <a:gd name="T21" fmla="*/ 2147483647 h 19"/>
                  <a:gd name="T22" fmla="*/ 2147483647 w 23"/>
                  <a:gd name="T23" fmla="*/ 2147483647 h 19"/>
                  <a:gd name="T24" fmla="*/ 2147483647 w 23"/>
                  <a:gd name="T25" fmla="*/ 2147483647 h 19"/>
                  <a:gd name="T26" fmla="*/ 2147483647 w 23"/>
                  <a:gd name="T27" fmla="*/ 2147483647 h 19"/>
                  <a:gd name="T28" fmla="*/ 2147483647 w 23"/>
                  <a:gd name="T29" fmla="*/ 2147483647 h 19"/>
                  <a:gd name="T30" fmla="*/ 2147483647 w 23"/>
                  <a:gd name="T31" fmla="*/ 2147483647 h 19"/>
                  <a:gd name="T32" fmla="*/ 2147483647 w 23"/>
                  <a:gd name="T33" fmla="*/ 2147483647 h 19"/>
                  <a:gd name="T34" fmla="*/ 2147483647 w 23"/>
                  <a:gd name="T35" fmla="*/ 0 h 19"/>
                  <a:gd name="T36" fmla="*/ 2147483647 w 23"/>
                  <a:gd name="T37" fmla="*/ 0 h 19"/>
                  <a:gd name="T38" fmla="*/ 2147483647 w 23"/>
                  <a:gd name="T39" fmla="*/ 2147483647 h 19"/>
                  <a:gd name="T40" fmla="*/ 2147483647 w 23"/>
                  <a:gd name="T41" fmla="*/ 2147483647 h 19"/>
                  <a:gd name="T42" fmla="*/ 2147483647 w 23"/>
                  <a:gd name="T43" fmla="*/ 2147483647 h 19"/>
                  <a:gd name="T44" fmla="*/ 2147483647 w 23"/>
                  <a:gd name="T45" fmla="*/ 2147483647 h 19"/>
                  <a:gd name="T46" fmla="*/ 2147483647 w 23"/>
                  <a:gd name="T47" fmla="*/ 2147483647 h 19"/>
                  <a:gd name="T48" fmla="*/ 2147483647 w 23"/>
                  <a:gd name="T49" fmla="*/ 2147483647 h 19"/>
                  <a:gd name="T50" fmla="*/ 2147483647 w 23"/>
                  <a:gd name="T51" fmla="*/ 2147483647 h 19"/>
                  <a:gd name="T52" fmla="*/ 2147483647 w 23"/>
                  <a:gd name="T53" fmla="*/ 2147483647 h 19"/>
                  <a:gd name="T54" fmla="*/ 2147483647 w 23"/>
                  <a:gd name="T55" fmla="*/ 2147483647 h 19"/>
                  <a:gd name="T56" fmla="*/ 2147483647 w 23"/>
                  <a:gd name="T57" fmla="*/ 2147483647 h 19"/>
                  <a:gd name="T58" fmla="*/ 2147483647 w 23"/>
                  <a:gd name="T59" fmla="*/ 2147483647 h 19"/>
                  <a:gd name="T60" fmla="*/ 2147483647 w 23"/>
                  <a:gd name="T61" fmla="*/ 2147483647 h 19"/>
                  <a:gd name="T62" fmla="*/ 2147483647 w 23"/>
                  <a:gd name="T63" fmla="*/ 2147483647 h 19"/>
                  <a:gd name="T64" fmla="*/ 2147483647 w 23"/>
                  <a:gd name="T65" fmla="*/ 2147483647 h 19"/>
                  <a:gd name="T66" fmla="*/ 2147483647 w 23"/>
                  <a:gd name="T67" fmla="*/ 2147483647 h 19"/>
                  <a:gd name="T68" fmla="*/ 2147483647 w 23"/>
                  <a:gd name="T69" fmla="*/ 2147483647 h 19"/>
                  <a:gd name="T70" fmla="*/ 2147483647 w 23"/>
                  <a:gd name="T71" fmla="*/ 2147483647 h 19"/>
                  <a:gd name="T72" fmla="*/ 2147483647 w 23"/>
                  <a:gd name="T73" fmla="*/ 2147483647 h 19"/>
                  <a:gd name="T74" fmla="*/ 2147483647 w 23"/>
                  <a:gd name="T75" fmla="*/ 2147483647 h 19"/>
                  <a:gd name="T76" fmla="*/ 2147483647 w 23"/>
                  <a:gd name="T77" fmla="*/ 2147483647 h 19"/>
                  <a:gd name="T78" fmla="*/ 2147483647 w 23"/>
                  <a:gd name="T79" fmla="*/ 2147483647 h 19"/>
                  <a:gd name="T80" fmla="*/ 2147483647 w 23"/>
                  <a:gd name="T81" fmla="*/ 2147483647 h 19"/>
                  <a:gd name="T82" fmla="*/ 2147483647 w 23"/>
                  <a:gd name="T83" fmla="*/ 2147483647 h 19"/>
                  <a:gd name="T84" fmla="*/ 2147483647 w 23"/>
                  <a:gd name="T85" fmla="*/ 2147483647 h 19"/>
                  <a:gd name="T86" fmla="*/ 2147483647 w 23"/>
                  <a:gd name="T87" fmla="*/ 2147483647 h 19"/>
                  <a:gd name="T88" fmla="*/ 2147483647 w 23"/>
                  <a:gd name="T89" fmla="*/ 2147483647 h 19"/>
                  <a:gd name="T90" fmla="*/ 2147483647 w 23"/>
                  <a:gd name="T91" fmla="*/ 2147483647 h 19"/>
                  <a:gd name="T92" fmla="*/ 2147483647 w 23"/>
                  <a:gd name="T93" fmla="*/ 2147483647 h 19"/>
                  <a:gd name="T94" fmla="*/ 0 w 23"/>
                  <a:gd name="T95" fmla="*/ 2147483647 h 19"/>
                  <a:gd name="T96" fmla="*/ 0 w 23"/>
                  <a:gd name="T97" fmla="*/ 2147483647 h 19"/>
                  <a:gd name="T98" fmla="*/ 0 w 23"/>
                  <a:gd name="T99" fmla="*/ 2147483647 h 1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23" h="19">
                    <a:moveTo>
                      <a:pt x="0" y="13"/>
                    </a:moveTo>
                    <a:lnTo>
                      <a:pt x="0" y="11"/>
                    </a:lnTo>
                    <a:lnTo>
                      <a:pt x="1" y="10"/>
                    </a:lnTo>
                    <a:lnTo>
                      <a:pt x="2" y="9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7" y="4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3"/>
                    </a:lnTo>
                    <a:lnTo>
                      <a:pt x="11" y="3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3" y="2"/>
                    </a:lnTo>
                    <a:lnTo>
                      <a:pt x="14" y="1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6" y="2"/>
                    </a:lnTo>
                    <a:lnTo>
                      <a:pt x="18" y="3"/>
                    </a:lnTo>
                    <a:lnTo>
                      <a:pt x="18" y="4"/>
                    </a:lnTo>
                    <a:lnTo>
                      <a:pt x="19" y="5"/>
                    </a:lnTo>
                    <a:lnTo>
                      <a:pt x="20" y="6"/>
                    </a:lnTo>
                    <a:lnTo>
                      <a:pt x="20" y="7"/>
                    </a:lnTo>
                    <a:lnTo>
                      <a:pt x="20" y="8"/>
                    </a:lnTo>
                    <a:lnTo>
                      <a:pt x="20" y="9"/>
                    </a:lnTo>
                    <a:lnTo>
                      <a:pt x="21" y="9"/>
                    </a:lnTo>
                    <a:lnTo>
                      <a:pt x="22" y="10"/>
                    </a:lnTo>
                    <a:lnTo>
                      <a:pt x="23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9" y="14"/>
                    </a:lnTo>
                    <a:lnTo>
                      <a:pt x="19" y="15"/>
                    </a:lnTo>
                    <a:lnTo>
                      <a:pt x="15" y="19"/>
                    </a:lnTo>
                    <a:lnTo>
                      <a:pt x="12" y="18"/>
                    </a:lnTo>
                    <a:lnTo>
                      <a:pt x="11" y="18"/>
                    </a:lnTo>
                    <a:lnTo>
                      <a:pt x="8" y="17"/>
                    </a:lnTo>
                    <a:lnTo>
                      <a:pt x="6" y="16"/>
                    </a:lnTo>
                    <a:lnTo>
                      <a:pt x="5" y="16"/>
                    </a:lnTo>
                    <a:lnTo>
                      <a:pt x="4" y="17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2" y="19"/>
                    </a:lnTo>
                    <a:lnTo>
                      <a:pt x="0" y="17"/>
                    </a:lnTo>
                    <a:lnTo>
                      <a:pt x="0" y="1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94" name="Freeform 31">
                <a:hlinkClick r:id="rId3" action="ppaction://hlinksldjump"/>
              </p:cNvPr>
              <p:cNvSpPr>
                <a:spLocks/>
              </p:cNvSpPr>
              <p:nvPr/>
            </p:nvSpPr>
            <p:spPr bwMode="auto">
              <a:xfrm>
                <a:off x="4863336" y="3846094"/>
                <a:ext cx="543918" cy="542113"/>
              </a:xfrm>
              <a:custGeom>
                <a:avLst/>
                <a:gdLst>
                  <a:gd name="T0" fmla="*/ 2147483647 w 71"/>
                  <a:gd name="T1" fmla="*/ 2147483647 h 70"/>
                  <a:gd name="T2" fmla="*/ 2147483647 w 71"/>
                  <a:gd name="T3" fmla="*/ 2147483647 h 70"/>
                  <a:gd name="T4" fmla="*/ 2147483647 w 71"/>
                  <a:gd name="T5" fmla="*/ 2147483647 h 70"/>
                  <a:gd name="T6" fmla="*/ 2147483647 w 71"/>
                  <a:gd name="T7" fmla="*/ 2147483647 h 70"/>
                  <a:gd name="T8" fmla="*/ 2147483647 w 71"/>
                  <a:gd name="T9" fmla="*/ 2147483647 h 70"/>
                  <a:gd name="T10" fmla="*/ 2147483647 w 71"/>
                  <a:gd name="T11" fmla="*/ 2147483647 h 70"/>
                  <a:gd name="T12" fmla="*/ 2147483647 w 71"/>
                  <a:gd name="T13" fmla="*/ 2147483647 h 70"/>
                  <a:gd name="T14" fmla="*/ 2147483647 w 71"/>
                  <a:gd name="T15" fmla="*/ 2147483647 h 70"/>
                  <a:gd name="T16" fmla="*/ 2147483647 w 71"/>
                  <a:gd name="T17" fmla="*/ 2147483647 h 70"/>
                  <a:gd name="T18" fmla="*/ 2147483647 w 71"/>
                  <a:gd name="T19" fmla="*/ 2147483647 h 70"/>
                  <a:gd name="T20" fmla="*/ 2147483647 w 71"/>
                  <a:gd name="T21" fmla="*/ 2147483647 h 70"/>
                  <a:gd name="T22" fmla="*/ 2147483647 w 71"/>
                  <a:gd name="T23" fmla="*/ 2147483647 h 70"/>
                  <a:gd name="T24" fmla="*/ 2147483647 w 71"/>
                  <a:gd name="T25" fmla="*/ 2147483647 h 70"/>
                  <a:gd name="T26" fmla="*/ 2147483647 w 71"/>
                  <a:gd name="T27" fmla="*/ 2147483647 h 70"/>
                  <a:gd name="T28" fmla="*/ 2147483647 w 71"/>
                  <a:gd name="T29" fmla="*/ 2147483647 h 70"/>
                  <a:gd name="T30" fmla="*/ 2147483647 w 71"/>
                  <a:gd name="T31" fmla="*/ 2147483647 h 70"/>
                  <a:gd name="T32" fmla="*/ 2147483647 w 71"/>
                  <a:gd name="T33" fmla="*/ 2147483647 h 70"/>
                  <a:gd name="T34" fmla="*/ 2147483647 w 71"/>
                  <a:gd name="T35" fmla="*/ 2147483647 h 70"/>
                  <a:gd name="T36" fmla="*/ 2147483647 w 71"/>
                  <a:gd name="T37" fmla="*/ 2147483647 h 70"/>
                  <a:gd name="T38" fmla="*/ 2147483647 w 71"/>
                  <a:gd name="T39" fmla="*/ 2147483647 h 70"/>
                  <a:gd name="T40" fmla="*/ 2147483647 w 71"/>
                  <a:gd name="T41" fmla="*/ 0 h 70"/>
                  <a:gd name="T42" fmla="*/ 2147483647 w 71"/>
                  <a:gd name="T43" fmla="*/ 2147483647 h 70"/>
                  <a:gd name="T44" fmla="*/ 2147483647 w 71"/>
                  <a:gd name="T45" fmla="*/ 2147483647 h 70"/>
                  <a:gd name="T46" fmla="*/ 2147483647 w 71"/>
                  <a:gd name="T47" fmla="*/ 2147483647 h 70"/>
                  <a:gd name="T48" fmla="*/ 2147483647 w 71"/>
                  <a:gd name="T49" fmla="*/ 2147483647 h 70"/>
                  <a:gd name="T50" fmla="*/ 2147483647 w 71"/>
                  <a:gd name="T51" fmla="*/ 2147483647 h 70"/>
                  <a:gd name="T52" fmla="*/ 2147483647 w 71"/>
                  <a:gd name="T53" fmla="*/ 2147483647 h 70"/>
                  <a:gd name="T54" fmla="*/ 2147483647 w 71"/>
                  <a:gd name="T55" fmla="*/ 2147483647 h 70"/>
                  <a:gd name="T56" fmla="*/ 2147483647 w 71"/>
                  <a:gd name="T57" fmla="*/ 2147483647 h 70"/>
                  <a:gd name="T58" fmla="*/ 2147483647 w 71"/>
                  <a:gd name="T59" fmla="*/ 2147483647 h 70"/>
                  <a:gd name="T60" fmla="*/ 2147483647 w 71"/>
                  <a:gd name="T61" fmla="*/ 2147483647 h 70"/>
                  <a:gd name="T62" fmla="*/ 2147483647 w 71"/>
                  <a:gd name="T63" fmla="*/ 2147483647 h 70"/>
                  <a:gd name="T64" fmla="*/ 2147483647 w 71"/>
                  <a:gd name="T65" fmla="*/ 2147483647 h 70"/>
                  <a:gd name="T66" fmla="*/ 2147483647 w 71"/>
                  <a:gd name="T67" fmla="*/ 2147483647 h 70"/>
                  <a:gd name="T68" fmla="*/ 0 w 71"/>
                  <a:gd name="T69" fmla="*/ 2147483647 h 70"/>
                  <a:gd name="T70" fmla="*/ 2147483647 w 71"/>
                  <a:gd name="T71" fmla="*/ 2147483647 h 70"/>
                  <a:gd name="T72" fmla="*/ 2147483647 w 71"/>
                  <a:gd name="T73" fmla="*/ 2147483647 h 7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1" h="70">
                    <a:moveTo>
                      <a:pt x="6" y="63"/>
                    </a:moveTo>
                    <a:lnTo>
                      <a:pt x="6" y="64"/>
                    </a:lnTo>
                    <a:lnTo>
                      <a:pt x="7" y="64"/>
                    </a:lnTo>
                    <a:lnTo>
                      <a:pt x="7" y="65"/>
                    </a:lnTo>
                    <a:lnTo>
                      <a:pt x="8" y="65"/>
                    </a:lnTo>
                    <a:lnTo>
                      <a:pt x="8" y="66"/>
                    </a:lnTo>
                    <a:lnTo>
                      <a:pt x="9" y="66"/>
                    </a:lnTo>
                    <a:lnTo>
                      <a:pt x="10" y="66"/>
                    </a:lnTo>
                    <a:lnTo>
                      <a:pt x="10" y="67"/>
                    </a:lnTo>
                    <a:lnTo>
                      <a:pt x="12" y="68"/>
                    </a:lnTo>
                    <a:lnTo>
                      <a:pt x="12" y="69"/>
                    </a:lnTo>
                    <a:lnTo>
                      <a:pt x="17" y="69"/>
                    </a:lnTo>
                    <a:lnTo>
                      <a:pt x="18" y="69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19" y="65"/>
                    </a:lnTo>
                    <a:lnTo>
                      <a:pt x="19" y="64"/>
                    </a:lnTo>
                    <a:lnTo>
                      <a:pt x="20" y="64"/>
                    </a:lnTo>
                    <a:lnTo>
                      <a:pt x="22" y="64"/>
                    </a:lnTo>
                    <a:lnTo>
                      <a:pt x="23" y="65"/>
                    </a:lnTo>
                    <a:lnTo>
                      <a:pt x="24" y="65"/>
                    </a:lnTo>
                    <a:lnTo>
                      <a:pt x="28" y="67"/>
                    </a:lnTo>
                    <a:lnTo>
                      <a:pt x="32" y="67"/>
                    </a:lnTo>
                    <a:lnTo>
                      <a:pt x="32" y="70"/>
                    </a:lnTo>
                    <a:lnTo>
                      <a:pt x="42" y="69"/>
                    </a:lnTo>
                    <a:lnTo>
                      <a:pt x="67" y="68"/>
                    </a:lnTo>
                    <a:lnTo>
                      <a:pt x="71" y="68"/>
                    </a:lnTo>
                    <a:lnTo>
                      <a:pt x="71" y="64"/>
                    </a:lnTo>
                    <a:lnTo>
                      <a:pt x="70" y="41"/>
                    </a:lnTo>
                    <a:lnTo>
                      <a:pt x="69" y="35"/>
                    </a:lnTo>
                    <a:lnTo>
                      <a:pt x="52" y="12"/>
                    </a:lnTo>
                    <a:lnTo>
                      <a:pt x="49" y="8"/>
                    </a:lnTo>
                    <a:lnTo>
                      <a:pt x="48" y="9"/>
                    </a:lnTo>
                    <a:lnTo>
                      <a:pt x="46" y="9"/>
                    </a:lnTo>
                    <a:lnTo>
                      <a:pt x="45" y="8"/>
                    </a:lnTo>
                    <a:lnTo>
                      <a:pt x="44" y="8"/>
                    </a:lnTo>
                    <a:lnTo>
                      <a:pt x="42" y="8"/>
                    </a:lnTo>
                    <a:lnTo>
                      <a:pt x="42" y="0"/>
                    </a:lnTo>
                    <a:lnTo>
                      <a:pt x="41" y="0"/>
                    </a:lnTo>
                    <a:lnTo>
                      <a:pt x="40" y="3"/>
                    </a:lnTo>
                    <a:lnTo>
                      <a:pt x="39" y="8"/>
                    </a:lnTo>
                    <a:lnTo>
                      <a:pt x="40" y="19"/>
                    </a:lnTo>
                    <a:lnTo>
                      <a:pt x="41" y="21"/>
                    </a:lnTo>
                    <a:lnTo>
                      <a:pt x="41" y="22"/>
                    </a:lnTo>
                    <a:lnTo>
                      <a:pt x="39" y="23"/>
                    </a:lnTo>
                    <a:lnTo>
                      <a:pt x="39" y="24"/>
                    </a:lnTo>
                    <a:lnTo>
                      <a:pt x="37" y="25"/>
                    </a:lnTo>
                    <a:lnTo>
                      <a:pt x="36" y="25"/>
                    </a:lnTo>
                    <a:lnTo>
                      <a:pt x="36" y="26"/>
                    </a:lnTo>
                    <a:lnTo>
                      <a:pt x="36" y="30"/>
                    </a:lnTo>
                    <a:lnTo>
                      <a:pt x="36" y="32"/>
                    </a:lnTo>
                    <a:lnTo>
                      <a:pt x="36" y="34"/>
                    </a:lnTo>
                    <a:lnTo>
                      <a:pt x="35" y="36"/>
                    </a:lnTo>
                    <a:lnTo>
                      <a:pt x="34" y="37"/>
                    </a:lnTo>
                    <a:lnTo>
                      <a:pt x="32" y="39"/>
                    </a:lnTo>
                    <a:lnTo>
                      <a:pt x="20" y="48"/>
                    </a:lnTo>
                    <a:lnTo>
                      <a:pt x="20" y="49"/>
                    </a:lnTo>
                    <a:lnTo>
                      <a:pt x="18" y="49"/>
                    </a:lnTo>
                    <a:lnTo>
                      <a:pt x="17" y="50"/>
                    </a:lnTo>
                    <a:lnTo>
                      <a:pt x="16" y="50"/>
                    </a:lnTo>
                    <a:lnTo>
                      <a:pt x="15" y="51"/>
                    </a:lnTo>
                    <a:lnTo>
                      <a:pt x="14" y="51"/>
                    </a:lnTo>
                    <a:lnTo>
                      <a:pt x="13" y="51"/>
                    </a:lnTo>
                    <a:lnTo>
                      <a:pt x="0" y="53"/>
                    </a:lnTo>
                    <a:lnTo>
                      <a:pt x="2" y="56"/>
                    </a:lnTo>
                    <a:lnTo>
                      <a:pt x="5" y="57"/>
                    </a:lnTo>
                    <a:lnTo>
                      <a:pt x="6" y="60"/>
                    </a:lnTo>
                    <a:lnTo>
                      <a:pt x="6" y="63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95" name="Freeform 32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2886846" y="4124895"/>
                <a:ext cx="206842" cy="154889"/>
              </a:xfrm>
              <a:custGeom>
                <a:avLst/>
                <a:gdLst>
                  <a:gd name="T0" fmla="*/ 2147483647 w 27"/>
                  <a:gd name="T1" fmla="*/ 2147483647 h 20"/>
                  <a:gd name="T2" fmla="*/ 2147483647 w 27"/>
                  <a:gd name="T3" fmla="*/ 2147483647 h 20"/>
                  <a:gd name="T4" fmla="*/ 2147483647 w 27"/>
                  <a:gd name="T5" fmla="*/ 2147483647 h 20"/>
                  <a:gd name="T6" fmla="*/ 2147483647 w 27"/>
                  <a:gd name="T7" fmla="*/ 2147483647 h 20"/>
                  <a:gd name="T8" fmla="*/ 2147483647 w 27"/>
                  <a:gd name="T9" fmla="*/ 2147483647 h 20"/>
                  <a:gd name="T10" fmla="*/ 2147483647 w 27"/>
                  <a:gd name="T11" fmla="*/ 2147483647 h 20"/>
                  <a:gd name="T12" fmla="*/ 2147483647 w 27"/>
                  <a:gd name="T13" fmla="*/ 2147483647 h 20"/>
                  <a:gd name="T14" fmla="*/ 2147483647 w 27"/>
                  <a:gd name="T15" fmla="*/ 2147483647 h 20"/>
                  <a:gd name="T16" fmla="*/ 2147483647 w 27"/>
                  <a:gd name="T17" fmla="*/ 2147483647 h 20"/>
                  <a:gd name="T18" fmla="*/ 2147483647 w 27"/>
                  <a:gd name="T19" fmla="*/ 2147483647 h 20"/>
                  <a:gd name="T20" fmla="*/ 2147483647 w 27"/>
                  <a:gd name="T21" fmla="*/ 2147483647 h 20"/>
                  <a:gd name="T22" fmla="*/ 2147483647 w 27"/>
                  <a:gd name="T23" fmla="*/ 2147483647 h 20"/>
                  <a:gd name="T24" fmla="*/ 2147483647 w 27"/>
                  <a:gd name="T25" fmla="*/ 2147483647 h 20"/>
                  <a:gd name="T26" fmla="*/ 2147483647 w 27"/>
                  <a:gd name="T27" fmla="*/ 2147483647 h 20"/>
                  <a:gd name="T28" fmla="*/ 2147483647 w 27"/>
                  <a:gd name="T29" fmla="*/ 2147483647 h 20"/>
                  <a:gd name="T30" fmla="*/ 2147483647 w 27"/>
                  <a:gd name="T31" fmla="*/ 2147483647 h 20"/>
                  <a:gd name="T32" fmla="*/ 2147483647 w 27"/>
                  <a:gd name="T33" fmla="*/ 2147483647 h 20"/>
                  <a:gd name="T34" fmla="*/ 2147483647 w 27"/>
                  <a:gd name="T35" fmla="*/ 2147483647 h 20"/>
                  <a:gd name="T36" fmla="*/ 2147483647 w 27"/>
                  <a:gd name="T37" fmla="*/ 2147483647 h 20"/>
                  <a:gd name="T38" fmla="*/ 2147483647 w 27"/>
                  <a:gd name="T39" fmla="*/ 2147483647 h 20"/>
                  <a:gd name="T40" fmla="*/ 2147483647 w 27"/>
                  <a:gd name="T41" fmla="*/ 2147483647 h 20"/>
                  <a:gd name="T42" fmla="*/ 2147483647 w 27"/>
                  <a:gd name="T43" fmla="*/ 2147483647 h 20"/>
                  <a:gd name="T44" fmla="*/ 2147483647 w 27"/>
                  <a:gd name="T45" fmla="*/ 2147483647 h 20"/>
                  <a:gd name="T46" fmla="*/ 2147483647 w 27"/>
                  <a:gd name="T47" fmla="*/ 2147483647 h 20"/>
                  <a:gd name="T48" fmla="*/ 2147483647 w 27"/>
                  <a:gd name="T49" fmla="*/ 2147483647 h 20"/>
                  <a:gd name="T50" fmla="*/ 2147483647 w 27"/>
                  <a:gd name="T51" fmla="*/ 2147483647 h 20"/>
                  <a:gd name="T52" fmla="*/ 2147483647 w 27"/>
                  <a:gd name="T53" fmla="*/ 2147483647 h 20"/>
                  <a:gd name="T54" fmla="*/ 2147483647 w 27"/>
                  <a:gd name="T55" fmla="*/ 2147483647 h 20"/>
                  <a:gd name="T56" fmla="*/ 2147483647 w 27"/>
                  <a:gd name="T57" fmla="*/ 2147483647 h 20"/>
                  <a:gd name="T58" fmla="*/ 2147483647 w 27"/>
                  <a:gd name="T59" fmla="*/ 2147483647 h 20"/>
                  <a:gd name="T60" fmla="*/ 2147483647 w 27"/>
                  <a:gd name="T61" fmla="*/ 2147483647 h 20"/>
                  <a:gd name="T62" fmla="*/ 2147483647 w 27"/>
                  <a:gd name="T63" fmla="*/ 2147483647 h 20"/>
                  <a:gd name="T64" fmla="*/ 2147483647 w 27"/>
                  <a:gd name="T65" fmla="*/ 2147483647 h 20"/>
                  <a:gd name="T66" fmla="*/ 2147483647 w 27"/>
                  <a:gd name="T67" fmla="*/ 2147483647 h 20"/>
                  <a:gd name="T68" fmla="*/ 2147483647 w 27"/>
                  <a:gd name="T69" fmla="*/ 2147483647 h 20"/>
                  <a:gd name="T70" fmla="*/ 2147483647 w 27"/>
                  <a:gd name="T71" fmla="*/ 2147483647 h 20"/>
                  <a:gd name="T72" fmla="*/ 2147483647 w 27"/>
                  <a:gd name="T73" fmla="*/ 0 h 20"/>
                  <a:gd name="T74" fmla="*/ 2147483647 w 27"/>
                  <a:gd name="T75" fmla="*/ 0 h 20"/>
                  <a:gd name="T76" fmla="*/ 2147483647 w 27"/>
                  <a:gd name="T77" fmla="*/ 2147483647 h 20"/>
                  <a:gd name="T78" fmla="*/ 2147483647 w 27"/>
                  <a:gd name="T79" fmla="*/ 2147483647 h 20"/>
                  <a:gd name="T80" fmla="*/ 2147483647 w 27"/>
                  <a:gd name="T81" fmla="*/ 2147483647 h 20"/>
                  <a:gd name="T82" fmla="*/ 2147483647 w 27"/>
                  <a:gd name="T83" fmla="*/ 2147483647 h 20"/>
                  <a:gd name="T84" fmla="*/ 2147483647 w 27"/>
                  <a:gd name="T85" fmla="*/ 2147483647 h 20"/>
                  <a:gd name="T86" fmla="*/ 2147483647 w 27"/>
                  <a:gd name="T87" fmla="*/ 2147483647 h 20"/>
                  <a:gd name="T88" fmla="*/ 2147483647 w 27"/>
                  <a:gd name="T89" fmla="*/ 2147483647 h 20"/>
                  <a:gd name="T90" fmla="*/ 2147483647 w 27"/>
                  <a:gd name="T91" fmla="*/ 2147483647 h 20"/>
                  <a:gd name="T92" fmla="*/ 2147483647 w 27"/>
                  <a:gd name="T93" fmla="*/ 2147483647 h 20"/>
                  <a:gd name="T94" fmla="*/ 2147483647 w 27"/>
                  <a:gd name="T95" fmla="*/ 2147483647 h 20"/>
                  <a:gd name="T96" fmla="*/ 2147483647 w 27"/>
                  <a:gd name="T97" fmla="*/ 2147483647 h 20"/>
                  <a:gd name="T98" fmla="*/ 2147483647 w 27"/>
                  <a:gd name="T99" fmla="*/ 2147483647 h 20"/>
                  <a:gd name="T100" fmla="*/ 2147483647 w 27"/>
                  <a:gd name="T101" fmla="*/ 2147483647 h 20"/>
                  <a:gd name="T102" fmla="*/ 2147483647 w 27"/>
                  <a:gd name="T103" fmla="*/ 2147483647 h 20"/>
                  <a:gd name="T104" fmla="*/ 2147483647 w 27"/>
                  <a:gd name="T105" fmla="*/ 2147483647 h 20"/>
                  <a:gd name="T106" fmla="*/ 2147483647 w 27"/>
                  <a:gd name="T107" fmla="*/ 2147483647 h 20"/>
                  <a:gd name="T108" fmla="*/ 2147483647 w 27"/>
                  <a:gd name="T109" fmla="*/ 2147483647 h 20"/>
                  <a:gd name="T110" fmla="*/ 2147483647 w 27"/>
                  <a:gd name="T111" fmla="*/ 2147483647 h 20"/>
                  <a:gd name="T112" fmla="*/ 2147483647 w 27"/>
                  <a:gd name="T113" fmla="*/ 2147483647 h 20"/>
                  <a:gd name="T114" fmla="*/ 2147483647 w 27"/>
                  <a:gd name="T115" fmla="*/ 2147483647 h 20"/>
                  <a:gd name="T116" fmla="*/ 2147483647 w 27"/>
                  <a:gd name="T117" fmla="*/ 2147483647 h 2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7" h="20">
                    <a:moveTo>
                      <a:pt x="0" y="8"/>
                    </a:moveTo>
                    <a:lnTo>
                      <a:pt x="1" y="9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4" y="10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4" y="11"/>
                    </a:lnTo>
                    <a:lnTo>
                      <a:pt x="5" y="11"/>
                    </a:lnTo>
                    <a:lnTo>
                      <a:pt x="7" y="12"/>
                    </a:lnTo>
                    <a:lnTo>
                      <a:pt x="9" y="13"/>
                    </a:lnTo>
                    <a:lnTo>
                      <a:pt x="10" y="14"/>
                    </a:lnTo>
                    <a:lnTo>
                      <a:pt x="11" y="14"/>
                    </a:lnTo>
                    <a:lnTo>
                      <a:pt x="12" y="15"/>
                    </a:lnTo>
                    <a:lnTo>
                      <a:pt x="13" y="15"/>
                    </a:lnTo>
                    <a:lnTo>
                      <a:pt x="16" y="18"/>
                    </a:lnTo>
                    <a:lnTo>
                      <a:pt x="17" y="19"/>
                    </a:lnTo>
                    <a:lnTo>
                      <a:pt x="18" y="20"/>
                    </a:lnTo>
                    <a:lnTo>
                      <a:pt x="20" y="18"/>
                    </a:lnTo>
                    <a:lnTo>
                      <a:pt x="22" y="17"/>
                    </a:lnTo>
                    <a:lnTo>
                      <a:pt x="22" y="16"/>
                    </a:lnTo>
                    <a:lnTo>
                      <a:pt x="22" y="15"/>
                    </a:lnTo>
                    <a:lnTo>
                      <a:pt x="24" y="15"/>
                    </a:lnTo>
                    <a:lnTo>
                      <a:pt x="24" y="14"/>
                    </a:lnTo>
                    <a:lnTo>
                      <a:pt x="24" y="13"/>
                    </a:lnTo>
                    <a:lnTo>
                      <a:pt x="25" y="13"/>
                    </a:lnTo>
                    <a:lnTo>
                      <a:pt x="26" y="13"/>
                    </a:lnTo>
                    <a:lnTo>
                      <a:pt x="26" y="12"/>
                    </a:lnTo>
                    <a:lnTo>
                      <a:pt x="27" y="12"/>
                    </a:lnTo>
                    <a:lnTo>
                      <a:pt x="27" y="11"/>
                    </a:lnTo>
                    <a:lnTo>
                      <a:pt x="26" y="10"/>
                    </a:lnTo>
                    <a:lnTo>
                      <a:pt x="26" y="9"/>
                    </a:lnTo>
                    <a:lnTo>
                      <a:pt x="26" y="8"/>
                    </a:lnTo>
                    <a:lnTo>
                      <a:pt x="26" y="7"/>
                    </a:lnTo>
                    <a:lnTo>
                      <a:pt x="26" y="6"/>
                    </a:lnTo>
                    <a:lnTo>
                      <a:pt x="26" y="5"/>
                    </a:lnTo>
                    <a:lnTo>
                      <a:pt x="27" y="5"/>
                    </a:lnTo>
                    <a:lnTo>
                      <a:pt x="24" y="2"/>
                    </a:lnTo>
                    <a:lnTo>
                      <a:pt x="24" y="1"/>
                    </a:lnTo>
                    <a:lnTo>
                      <a:pt x="24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2"/>
                    </a:lnTo>
                    <a:lnTo>
                      <a:pt x="20" y="2"/>
                    </a:lnTo>
                    <a:lnTo>
                      <a:pt x="20" y="3"/>
                    </a:lnTo>
                    <a:lnTo>
                      <a:pt x="19" y="3"/>
                    </a:lnTo>
                    <a:lnTo>
                      <a:pt x="19" y="2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14" y="2"/>
                    </a:lnTo>
                    <a:lnTo>
                      <a:pt x="13" y="3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10" y="5"/>
                    </a:lnTo>
                    <a:lnTo>
                      <a:pt x="9" y="6"/>
                    </a:lnTo>
                    <a:lnTo>
                      <a:pt x="8" y="6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5" y="6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96" name="Freeform 58">
                <a:hlinkClick r:id="" action="ppaction://noaction"/>
              </p:cNvPr>
              <p:cNvSpPr>
                <a:spLocks/>
              </p:cNvSpPr>
              <p:nvPr/>
            </p:nvSpPr>
            <p:spPr bwMode="auto">
              <a:xfrm>
                <a:off x="3749964" y="4126185"/>
                <a:ext cx="53626" cy="85189"/>
              </a:xfrm>
              <a:custGeom>
                <a:avLst/>
                <a:gdLst>
                  <a:gd name="T0" fmla="*/ 0 w 7"/>
                  <a:gd name="T1" fmla="*/ 2147483647 h 11"/>
                  <a:gd name="T2" fmla="*/ 0 w 7"/>
                  <a:gd name="T3" fmla="*/ 2147483647 h 11"/>
                  <a:gd name="T4" fmla="*/ 0 w 7"/>
                  <a:gd name="T5" fmla="*/ 2147483647 h 11"/>
                  <a:gd name="T6" fmla="*/ 0 w 7"/>
                  <a:gd name="T7" fmla="*/ 2147483647 h 11"/>
                  <a:gd name="T8" fmla="*/ 0 w 7"/>
                  <a:gd name="T9" fmla="*/ 2147483647 h 11"/>
                  <a:gd name="T10" fmla="*/ 2147483647 w 7"/>
                  <a:gd name="T11" fmla="*/ 2147483647 h 11"/>
                  <a:gd name="T12" fmla="*/ 2147483647 w 7"/>
                  <a:gd name="T13" fmla="*/ 2147483647 h 11"/>
                  <a:gd name="T14" fmla="*/ 2147483647 w 7"/>
                  <a:gd name="T15" fmla="*/ 2147483647 h 11"/>
                  <a:gd name="T16" fmla="*/ 2147483647 w 7"/>
                  <a:gd name="T17" fmla="*/ 2147483647 h 11"/>
                  <a:gd name="T18" fmla="*/ 2147483647 w 7"/>
                  <a:gd name="T19" fmla="*/ 2147483647 h 11"/>
                  <a:gd name="T20" fmla="*/ 2147483647 w 7"/>
                  <a:gd name="T21" fmla="*/ 2147483647 h 11"/>
                  <a:gd name="T22" fmla="*/ 2147483647 w 7"/>
                  <a:gd name="T23" fmla="*/ 2147483647 h 11"/>
                  <a:gd name="T24" fmla="*/ 2147483647 w 7"/>
                  <a:gd name="T25" fmla="*/ 2147483647 h 11"/>
                  <a:gd name="T26" fmla="*/ 2147483647 w 7"/>
                  <a:gd name="T27" fmla="*/ 2147483647 h 11"/>
                  <a:gd name="T28" fmla="*/ 2147483647 w 7"/>
                  <a:gd name="T29" fmla="*/ 2147483647 h 11"/>
                  <a:gd name="T30" fmla="*/ 2147483647 w 7"/>
                  <a:gd name="T31" fmla="*/ 2147483647 h 11"/>
                  <a:gd name="T32" fmla="*/ 2147483647 w 7"/>
                  <a:gd name="T33" fmla="*/ 2147483647 h 11"/>
                  <a:gd name="T34" fmla="*/ 2147483647 w 7"/>
                  <a:gd name="T35" fmla="*/ 2147483647 h 11"/>
                  <a:gd name="T36" fmla="*/ 2147483647 w 7"/>
                  <a:gd name="T37" fmla="*/ 2147483647 h 11"/>
                  <a:gd name="T38" fmla="*/ 2147483647 w 7"/>
                  <a:gd name="T39" fmla="*/ 2147483647 h 11"/>
                  <a:gd name="T40" fmla="*/ 2147483647 w 7"/>
                  <a:gd name="T41" fmla="*/ 2147483647 h 11"/>
                  <a:gd name="T42" fmla="*/ 2147483647 w 7"/>
                  <a:gd name="T43" fmla="*/ 0 h 11"/>
                  <a:gd name="T44" fmla="*/ 2147483647 w 7"/>
                  <a:gd name="T45" fmla="*/ 0 h 11"/>
                  <a:gd name="T46" fmla="*/ 2147483647 w 7"/>
                  <a:gd name="T47" fmla="*/ 0 h 11"/>
                  <a:gd name="T48" fmla="*/ 2147483647 w 7"/>
                  <a:gd name="T49" fmla="*/ 2147483647 h 11"/>
                  <a:gd name="T50" fmla="*/ 2147483647 w 7"/>
                  <a:gd name="T51" fmla="*/ 2147483647 h 11"/>
                  <a:gd name="T52" fmla="*/ 2147483647 w 7"/>
                  <a:gd name="T53" fmla="*/ 2147483647 h 11"/>
                  <a:gd name="T54" fmla="*/ 2147483647 w 7"/>
                  <a:gd name="T55" fmla="*/ 2147483647 h 11"/>
                  <a:gd name="T56" fmla="*/ 2147483647 w 7"/>
                  <a:gd name="T57" fmla="*/ 2147483647 h 11"/>
                  <a:gd name="T58" fmla="*/ 2147483647 w 7"/>
                  <a:gd name="T59" fmla="*/ 2147483647 h 11"/>
                  <a:gd name="T60" fmla="*/ 2147483647 w 7"/>
                  <a:gd name="T61" fmla="*/ 2147483647 h 11"/>
                  <a:gd name="T62" fmla="*/ 2147483647 w 7"/>
                  <a:gd name="T63" fmla="*/ 2147483647 h 11"/>
                  <a:gd name="T64" fmla="*/ 2147483647 w 7"/>
                  <a:gd name="T65" fmla="*/ 2147483647 h 11"/>
                  <a:gd name="T66" fmla="*/ 2147483647 w 7"/>
                  <a:gd name="T67" fmla="*/ 2147483647 h 11"/>
                  <a:gd name="T68" fmla="*/ 2147483647 w 7"/>
                  <a:gd name="T69" fmla="*/ 2147483647 h 11"/>
                  <a:gd name="T70" fmla="*/ 2147483647 w 7"/>
                  <a:gd name="T71" fmla="*/ 2147483647 h 11"/>
                  <a:gd name="T72" fmla="*/ 2147483647 w 7"/>
                  <a:gd name="T73" fmla="*/ 2147483647 h 11"/>
                  <a:gd name="T74" fmla="*/ 2147483647 w 7"/>
                  <a:gd name="T75" fmla="*/ 2147483647 h 11"/>
                  <a:gd name="T76" fmla="*/ 2147483647 w 7"/>
                  <a:gd name="T77" fmla="*/ 2147483647 h 11"/>
                  <a:gd name="T78" fmla="*/ 2147483647 w 7"/>
                  <a:gd name="T79" fmla="*/ 2147483647 h 11"/>
                  <a:gd name="T80" fmla="*/ 2147483647 w 7"/>
                  <a:gd name="T81" fmla="*/ 2147483647 h 11"/>
                  <a:gd name="T82" fmla="*/ 2147483647 w 7"/>
                  <a:gd name="T83" fmla="*/ 2147483647 h 11"/>
                  <a:gd name="T84" fmla="*/ 2147483647 w 7"/>
                  <a:gd name="T85" fmla="*/ 2147483647 h 11"/>
                  <a:gd name="T86" fmla="*/ 2147483647 w 7"/>
                  <a:gd name="T87" fmla="*/ 2147483647 h 11"/>
                  <a:gd name="T88" fmla="*/ 2147483647 w 7"/>
                  <a:gd name="T89" fmla="*/ 2147483647 h 11"/>
                  <a:gd name="T90" fmla="*/ 2147483647 w 7"/>
                  <a:gd name="T91" fmla="*/ 2147483647 h 11"/>
                  <a:gd name="T92" fmla="*/ 2147483647 w 7"/>
                  <a:gd name="T93" fmla="*/ 2147483647 h 11"/>
                  <a:gd name="T94" fmla="*/ 2147483647 w 7"/>
                  <a:gd name="T95" fmla="*/ 2147483647 h 11"/>
                  <a:gd name="T96" fmla="*/ 2147483647 w 7"/>
                  <a:gd name="T97" fmla="*/ 2147483647 h 11"/>
                  <a:gd name="T98" fmla="*/ 2147483647 w 7"/>
                  <a:gd name="T99" fmla="*/ 2147483647 h 11"/>
                  <a:gd name="T100" fmla="*/ 2147483647 w 7"/>
                  <a:gd name="T101" fmla="*/ 2147483647 h 11"/>
                  <a:gd name="T102" fmla="*/ 2147483647 w 7"/>
                  <a:gd name="T103" fmla="*/ 2147483647 h 11"/>
                  <a:gd name="T104" fmla="*/ 2147483647 w 7"/>
                  <a:gd name="T105" fmla="*/ 2147483647 h 11"/>
                  <a:gd name="T106" fmla="*/ 2147483647 w 7"/>
                  <a:gd name="T107" fmla="*/ 2147483647 h 11"/>
                  <a:gd name="T108" fmla="*/ 2147483647 w 7"/>
                  <a:gd name="T109" fmla="*/ 2147483647 h 11"/>
                  <a:gd name="T110" fmla="*/ 2147483647 w 7"/>
                  <a:gd name="T111" fmla="*/ 2147483647 h 11"/>
                  <a:gd name="T112" fmla="*/ 2147483647 w 7"/>
                  <a:gd name="T113" fmla="*/ 2147483647 h 11"/>
                  <a:gd name="T114" fmla="*/ 2147483647 w 7"/>
                  <a:gd name="T115" fmla="*/ 2147483647 h 11"/>
                  <a:gd name="T116" fmla="*/ 0 w 7"/>
                  <a:gd name="T117" fmla="*/ 2147483647 h 11"/>
                  <a:gd name="T118" fmla="*/ 0 w 7"/>
                  <a:gd name="T119" fmla="*/ 2147483647 h 11"/>
                  <a:gd name="T120" fmla="*/ 0 w 7"/>
                  <a:gd name="T121" fmla="*/ 2147483647 h 1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"/>
                  <a:gd name="T184" fmla="*/ 0 h 11"/>
                  <a:gd name="T185" fmla="*/ 7 w 7"/>
                  <a:gd name="T186" fmla="*/ 11 h 11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" h="11">
                    <a:moveTo>
                      <a:pt x="0" y="6"/>
                    </a:move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5" y="1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  <a:lnTo>
                      <a:pt x="6" y="10"/>
                    </a:lnTo>
                    <a:lnTo>
                      <a:pt x="5" y="11"/>
                    </a:lnTo>
                    <a:lnTo>
                      <a:pt x="4" y="11"/>
                    </a:lnTo>
                    <a:lnTo>
                      <a:pt x="2" y="10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>
                <a:solidFill>
                  <a:sysClr val="window" lastClr="FFFFFF">
                    <a:lumMod val="75000"/>
                  </a:sys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397" name="Elipse 395"/>
              <p:cNvSpPr/>
              <p:nvPr/>
            </p:nvSpPr>
            <p:spPr>
              <a:xfrm>
                <a:off x="2123549" y="2030075"/>
                <a:ext cx="180000" cy="180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98" name="Elipse 396"/>
              <p:cNvSpPr/>
              <p:nvPr/>
            </p:nvSpPr>
            <p:spPr>
              <a:xfrm>
                <a:off x="1180596" y="1722114"/>
                <a:ext cx="180000" cy="180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99" name="Elipse 397"/>
              <p:cNvSpPr/>
              <p:nvPr/>
            </p:nvSpPr>
            <p:spPr>
              <a:xfrm>
                <a:off x="1977533" y="2127347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0" name="Elipse 398"/>
              <p:cNvSpPr/>
              <p:nvPr/>
            </p:nvSpPr>
            <p:spPr>
              <a:xfrm>
                <a:off x="1786700" y="2162746"/>
                <a:ext cx="180000" cy="180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1" name="Elipse 399"/>
              <p:cNvSpPr/>
              <p:nvPr/>
            </p:nvSpPr>
            <p:spPr>
              <a:xfrm>
                <a:off x="1711824" y="1933346"/>
                <a:ext cx="180000" cy="180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2" name="Elipse 400"/>
              <p:cNvSpPr/>
              <p:nvPr/>
            </p:nvSpPr>
            <p:spPr>
              <a:xfrm>
                <a:off x="1259866" y="1979259"/>
                <a:ext cx="180000" cy="180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3" name="Elipse 401"/>
              <p:cNvSpPr/>
              <p:nvPr/>
            </p:nvSpPr>
            <p:spPr>
              <a:xfrm>
                <a:off x="1501672" y="2515988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4" name="Elipse 402"/>
              <p:cNvSpPr/>
              <p:nvPr/>
            </p:nvSpPr>
            <p:spPr>
              <a:xfrm>
                <a:off x="1759157" y="3053266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5" name="Elipse 403"/>
              <p:cNvSpPr/>
              <p:nvPr/>
            </p:nvSpPr>
            <p:spPr>
              <a:xfrm>
                <a:off x="2056758" y="2017869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6" name="Elipse 404"/>
              <p:cNvSpPr/>
              <p:nvPr/>
            </p:nvSpPr>
            <p:spPr>
              <a:xfrm>
                <a:off x="1928364" y="2099739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7" name="Elipse 405"/>
              <p:cNvSpPr/>
              <p:nvPr/>
            </p:nvSpPr>
            <p:spPr>
              <a:xfrm>
                <a:off x="1714518" y="216274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8" name="Elipse 406"/>
              <p:cNvSpPr/>
              <p:nvPr/>
            </p:nvSpPr>
            <p:spPr>
              <a:xfrm>
                <a:off x="1819500" y="234793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9" name="Elipse 407"/>
              <p:cNvSpPr/>
              <p:nvPr/>
            </p:nvSpPr>
            <p:spPr>
              <a:xfrm>
                <a:off x="1902291" y="2003858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0" name="Elipse 408"/>
              <p:cNvSpPr/>
              <p:nvPr/>
            </p:nvSpPr>
            <p:spPr>
              <a:xfrm>
                <a:off x="1876700" y="316126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1" name="Elipse 409"/>
              <p:cNvSpPr/>
              <p:nvPr/>
            </p:nvSpPr>
            <p:spPr>
              <a:xfrm>
                <a:off x="1915103" y="3239660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2" name="Elipse 410"/>
              <p:cNvSpPr/>
              <p:nvPr/>
            </p:nvSpPr>
            <p:spPr>
              <a:xfrm>
                <a:off x="1841308" y="209074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3" name="Elipse 411"/>
              <p:cNvSpPr/>
              <p:nvPr/>
            </p:nvSpPr>
            <p:spPr>
              <a:xfrm>
                <a:off x="1989627" y="2022979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4" name="Elipse 412"/>
              <p:cNvSpPr/>
              <p:nvPr/>
            </p:nvSpPr>
            <p:spPr>
              <a:xfrm>
                <a:off x="1997936" y="325909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5" name="Elipse 413"/>
              <p:cNvSpPr/>
              <p:nvPr/>
            </p:nvSpPr>
            <p:spPr>
              <a:xfrm>
                <a:off x="1144596" y="1703598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6" name="Elipse 414"/>
              <p:cNvSpPr/>
              <p:nvPr/>
            </p:nvSpPr>
            <p:spPr>
              <a:xfrm>
                <a:off x="1352278" y="1716153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7" name="Elipse 415"/>
              <p:cNvSpPr/>
              <p:nvPr/>
            </p:nvSpPr>
            <p:spPr>
              <a:xfrm>
                <a:off x="1666502" y="191671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8" name="Elipse 416"/>
              <p:cNvSpPr/>
              <p:nvPr/>
            </p:nvSpPr>
            <p:spPr>
              <a:xfrm>
                <a:off x="1711047" y="2064983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9" name="Elipse 417"/>
              <p:cNvSpPr/>
              <p:nvPr/>
            </p:nvSpPr>
            <p:spPr>
              <a:xfrm>
                <a:off x="1788294" y="2099455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0" name="Elipse 418"/>
              <p:cNvSpPr/>
              <p:nvPr/>
            </p:nvSpPr>
            <p:spPr>
              <a:xfrm>
                <a:off x="1213926" y="1879608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1" name="Elipse 419"/>
              <p:cNvSpPr/>
              <p:nvPr/>
            </p:nvSpPr>
            <p:spPr>
              <a:xfrm>
                <a:off x="1431654" y="1803859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2" name="Elipse 420"/>
              <p:cNvSpPr/>
              <p:nvPr/>
            </p:nvSpPr>
            <p:spPr>
              <a:xfrm>
                <a:off x="1512377" y="1794114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3" name="Elipse 421"/>
              <p:cNvSpPr/>
              <p:nvPr/>
            </p:nvSpPr>
            <p:spPr>
              <a:xfrm>
                <a:off x="1353381" y="1856542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4" name="Elipse 422"/>
              <p:cNvSpPr/>
              <p:nvPr/>
            </p:nvSpPr>
            <p:spPr>
              <a:xfrm>
                <a:off x="1301185" y="1908075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5" name="Elipse 423"/>
              <p:cNvSpPr/>
              <p:nvPr/>
            </p:nvSpPr>
            <p:spPr>
              <a:xfrm>
                <a:off x="1231529" y="1960833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6" name="Elipse 424"/>
              <p:cNvSpPr/>
              <p:nvPr/>
            </p:nvSpPr>
            <p:spPr>
              <a:xfrm>
                <a:off x="1292649" y="2144746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7" name="Elipse 425"/>
              <p:cNvSpPr/>
              <p:nvPr/>
            </p:nvSpPr>
            <p:spPr>
              <a:xfrm>
                <a:off x="1405948" y="2186031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8" name="Elipse 426"/>
              <p:cNvSpPr/>
              <p:nvPr/>
            </p:nvSpPr>
            <p:spPr>
              <a:xfrm>
                <a:off x="1423632" y="2265226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9" name="Elipse 427"/>
              <p:cNvSpPr/>
              <p:nvPr/>
            </p:nvSpPr>
            <p:spPr>
              <a:xfrm>
                <a:off x="1641152" y="2654998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0" name="Elipse 428"/>
              <p:cNvSpPr/>
              <p:nvPr/>
            </p:nvSpPr>
            <p:spPr>
              <a:xfrm>
                <a:off x="1388278" y="255969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1" name="Elipse 429"/>
              <p:cNvSpPr/>
              <p:nvPr/>
            </p:nvSpPr>
            <p:spPr>
              <a:xfrm>
                <a:off x="1598110" y="1888979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2" name="Elipse 430"/>
              <p:cNvSpPr/>
              <p:nvPr/>
            </p:nvSpPr>
            <p:spPr>
              <a:xfrm>
                <a:off x="1684513" y="1873315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3" name="Elipse 431"/>
              <p:cNvSpPr/>
              <p:nvPr/>
            </p:nvSpPr>
            <p:spPr>
              <a:xfrm>
                <a:off x="1619198" y="1842831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4" name="Elipse 432"/>
              <p:cNvSpPr/>
              <p:nvPr/>
            </p:nvSpPr>
            <p:spPr>
              <a:xfrm>
                <a:off x="1523406" y="1868959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5" name="Elipse 433"/>
              <p:cNvSpPr/>
              <p:nvPr/>
            </p:nvSpPr>
            <p:spPr>
              <a:xfrm>
                <a:off x="1571301" y="1864603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6" name="Elipse 434"/>
              <p:cNvSpPr/>
              <p:nvPr/>
            </p:nvSpPr>
            <p:spPr>
              <a:xfrm>
                <a:off x="1497279" y="1868958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7" name="Elipse 435"/>
              <p:cNvSpPr/>
              <p:nvPr/>
            </p:nvSpPr>
            <p:spPr>
              <a:xfrm>
                <a:off x="1384068" y="2252138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8" name="Elipse 436"/>
              <p:cNvSpPr/>
              <p:nvPr/>
            </p:nvSpPr>
            <p:spPr>
              <a:xfrm>
                <a:off x="1453732" y="2530813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39" name="Elipse 437"/>
              <p:cNvSpPr/>
              <p:nvPr/>
            </p:nvSpPr>
            <p:spPr>
              <a:xfrm>
                <a:off x="1784664" y="2313097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0" name="Elipse 438"/>
              <p:cNvSpPr/>
              <p:nvPr/>
            </p:nvSpPr>
            <p:spPr>
              <a:xfrm>
                <a:off x="1958835" y="3314579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1" name="Elipse 439"/>
              <p:cNvSpPr/>
              <p:nvPr/>
            </p:nvSpPr>
            <p:spPr>
              <a:xfrm>
                <a:off x="2002377" y="3340706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2" name="Elipse 440"/>
              <p:cNvSpPr/>
              <p:nvPr/>
            </p:nvSpPr>
            <p:spPr>
              <a:xfrm>
                <a:off x="1749828" y="2260845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3" name="Elipse 441"/>
              <p:cNvSpPr/>
              <p:nvPr/>
            </p:nvSpPr>
            <p:spPr>
              <a:xfrm>
                <a:off x="2009919" y="337670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4" name="Elipse 442"/>
              <p:cNvSpPr/>
              <p:nvPr/>
            </p:nvSpPr>
            <p:spPr>
              <a:xfrm>
                <a:off x="1655198" y="2784431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5" name="Elipse 443"/>
              <p:cNvSpPr/>
              <p:nvPr/>
            </p:nvSpPr>
            <p:spPr>
              <a:xfrm>
                <a:off x="1767326" y="2791305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6" name="Elipse 444"/>
              <p:cNvSpPr/>
              <p:nvPr/>
            </p:nvSpPr>
            <p:spPr>
              <a:xfrm flipH="1" flipV="1">
                <a:off x="1487406" y="2370413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7" name="Elipse 445"/>
              <p:cNvSpPr/>
              <p:nvPr/>
            </p:nvSpPr>
            <p:spPr>
              <a:xfrm>
                <a:off x="1714518" y="2738458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8" name="Elipse 446"/>
              <p:cNvSpPr/>
              <p:nvPr/>
            </p:nvSpPr>
            <p:spPr>
              <a:xfrm>
                <a:off x="1619238" y="2749544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49" name="Elipse 447"/>
              <p:cNvSpPr/>
              <p:nvPr/>
            </p:nvSpPr>
            <p:spPr>
              <a:xfrm>
                <a:off x="1675840" y="2605850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0" name="Elipse 448"/>
              <p:cNvSpPr/>
              <p:nvPr/>
            </p:nvSpPr>
            <p:spPr>
              <a:xfrm>
                <a:off x="1632299" y="2518774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1" name="Elipse 449"/>
              <p:cNvSpPr/>
              <p:nvPr/>
            </p:nvSpPr>
            <p:spPr>
              <a:xfrm>
                <a:off x="1444936" y="2627719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2" name="Elipse 450"/>
              <p:cNvSpPr/>
              <p:nvPr/>
            </p:nvSpPr>
            <p:spPr>
              <a:xfrm>
                <a:off x="1523435" y="2671163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3" name="Elipse 451"/>
              <p:cNvSpPr/>
              <p:nvPr/>
            </p:nvSpPr>
            <p:spPr>
              <a:xfrm>
                <a:off x="1532144" y="2723414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4" name="Elipse 452"/>
              <p:cNvSpPr/>
              <p:nvPr/>
            </p:nvSpPr>
            <p:spPr>
              <a:xfrm>
                <a:off x="1645359" y="2575367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5" name="Elipse 453"/>
              <p:cNvSpPr/>
              <p:nvPr/>
            </p:nvSpPr>
            <p:spPr>
              <a:xfrm>
                <a:off x="2089496" y="3393981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6" name="Elipse 454"/>
              <p:cNvSpPr/>
              <p:nvPr/>
            </p:nvSpPr>
            <p:spPr>
              <a:xfrm>
                <a:off x="1723733" y="284533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7" name="Elipse 455"/>
              <p:cNvSpPr/>
              <p:nvPr/>
            </p:nvSpPr>
            <p:spPr>
              <a:xfrm>
                <a:off x="1810822" y="2880173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8" name="Elipse 456"/>
              <p:cNvSpPr/>
              <p:nvPr/>
            </p:nvSpPr>
            <p:spPr>
              <a:xfrm>
                <a:off x="1584394" y="2688578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59" name="Elipse 457"/>
              <p:cNvSpPr/>
              <p:nvPr/>
            </p:nvSpPr>
            <p:spPr>
              <a:xfrm>
                <a:off x="1727618" y="2927032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0" name="Elipse 458"/>
              <p:cNvSpPr/>
              <p:nvPr/>
            </p:nvSpPr>
            <p:spPr>
              <a:xfrm>
                <a:off x="2426562" y="3016058"/>
                <a:ext cx="135854" cy="135496"/>
              </a:xfrm>
              <a:prstGeom prst="ellipse">
                <a:avLst/>
              </a:prstGeom>
              <a:pattFill prst="pct75">
                <a:fgClr>
                  <a:srgbClr val="FF00FF"/>
                </a:fgClr>
                <a:bgClr>
                  <a:sysClr val="window" lastClr="FFFFFF"/>
                </a:bgClr>
              </a:pattFill>
              <a:ln w="12700" cap="flat" cmpd="sng" algn="ctr">
                <a:solidFill>
                  <a:srgbClr val="FF00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1" name="Elipse 459"/>
              <p:cNvSpPr/>
              <p:nvPr/>
            </p:nvSpPr>
            <p:spPr>
              <a:xfrm>
                <a:off x="2229332" y="2932247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2" name="Elipse 460"/>
              <p:cNvSpPr/>
              <p:nvPr/>
            </p:nvSpPr>
            <p:spPr>
              <a:xfrm>
                <a:off x="3505343" y="3027926"/>
                <a:ext cx="101891" cy="101622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3" name="Elipse 461"/>
              <p:cNvSpPr/>
              <p:nvPr/>
            </p:nvSpPr>
            <p:spPr>
              <a:xfrm>
                <a:off x="5221931" y="4266574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4" name="Elipse 462"/>
              <p:cNvSpPr/>
              <p:nvPr/>
            </p:nvSpPr>
            <p:spPr>
              <a:xfrm>
                <a:off x="5219147" y="4158013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5" name="Elipse 463"/>
              <p:cNvSpPr/>
              <p:nvPr/>
            </p:nvSpPr>
            <p:spPr>
              <a:xfrm>
                <a:off x="5076770" y="4152460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6" name="Elipse 464"/>
              <p:cNvSpPr/>
              <p:nvPr/>
            </p:nvSpPr>
            <p:spPr>
              <a:xfrm>
                <a:off x="5199479" y="4085733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7" name="Elipse 465"/>
              <p:cNvSpPr/>
              <p:nvPr/>
            </p:nvSpPr>
            <p:spPr>
              <a:xfrm>
                <a:off x="5116719" y="4062615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8" name="Elipse 466"/>
              <p:cNvSpPr/>
              <p:nvPr/>
            </p:nvSpPr>
            <p:spPr>
              <a:xfrm>
                <a:off x="4889668" y="4257283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9" name="Elipse 467"/>
              <p:cNvSpPr/>
              <p:nvPr/>
            </p:nvSpPr>
            <p:spPr>
              <a:xfrm>
                <a:off x="5190115" y="4287763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0" name="Elipse 468"/>
              <p:cNvSpPr/>
              <p:nvPr/>
            </p:nvSpPr>
            <p:spPr>
              <a:xfrm>
                <a:off x="4947558" y="4250379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1" name="Elipse 469"/>
              <p:cNvSpPr/>
              <p:nvPr/>
            </p:nvSpPr>
            <p:spPr>
              <a:xfrm>
                <a:off x="5129722" y="4302633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2" name="Elipse 470"/>
              <p:cNvSpPr/>
              <p:nvPr/>
            </p:nvSpPr>
            <p:spPr>
              <a:xfrm>
                <a:off x="4899656" y="4298276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3" name="Elipse 471"/>
              <p:cNvSpPr/>
              <p:nvPr/>
            </p:nvSpPr>
            <p:spPr>
              <a:xfrm>
                <a:off x="5047705" y="428085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4" name="Elipse 472"/>
              <p:cNvSpPr/>
              <p:nvPr/>
            </p:nvSpPr>
            <p:spPr>
              <a:xfrm>
                <a:off x="5034638" y="4224250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5" name="Elipse 473"/>
              <p:cNvSpPr/>
              <p:nvPr/>
            </p:nvSpPr>
            <p:spPr>
              <a:xfrm>
                <a:off x="4947549" y="4328759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6" name="Elipse 474"/>
              <p:cNvSpPr/>
              <p:nvPr/>
            </p:nvSpPr>
            <p:spPr>
              <a:xfrm>
                <a:off x="4986744" y="4211186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7" name="Elipse 475"/>
              <p:cNvSpPr/>
              <p:nvPr/>
            </p:nvSpPr>
            <p:spPr>
              <a:xfrm>
                <a:off x="2879186" y="4142906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8" name="Elipse 476"/>
              <p:cNvSpPr/>
              <p:nvPr/>
            </p:nvSpPr>
            <p:spPr>
              <a:xfrm>
                <a:off x="2927081" y="4155962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9" name="Elipse 477"/>
              <p:cNvSpPr/>
              <p:nvPr/>
            </p:nvSpPr>
            <p:spPr>
              <a:xfrm>
                <a:off x="3775975" y="3725987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0" name="Elipse 478"/>
              <p:cNvSpPr/>
              <p:nvPr/>
            </p:nvSpPr>
            <p:spPr>
              <a:xfrm>
                <a:off x="3707901" y="3791008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1" name="Elipse 479"/>
              <p:cNvSpPr/>
              <p:nvPr/>
            </p:nvSpPr>
            <p:spPr>
              <a:xfrm>
                <a:off x="3617319" y="3778013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2" name="Elipse 480"/>
              <p:cNvSpPr/>
              <p:nvPr/>
            </p:nvSpPr>
            <p:spPr>
              <a:xfrm>
                <a:off x="3568719" y="3680444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3" name="Elipse 481"/>
              <p:cNvSpPr/>
              <p:nvPr/>
            </p:nvSpPr>
            <p:spPr>
              <a:xfrm>
                <a:off x="3494384" y="3499729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4" name="Elipse 482"/>
              <p:cNvSpPr/>
              <p:nvPr/>
            </p:nvSpPr>
            <p:spPr>
              <a:xfrm>
                <a:off x="3359855" y="3763838"/>
                <a:ext cx="180000" cy="180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5" name="Elipse 483"/>
              <p:cNvSpPr/>
              <p:nvPr/>
            </p:nvSpPr>
            <p:spPr>
              <a:xfrm>
                <a:off x="3571520" y="3650873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6" name="Elipse 484"/>
              <p:cNvSpPr/>
              <p:nvPr/>
            </p:nvSpPr>
            <p:spPr>
              <a:xfrm>
                <a:off x="3453949" y="3585554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7" name="Elipse 485"/>
              <p:cNvSpPr/>
              <p:nvPr/>
            </p:nvSpPr>
            <p:spPr>
              <a:xfrm>
                <a:off x="3315897" y="3723326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8" name="Elipse 486"/>
              <p:cNvSpPr/>
              <p:nvPr/>
            </p:nvSpPr>
            <p:spPr>
              <a:xfrm>
                <a:off x="3537837" y="3786430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89" name="Elipse 487"/>
              <p:cNvSpPr/>
              <p:nvPr/>
            </p:nvSpPr>
            <p:spPr>
              <a:xfrm>
                <a:off x="3547128" y="3820467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0" name="Elipse 488"/>
              <p:cNvSpPr/>
              <p:nvPr/>
            </p:nvSpPr>
            <p:spPr>
              <a:xfrm>
                <a:off x="3588931" y="3781499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1" name="Elipse 489"/>
              <p:cNvSpPr/>
              <p:nvPr/>
            </p:nvSpPr>
            <p:spPr>
              <a:xfrm>
                <a:off x="3315747" y="3895844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2" name="Elipse 490"/>
              <p:cNvSpPr/>
              <p:nvPr/>
            </p:nvSpPr>
            <p:spPr>
              <a:xfrm>
                <a:off x="3638583" y="3860920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3" name="Elipse 491"/>
              <p:cNvSpPr/>
              <p:nvPr/>
            </p:nvSpPr>
            <p:spPr>
              <a:xfrm>
                <a:off x="3562793" y="3904326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4" name="Elipse 492"/>
              <p:cNvSpPr/>
              <p:nvPr/>
            </p:nvSpPr>
            <p:spPr>
              <a:xfrm>
                <a:off x="3449167" y="3939239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5" name="Elipse 493"/>
              <p:cNvSpPr/>
              <p:nvPr/>
            </p:nvSpPr>
            <p:spPr>
              <a:xfrm>
                <a:off x="3379731" y="3952217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6" name="Elipse 494"/>
              <p:cNvSpPr/>
              <p:nvPr/>
            </p:nvSpPr>
            <p:spPr>
              <a:xfrm>
                <a:off x="3628121" y="3637802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7" name="Elipse 495"/>
              <p:cNvSpPr/>
              <p:nvPr/>
            </p:nvSpPr>
            <p:spPr>
              <a:xfrm>
                <a:off x="3248829" y="3799838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8" name="Elipse 496"/>
              <p:cNvSpPr/>
              <p:nvPr/>
            </p:nvSpPr>
            <p:spPr>
              <a:xfrm>
                <a:off x="4201709" y="4199472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99" name="Elipse 497"/>
              <p:cNvSpPr/>
              <p:nvPr/>
            </p:nvSpPr>
            <p:spPr>
              <a:xfrm>
                <a:off x="4126888" y="4185283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0" name="Elipse 498"/>
              <p:cNvSpPr/>
              <p:nvPr/>
            </p:nvSpPr>
            <p:spPr>
              <a:xfrm>
                <a:off x="4084093" y="4203713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1" name="Elipse 499"/>
              <p:cNvSpPr/>
              <p:nvPr/>
            </p:nvSpPr>
            <p:spPr>
              <a:xfrm>
                <a:off x="4053612" y="4155816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2" name="Elipse 500"/>
              <p:cNvSpPr/>
              <p:nvPr/>
            </p:nvSpPr>
            <p:spPr>
              <a:xfrm>
                <a:off x="3953780" y="4069787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3" name="Elipse 501"/>
              <p:cNvSpPr/>
              <p:nvPr/>
            </p:nvSpPr>
            <p:spPr>
              <a:xfrm>
                <a:off x="4011103" y="4293283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4" name="Elipse 502"/>
              <p:cNvSpPr/>
              <p:nvPr/>
            </p:nvSpPr>
            <p:spPr>
              <a:xfrm>
                <a:off x="3921708" y="4177882"/>
                <a:ext cx="144000" cy="144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5" name="Elipse 503"/>
              <p:cNvSpPr/>
              <p:nvPr/>
            </p:nvSpPr>
            <p:spPr>
              <a:xfrm>
                <a:off x="3898602" y="3971254"/>
                <a:ext cx="108000" cy="108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6" name="Elipse 504"/>
              <p:cNvSpPr/>
              <p:nvPr/>
            </p:nvSpPr>
            <p:spPr>
              <a:xfrm>
                <a:off x="3615066" y="3624737"/>
                <a:ext cx="36000" cy="36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7" name="Elipse 505"/>
              <p:cNvSpPr/>
              <p:nvPr/>
            </p:nvSpPr>
            <p:spPr>
              <a:xfrm>
                <a:off x="3320094" y="3978572"/>
                <a:ext cx="72000" cy="72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8" name="Elipse 506"/>
              <p:cNvSpPr/>
              <p:nvPr/>
            </p:nvSpPr>
            <p:spPr>
              <a:xfrm>
                <a:off x="2746601" y="3881139"/>
                <a:ext cx="237745" cy="237117"/>
              </a:xfrm>
              <a:prstGeom prst="ellipse">
                <a:avLst/>
              </a:prstGeom>
              <a:pattFill prst="pct75">
                <a:fgClr>
                  <a:srgbClr val="FF6600"/>
                </a:fgClr>
                <a:bgClr>
                  <a:sysClr val="window" lastClr="FFFFFF"/>
                </a:bgClr>
              </a:pattFill>
              <a:ln w="12700" cap="flat" cmpd="sng" algn="ctr">
                <a:solidFill>
                  <a:srgbClr val="FF6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09" name="Elipse 507"/>
              <p:cNvSpPr/>
              <p:nvPr/>
            </p:nvSpPr>
            <p:spPr>
              <a:xfrm>
                <a:off x="2706506" y="3948946"/>
                <a:ext cx="36000" cy="36000"/>
              </a:xfrm>
              <a:prstGeom prst="ellipse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10" name="Elipse 508"/>
              <p:cNvSpPr/>
              <p:nvPr/>
            </p:nvSpPr>
            <p:spPr>
              <a:xfrm>
                <a:off x="3046342" y="3798750"/>
                <a:ext cx="72000" cy="72000"/>
              </a:xfrm>
              <a:prstGeom prst="ellipse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11" name="Elipse 509"/>
              <p:cNvSpPr/>
              <p:nvPr/>
            </p:nvSpPr>
            <p:spPr>
              <a:xfrm>
                <a:off x="3085527" y="3864060"/>
                <a:ext cx="72000" cy="72000"/>
              </a:xfrm>
              <a:prstGeom prst="ellipse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12" name="Elipse 510"/>
              <p:cNvSpPr/>
              <p:nvPr/>
            </p:nvSpPr>
            <p:spPr>
              <a:xfrm>
                <a:off x="2563175" y="2340852"/>
                <a:ext cx="180000" cy="180000"/>
              </a:xfrm>
              <a:prstGeom prst="ellipse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43" name="Elipse 41"/>
            <p:cNvSpPr/>
            <p:nvPr/>
          </p:nvSpPr>
          <p:spPr>
            <a:xfrm>
              <a:off x="2925971" y="3288194"/>
              <a:ext cx="108000" cy="108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4" name="Elipse 42"/>
            <p:cNvSpPr/>
            <p:nvPr/>
          </p:nvSpPr>
          <p:spPr>
            <a:xfrm>
              <a:off x="2860652" y="3266419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5" name="Elipse 43"/>
            <p:cNvSpPr/>
            <p:nvPr/>
          </p:nvSpPr>
          <p:spPr>
            <a:xfrm>
              <a:off x="2891129" y="3340438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6" name="Elipse 44"/>
            <p:cNvSpPr/>
            <p:nvPr/>
          </p:nvSpPr>
          <p:spPr>
            <a:xfrm>
              <a:off x="3280375" y="3413405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7" name="Elipse 45"/>
            <p:cNvSpPr/>
            <p:nvPr/>
          </p:nvSpPr>
          <p:spPr>
            <a:xfrm>
              <a:off x="3248468" y="3486824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8" name="Elipse 46"/>
            <p:cNvSpPr/>
            <p:nvPr/>
          </p:nvSpPr>
          <p:spPr>
            <a:xfrm>
              <a:off x="3366032" y="3569553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9" name="Elipse 47"/>
            <p:cNvSpPr/>
            <p:nvPr/>
          </p:nvSpPr>
          <p:spPr>
            <a:xfrm>
              <a:off x="3257172" y="3565196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0" name="Elipse 48"/>
            <p:cNvSpPr/>
            <p:nvPr/>
          </p:nvSpPr>
          <p:spPr>
            <a:xfrm>
              <a:off x="2586618" y="3691387"/>
              <a:ext cx="180000" cy="180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" name="Elipse 49"/>
            <p:cNvSpPr/>
            <p:nvPr/>
          </p:nvSpPr>
          <p:spPr>
            <a:xfrm>
              <a:off x="2566111" y="3634888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2" name="Elipse 50"/>
            <p:cNvSpPr/>
            <p:nvPr/>
          </p:nvSpPr>
          <p:spPr>
            <a:xfrm>
              <a:off x="2754451" y="3664886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3" name="Elipse 51"/>
            <p:cNvSpPr/>
            <p:nvPr/>
          </p:nvSpPr>
          <p:spPr>
            <a:xfrm>
              <a:off x="2855306" y="3634766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4" name="Elipse 52"/>
            <p:cNvSpPr/>
            <p:nvPr/>
          </p:nvSpPr>
          <p:spPr>
            <a:xfrm>
              <a:off x="2842238" y="3700079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5" name="Elipse 53"/>
            <p:cNvSpPr/>
            <p:nvPr/>
          </p:nvSpPr>
          <p:spPr>
            <a:xfrm>
              <a:off x="2811754" y="3643468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6" name="Elipse 54"/>
            <p:cNvSpPr/>
            <p:nvPr/>
          </p:nvSpPr>
          <p:spPr>
            <a:xfrm>
              <a:off x="2776918" y="3739267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7" name="Elipse 55"/>
            <p:cNvSpPr/>
            <p:nvPr/>
          </p:nvSpPr>
          <p:spPr>
            <a:xfrm>
              <a:off x="2881428" y="3721845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8" name="Elipse 56"/>
            <p:cNvSpPr/>
            <p:nvPr/>
          </p:nvSpPr>
          <p:spPr>
            <a:xfrm>
              <a:off x="2929505" y="3770219"/>
              <a:ext cx="108000" cy="108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9" name="Elipse 57"/>
            <p:cNvSpPr/>
            <p:nvPr/>
          </p:nvSpPr>
          <p:spPr>
            <a:xfrm>
              <a:off x="2875173" y="3886928"/>
              <a:ext cx="108000" cy="108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0" name="Elipse 58"/>
            <p:cNvSpPr/>
            <p:nvPr/>
          </p:nvSpPr>
          <p:spPr>
            <a:xfrm>
              <a:off x="2966191" y="3968173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1" name="Elipse 59"/>
            <p:cNvSpPr/>
            <p:nvPr/>
          </p:nvSpPr>
          <p:spPr>
            <a:xfrm>
              <a:off x="3040210" y="4033483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2" name="Elipse 60"/>
            <p:cNvSpPr/>
            <p:nvPr/>
          </p:nvSpPr>
          <p:spPr>
            <a:xfrm>
              <a:off x="3053271" y="3976870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3" name="Elipse 61"/>
            <p:cNvSpPr/>
            <p:nvPr/>
          </p:nvSpPr>
          <p:spPr>
            <a:xfrm>
              <a:off x="3083755" y="4024778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4" name="Elipse 62"/>
            <p:cNvSpPr/>
            <p:nvPr/>
          </p:nvSpPr>
          <p:spPr>
            <a:xfrm>
              <a:off x="3198934" y="4046340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5" name="Elipse 63"/>
            <p:cNvSpPr/>
            <p:nvPr/>
          </p:nvSpPr>
          <p:spPr>
            <a:xfrm>
              <a:off x="3274183" y="4083592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6" name="Elipse 64"/>
            <p:cNvSpPr/>
            <p:nvPr/>
          </p:nvSpPr>
          <p:spPr>
            <a:xfrm>
              <a:off x="3278533" y="4131484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7" name="Elipse 65"/>
            <p:cNvSpPr/>
            <p:nvPr/>
          </p:nvSpPr>
          <p:spPr>
            <a:xfrm>
              <a:off x="3282880" y="4048749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8" name="Elipse 66"/>
            <p:cNvSpPr/>
            <p:nvPr/>
          </p:nvSpPr>
          <p:spPr>
            <a:xfrm>
              <a:off x="3330775" y="4026973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9" name="Elipse 67"/>
            <p:cNvSpPr/>
            <p:nvPr/>
          </p:nvSpPr>
          <p:spPr>
            <a:xfrm>
              <a:off x="3265585" y="3970807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0" name="Elipse 68"/>
            <p:cNvSpPr/>
            <p:nvPr/>
          </p:nvSpPr>
          <p:spPr>
            <a:xfrm>
              <a:off x="3580870" y="4089103"/>
              <a:ext cx="108000" cy="108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1" name="Elipse 69"/>
            <p:cNvSpPr/>
            <p:nvPr/>
          </p:nvSpPr>
          <p:spPr>
            <a:xfrm>
              <a:off x="3593879" y="3973657"/>
              <a:ext cx="108000" cy="108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2" name="Elipse 70"/>
            <p:cNvSpPr/>
            <p:nvPr/>
          </p:nvSpPr>
          <p:spPr>
            <a:xfrm>
              <a:off x="4138349" y="3875073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3" name="Elipse 71"/>
            <p:cNvSpPr/>
            <p:nvPr/>
          </p:nvSpPr>
          <p:spPr>
            <a:xfrm>
              <a:off x="4194954" y="3949092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4" name="Elipse 72"/>
            <p:cNvSpPr/>
            <p:nvPr/>
          </p:nvSpPr>
          <p:spPr>
            <a:xfrm>
              <a:off x="3985694" y="3809495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5" name="Elipse 73"/>
            <p:cNvSpPr/>
            <p:nvPr/>
          </p:nvSpPr>
          <p:spPr>
            <a:xfrm>
              <a:off x="3981737" y="3900494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6" name="Elipse 74"/>
            <p:cNvSpPr/>
            <p:nvPr/>
          </p:nvSpPr>
          <p:spPr>
            <a:xfrm>
              <a:off x="4059105" y="3876713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7" name="Elipse 75"/>
            <p:cNvSpPr/>
            <p:nvPr/>
          </p:nvSpPr>
          <p:spPr>
            <a:xfrm>
              <a:off x="3938045" y="3875066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8" name="Elipse 76"/>
            <p:cNvSpPr/>
            <p:nvPr/>
          </p:nvSpPr>
          <p:spPr>
            <a:xfrm>
              <a:off x="3951107" y="3827164"/>
              <a:ext cx="36000" cy="36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9" name="Elipse 77"/>
            <p:cNvSpPr/>
            <p:nvPr/>
          </p:nvSpPr>
          <p:spPr>
            <a:xfrm>
              <a:off x="3872735" y="3844592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0" name="Elipse 78"/>
            <p:cNvSpPr/>
            <p:nvPr/>
          </p:nvSpPr>
          <p:spPr>
            <a:xfrm>
              <a:off x="3767499" y="3860572"/>
              <a:ext cx="106166" cy="111529"/>
            </a:xfrm>
            <a:prstGeom prst="ellipse">
              <a:avLst/>
            </a:prstGeom>
            <a:pattFill prst="pct60">
              <a:fgClr>
                <a:srgbClr val="FFC000">
                  <a:lumMod val="50000"/>
                </a:srgbClr>
              </a:fgClr>
              <a:bgClr>
                <a:sysClr val="window" lastClr="FFFFFF"/>
              </a:bgClr>
            </a:pattFill>
            <a:ln w="12700" cap="flat" cmpd="sng" algn="ctr">
              <a:solidFill>
                <a:srgbClr val="FFC000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1" name="Elipse 79"/>
            <p:cNvSpPr/>
            <p:nvPr/>
          </p:nvSpPr>
          <p:spPr>
            <a:xfrm>
              <a:off x="3001905" y="3515494"/>
              <a:ext cx="28133" cy="29632"/>
            </a:xfrm>
            <a:prstGeom prst="ellipse">
              <a:avLst/>
            </a:prstGeom>
            <a:solidFill>
              <a:srgbClr val="4472C4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2" name="Elipse 80"/>
            <p:cNvSpPr/>
            <p:nvPr/>
          </p:nvSpPr>
          <p:spPr>
            <a:xfrm>
              <a:off x="3885853" y="4018429"/>
              <a:ext cx="216000" cy="216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3" name="Elipse 81"/>
            <p:cNvSpPr/>
            <p:nvPr/>
          </p:nvSpPr>
          <p:spPr>
            <a:xfrm>
              <a:off x="4102349" y="4008976"/>
              <a:ext cx="144000" cy="144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4" name="Elipse 82"/>
            <p:cNvSpPr/>
            <p:nvPr/>
          </p:nvSpPr>
          <p:spPr>
            <a:xfrm>
              <a:off x="4246040" y="4082995"/>
              <a:ext cx="72000" cy="72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5" name="Elipse 83"/>
            <p:cNvSpPr/>
            <p:nvPr/>
          </p:nvSpPr>
          <p:spPr>
            <a:xfrm>
              <a:off x="3999392" y="4230290"/>
              <a:ext cx="72000" cy="72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6" name="Elipse 84"/>
            <p:cNvSpPr/>
            <p:nvPr/>
          </p:nvSpPr>
          <p:spPr>
            <a:xfrm>
              <a:off x="4065632" y="4164745"/>
              <a:ext cx="72000" cy="72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7" name="Elipse 85"/>
            <p:cNvSpPr/>
            <p:nvPr/>
          </p:nvSpPr>
          <p:spPr>
            <a:xfrm>
              <a:off x="4073511" y="3939266"/>
              <a:ext cx="72000" cy="72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8" name="Elipse 86"/>
            <p:cNvSpPr/>
            <p:nvPr/>
          </p:nvSpPr>
          <p:spPr>
            <a:xfrm>
              <a:off x="3916826" y="3948057"/>
              <a:ext cx="72000" cy="72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9" name="Elipse 87"/>
            <p:cNvSpPr/>
            <p:nvPr/>
          </p:nvSpPr>
          <p:spPr>
            <a:xfrm>
              <a:off x="4043009" y="4308745"/>
              <a:ext cx="72000" cy="72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0" name="Elipse 88"/>
            <p:cNvSpPr/>
            <p:nvPr/>
          </p:nvSpPr>
          <p:spPr>
            <a:xfrm>
              <a:off x="3877223" y="4047230"/>
              <a:ext cx="36000" cy="36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1" name="Elipse 89"/>
            <p:cNvSpPr/>
            <p:nvPr/>
          </p:nvSpPr>
          <p:spPr>
            <a:xfrm>
              <a:off x="4029620" y="3990624"/>
              <a:ext cx="36000" cy="36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2" name="Elipse 90"/>
            <p:cNvSpPr/>
            <p:nvPr/>
          </p:nvSpPr>
          <p:spPr>
            <a:xfrm>
              <a:off x="3846735" y="4147385"/>
              <a:ext cx="36000" cy="36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3" name="Elipse 91"/>
            <p:cNvSpPr/>
            <p:nvPr/>
          </p:nvSpPr>
          <p:spPr>
            <a:xfrm>
              <a:off x="3846735" y="4095137"/>
              <a:ext cx="36000" cy="36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4" name="Elipse 92"/>
            <p:cNvSpPr/>
            <p:nvPr/>
          </p:nvSpPr>
          <p:spPr>
            <a:xfrm>
              <a:off x="3143099" y="3682039"/>
              <a:ext cx="132707" cy="139412"/>
            </a:xfrm>
            <a:prstGeom prst="ellipse">
              <a:avLst/>
            </a:prstGeom>
            <a:pattFill prst="pct60">
              <a:fgClr>
                <a:srgbClr val="FFC000">
                  <a:lumMod val="50000"/>
                </a:srgbClr>
              </a:fgClr>
              <a:bgClr>
                <a:sysClr val="window" lastClr="FFFFFF"/>
              </a:bgClr>
            </a:pattFill>
            <a:ln w="12700" cap="flat" cmpd="sng" algn="ctr">
              <a:solidFill>
                <a:srgbClr val="FFC000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5" name="Elipse 93"/>
            <p:cNvSpPr/>
            <p:nvPr/>
          </p:nvSpPr>
          <p:spPr>
            <a:xfrm>
              <a:off x="3080492" y="2989976"/>
              <a:ext cx="216000" cy="21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6" name="Elipse 94"/>
            <p:cNvSpPr/>
            <p:nvPr/>
          </p:nvSpPr>
          <p:spPr>
            <a:xfrm>
              <a:off x="2365247" y="2885869"/>
              <a:ext cx="216000" cy="21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7" name="Elipse 95"/>
            <p:cNvSpPr/>
            <p:nvPr/>
          </p:nvSpPr>
          <p:spPr>
            <a:xfrm>
              <a:off x="1750456" y="2176179"/>
              <a:ext cx="216000" cy="21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8" name="Elipse 96"/>
            <p:cNvSpPr/>
            <p:nvPr/>
          </p:nvSpPr>
          <p:spPr>
            <a:xfrm>
              <a:off x="2430696" y="3237760"/>
              <a:ext cx="216000" cy="21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9" name="Elipse 97"/>
            <p:cNvSpPr/>
            <p:nvPr/>
          </p:nvSpPr>
          <p:spPr>
            <a:xfrm>
              <a:off x="4385820" y="3399135"/>
              <a:ext cx="216000" cy="21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0" name="Elipse 98"/>
            <p:cNvSpPr/>
            <p:nvPr/>
          </p:nvSpPr>
          <p:spPr>
            <a:xfrm>
              <a:off x="3431613" y="3979754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1" name="Elipse 99"/>
            <p:cNvSpPr/>
            <p:nvPr/>
          </p:nvSpPr>
          <p:spPr>
            <a:xfrm>
              <a:off x="1954974" y="2133186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2" name="Elipse 100"/>
            <p:cNvSpPr/>
            <p:nvPr/>
          </p:nvSpPr>
          <p:spPr>
            <a:xfrm>
              <a:off x="1885691" y="2412250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3" name="Elipse 101"/>
            <p:cNvSpPr/>
            <p:nvPr/>
          </p:nvSpPr>
          <p:spPr>
            <a:xfrm>
              <a:off x="1929364" y="2551844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4" name="Elipse 102"/>
            <p:cNvSpPr/>
            <p:nvPr/>
          </p:nvSpPr>
          <p:spPr>
            <a:xfrm>
              <a:off x="2591466" y="2648652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5" name="Elipse 103"/>
            <p:cNvSpPr/>
            <p:nvPr/>
          </p:nvSpPr>
          <p:spPr>
            <a:xfrm>
              <a:off x="2566841" y="2421893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6" name="Elipse 104"/>
            <p:cNvSpPr/>
            <p:nvPr/>
          </p:nvSpPr>
          <p:spPr>
            <a:xfrm>
              <a:off x="2798897" y="2345312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7" name="Elipse 105"/>
            <p:cNvSpPr/>
            <p:nvPr/>
          </p:nvSpPr>
          <p:spPr>
            <a:xfrm>
              <a:off x="2939886" y="241225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8" name="Elipse 106"/>
            <p:cNvSpPr/>
            <p:nvPr/>
          </p:nvSpPr>
          <p:spPr>
            <a:xfrm>
              <a:off x="2229984" y="2652519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9" name="Elipse 107"/>
            <p:cNvSpPr/>
            <p:nvPr/>
          </p:nvSpPr>
          <p:spPr>
            <a:xfrm>
              <a:off x="2404161" y="2504308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0" name="Elipse 108"/>
            <p:cNvSpPr/>
            <p:nvPr/>
          </p:nvSpPr>
          <p:spPr>
            <a:xfrm>
              <a:off x="3231814" y="2792673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1" name="Elipse 109"/>
            <p:cNvSpPr/>
            <p:nvPr/>
          </p:nvSpPr>
          <p:spPr>
            <a:xfrm>
              <a:off x="3248375" y="2895613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2" name="Elipse 110"/>
            <p:cNvSpPr/>
            <p:nvPr/>
          </p:nvSpPr>
          <p:spPr>
            <a:xfrm>
              <a:off x="3083315" y="3853885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3" name="Elipse 111"/>
            <p:cNvSpPr/>
            <p:nvPr/>
          </p:nvSpPr>
          <p:spPr>
            <a:xfrm>
              <a:off x="4485496" y="3618310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4" name="Elipse 112"/>
            <p:cNvSpPr/>
            <p:nvPr/>
          </p:nvSpPr>
          <p:spPr>
            <a:xfrm>
              <a:off x="4423569" y="3732741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5" name="Elipse 113"/>
            <p:cNvSpPr/>
            <p:nvPr/>
          </p:nvSpPr>
          <p:spPr>
            <a:xfrm>
              <a:off x="4372779" y="3592534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6" name="Elipse 114"/>
            <p:cNvSpPr/>
            <p:nvPr/>
          </p:nvSpPr>
          <p:spPr>
            <a:xfrm>
              <a:off x="3240554" y="3208791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7" name="Elipse 115"/>
            <p:cNvSpPr/>
            <p:nvPr/>
          </p:nvSpPr>
          <p:spPr>
            <a:xfrm>
              <a:off x="3510293" y="3853885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8" name="Elipse 116"/>
            <p:cNvSpPr/>
            <p:nvPr/>
          </p:nvSpPr>
          <p:spPr>
            <a:xfrm>
              <a:off x="2753153" y="3826085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9" name="Elipse 117"/>
            <p:cNvSpPr/>
            <p:nvPr/>
          </p:nvSpPr>
          <p:spPr>
            <a:xfrm>
              <a:off x="2160884" y="2529172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0" name="Elipse 118"/>
            <p:cNvSpPr/>
            <p:nvPr/>
          </p:nvSpPr>
          <p:spPr>
            <a:xfrm>
              <a:off x="2474499" y="3088257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1" name="Elipse 119"/>
            <p:cNvSpPr/>
            <p:nvPr/>
          </p:nvSpPr>
          <p:spPr>
            <a:xfrm>
              <a:off x="2953469" y="2904851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2" name="Elipse 120"/>
            <p:cNvSpPr/>
            <p:nvPr/>
          </p:nvSpPr>
          <p:spPr>
            <a:xfrm>
              <a:off x="2195800" y="2904285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3" name="Elipse 121"/>
            <p:cNvSpPr/>
            <p:nvPr/>
          </p:nvSpPr>
          <p:spPr>
            <a:xfrm>
              <a:off x="4286194" y="3479200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4" name="Elipse 122"/>
            <p:cNvSpPr/>
            <p:nvPr/>
          </p:nvSpPr>
          <p:spPr>
            <a:xfrm>
              <a:off x="3605981" y="3819150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5" name="Elipse 123"/>
            <p:cNvSpPr/>
            <p:nvPr/>
          </p:nvSpPr>
          <p:spPr>
            <a:xfrm>
              <a:off x="2054915" y="197236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6" name="Elipse 124"/>
            <p:cNvSpPr/>
            <p:nvPr/>
          </p:nvSpPr>
          <p:spPr>
            <a:xfrm>
              <a:off x="2049713" y="2073578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7" name="Elipse 125"/>
            <p:cNvSpPr/>
            <p:nvPr/>
          </p:nvSpPr>
          <p:spPr>
            <a:xfrm>
              <a:off x="1893569" y="2116406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8" name="Elipse 126"/>
            <p:cNvSpPr/>
            <p:nvPr/>
          </p:nvSpPr>
          <p:spPr>
            <a:xfrm>
              <a:off x="1727446" y="2326792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9" name="Elipse 127"/>
            <p:cNvSpPr/>
            <p:nvPr/>
          </p:nvSpPr>
          <p:spPr>
            <a:xfrm>
              <a:off x="1780818" y="2368908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0" name="Elipse 128"/>
            <p:cNvSpPr/>
            <p:nvPr/>
          </p:nvSpPr>
          <p:spPr>
            <a:xfrm>
              <a:off x="1814737" y="2431962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1" name="Elipse 129"/>
            <p:cNvSpPr/>
            <p:nvPr/>
          </p:nvSpPr>
          <p:spPr>
            <a:xfrm>
              <a:off x="1874897" y="250615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2" name="Elipse 130"/>
            <p:cNvSpPr/>
            <p:nvPr/>
          </p:nvSpPr>
          <p:spPr>
            <a:xfrm>
              <a:off x="1955314" y="233404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3" name="Elipse 131"/>
            <p:cNvSpPr/>
            <p:nvPr/>
          </p:nvSpPr>
          <p:spPr>
            <a:xfrm>
              <a:off x="2146451" y="191576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4" name="Elipse 132"/>
            <p:cNvSpPr/>
            <p:nvPr/>
          </p:nvSpPr>
          <p:spPr>
            <a:xfrm>
              <a:off x="4297285" y="342253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5" name="Elipse 133"/>
            <p:cNvSpPr/>
            <p:nvPr/>
          </p:nvSpPr>
          <p:spPr>
            <a:xfrm>
              <a:off x="4377569" y="340398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6" name="Elipse 134"/>
            <p:cNvSpPr/>
            <p:nvPr/>
          </p:nvSpPr>
          <p:spPr>
            <a:xfrm>
              <a:off x="4524363" y="3346021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7" name="Elipse 135"/>
            <p:cNvSpPr/>
            <p:nvPr/>
          </p:nvSpPr>
          <p:spPr>
            <a:xfrm>
              <a:off x="4645478" y="335334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8" name="Elipse 136"/>
            <p:cNvSpPr/>
            <p:nvPr/>
          </p:nvSpPr>
          <p:spPr>
            <a:xfrm>
              <a:off x="4592637" y="335317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9" name="Elipse 137"/>
            <p:cNvSpPr/>
            <p:nvPr/>
          </p:nvSpPr>
          <p:spPr>
            <a:xfrm>
              <a:off x="4617620" y="3431132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0" name="Elipse 138"/>
            <p:cNvSpPr/>
            <p:nvPr/>
          </p:nvSpPr>
          <p:spPr>
            <a:xfrm>
              <a:off x="4576196" y="353508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1" name="Elipse 139"/>
            <p:cNvSpPr/>
            <p:nvPr/>
          </p:nvSpPr>
          <p:spPr>
            <a:xfrm>
              <a:off x="3335008" y="277711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2" name="Elipse 140"/>
            <p:cNvSpPr/>
            <p:nvPr/>
          </p:nvSpPr>
          <p:spPr>
            <a:xfrm>
              <a:off x="2822732" y="374992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3" name="Elipse 141"/>
            <p:cNvSpPr/>
            <p:nvPr/>
          </p:nvSpPr>
          <p:spPr>
            <a:xfrm>
              <a:off x="2517164" y="365426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4" name="Elipse 142"/>
            <p:cNvSpPr/>
            <p:nvPr/>
          </p:nvSpPr>
          <p:spPr>
            <a:xfrm>
              <a:off x="4581586" y="3610259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5" name="Elipse 143"/>
            <p:cNvSpPr/>
            <p:nvPr/>
          </p:nvSpPr>
          <p:spPr>
            <a:xfrm>
              <a:off x="2866296" y="380972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6" name="Elipse 144"/>
            <p:cNvSpPr/>
            <p:nvPr/>
          </p:nvSpPr>
          <p:spPr>
            <a:xfrm>
              <a:off x="2167310" y="2181893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7" name="Elipse 145"/>
            <p:cNvSpPr/>
            <p:nvPr/>
          </p:nvSpPr>
          <p:spPr>
            <a:xfrm>
              <a:off x="2447893" y="2721883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8" name="Elipse 146"/>
            <p:cNvSpPr/>
            <p:nvPr/>
          </p:nvSpPr>
          <p:spPr>
            <a:xfrm>
              <a:off x="2579266" y="276527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9" name="Elipse 147"/>
            <p:cNvSpPr/>
            <p:nvPr/>
          </p:nvSpPr>
          <p:spPr>
            <a:xfrm>
              <a:off x="2680436" y="291290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0" name="Elipse 148"/>
            <p:cNvSpPr/>
            <p:nvPr/>
          </p:nvSpPr>
          <p:spPr>
            <a:xfrm>
              <a:off x="2882906" y="300994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1" name="Elipse 149"/>
            <p:cNvSpPr/>
            <p:nvPr/>
          </p:nvSpPr>
          <p:spPr>
            <a:xfrm>
              <a:off x="2848643" y="2573359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2" name="Elipse 150"/>
            <p:cNvSpPr/>
            <p:nvPr/>
          </p:nvSpPr>
          <p:spPr>
            <a:xfrm>
              <a:off x="2545239" y="2542448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3" name="Elipse 151"/>
            <p:cNvSpPr/>
            <p:nvPr/>
          </p:nvSpPr>
          <p:spPr>
            <a:xfrm>
              <a:off x="2609024" y="3013186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4" name="Elipse 152"/>
            <p:cNvSpPr/>
            <p:nvPr/>
          </p:nvSpPr>
          <p:spPr>
            <a:xfrm>
              <a:off x="3116024" y="2865732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5" name="Elipse 153"/>
            <p:cNvSpPr/>
            <p:nvPr/>
          </p:nvSpPr>
          <p:spPr>
            <a:xfrm flipV="1">
              <a:off x="2451955" y="2293053"/>
              <a:ext cx="45719" cy="45719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6" name="Elipse 154"/>
            <p:cNvSpPr/>
            <p:nvPr/>
          </p:nvSpPr>
          <p:spPr>
            <a:xfrm>
              <a:off x="2443867" y="3683499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7" name="Elipse 155"/>
            <p:cNvSpPr/>
            <p:nvPr/>
          </p:nvSpPr>
          <p:spPr>
            <a:xfrm>
              <a:off x="4419780" y="384076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8" name="Elipse 156"/>
            <p:cNvSpPr/>
            <p:nvPr/>
          </p:nvSpPr>
          <p:spPr>
            <a:xfrm>
              <a:off x="4311688" y="361894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9" name="Elipse 157"/>
            <p:cNvSpPr/>
            <p:nvPr/>
          </p:nvSpPr>
          <p:spPr>
            <a:xfrm>
              <a:off x="4542363" y="3728595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0" name="Elipse 158"/>
            <p:cNvSpPr/>
            <p:nvPr/>
          </p:nvSpPr>
          <p:spPr>
            <a:xfrm>
              <a:off x="4606645" y="3714871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1" name="Elipse 159"/>
            <p:cNvSpPr/>
            <p:nvPr/>
          </p:nvSpPr>
          <p:spPr>
            <a:xfrm>
              <a:off x="3741598" y="408474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2" name="Elipse 160"/>
            <p:cNvSpPr/>
            <p:nvPr/>
          </p:nvSpPr>
          <p:spPr>
            <a:xfrm>
              <a:off x="3685126" y="4071784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3" name="Elipse 161"/>
            <p:cNvSpPr/>
            <p:nvPr/>
          </p:nvSpPr>
          <p:spPr>
            <a:xfrm>
              <a:off x="3705194" y="395317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4" name="Elipse 162"/>
            <p:cNvSpPr/>
            <p:nvPr/>
          </p:nvSpPr>
          <p:spPr>
            <a:xfrm>
              <a:off x="3737186" y="3957753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5" name="Elipse 163"/>
            <p:cNvSpPr/>
            <p:nvPr/>
          </p:nvSpPr>
          <p:spPr>
            <a:xfrm>
              <a:off x="3880113" y="3997088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6" name="Elipse 164"/>
            <p:cNvSpPr/>
            <p:nvPr/>
          </p:nvSpPr>
          <p:spPr>
            <a:xfrm>
              <a:off x="3858426" y="3968029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7" name="Elipse 165"/>
            <p:cNvSpPr/>
            <p:nvPr/>
          </p:nvSpPr>
          <p:spPr>
            <a:xfrm>
              <a:off x="3872735" y="392019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8" name="Elipse 166"/>
            <p:cNvSpPr/>
            <p:nvPr/>
          </p:nvSpPr>
          <p:spPr>
            <a:xfrm>
              <a:off x="4416343" y="370620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9" name="Elipse 167"/>
            <p:cNvSpPr/>
            <p:nvPr/>
          </p:nvSpPr>
          <p:spPr>
            <a:xfrm>
              <a:off x="3714761" y="405030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0" name="Elipse 168"/>
            <p:cNvSpPr/>
            <p:nvPr/>
          </p:nvSpPr>
          <p:spPr>
            <a:xfrm>
              <a:off x="3570469" y="418534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1" name="Elipse 169"/>
            <p:cNvSpPr/>
            <p:nvPr/>
          </p:nvSpPr>
          <p:spPr>
            <a:xfrm>
              <a:off x="2556940" y="3632051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2" name="Elipse 170"/>
            <p:cNvSpPr/>
            <p:nvPr/>
          </p:nvSpPr>
          <p:spPr>
            <a:xfrm>
              <a:off x="1934087" y="268740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3" name="Elipse 171"/>
            <p:cNvSpPr/>
            <p:nvPr/>
          </p:nvSpPr>
          <p:spPr>
            <a:xfrm>
              <a:off x="3340895" y="288291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4" name="Elipse 172"/>
            <p:cNvSpPr/>
            <p:nvPr/>
          </p:nvSpPr>
          <p:spPr>
            <a:xfrm>
              <a:off x="3588407" y="380176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5" name="Elipse 173"/>
            <p:cNvSpPr/>
            <p:nvPr/>
          </p:nvSpPr>
          <p:spPr>
            <a:xfrm>
              <a:off x="3532618" y="412871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6" name="Elipse 174"/>
            <p:cNvSpPr/>
            <p:nvPr/>
          </p:nvSpPr>
          <p:spPr>
            <a:xfrm>
              <a:off x="3010610" y="389210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7" name="Elipse 175"/>
            <p:cNvSpPr/>
            <p:nvPr/>
          </p:nvSpPr>
          <p:spPr>
            <a:xfrm>
              <a:off x="3123685" y="396188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8" name="Elipse 176"/>
            <p:cNvSpPr/>
            <p:nvPr/>
          </p:nvSpPr>
          <p:spPr>
            <a:xfrm>
              <a:off x="3139346" y="406622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9" name="Elipse 177"/>
            <p:cNvSpPr/>
            <p:nvPr/>
          </p:nvSpPr>
          <p:spPr>
            <a:xfrm>
              <a:off x="3148981" y="402313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0" name="Elipse 178"/>
            <p:cNvSpPr/>
            <p:nvPr/>
          </p:nvSpPr>
          <p:spPr>
            <a:xfrm>
              <a:off x="3183225" y="396273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1" name="Elipse 179"/>
            <p:cNvSpPr/>
            <p:nvPr/>
          </p:nvSpPr>
          <p:spPr>
            <a:xfrm>
              <a:off x="3307027" y="4110716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2" name="Elipse 180"/>
            <p:cNvSpPr/>
            <p:nvPr/>
          </p:nvSpPr>
          <p:spPr>
            <a:xfrm>
              <a:off x="3383952" y="4125773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3" name="Elipse 181"/>
            <p:cNvSpPr/>
            <p:nvPr/>
          </p:nvSpPr>
          <p:spPr>
            <a:xfrm>
              <a:off x="3470254" y="4154689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4" name="Elipse 182"/>
            <p:cNvSpPr/>
            <p:nvPr/>
          </p:nvSpPr>
          <p:spPr>
            <a:xfrm>
              <a:off x="2277136" y="196693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5" name="Elipse 183"/>
            <p:cNvSpPr/>
            <p:nvPr/>
          </p:nvSpPr>
          <p:spPr>
            <a:xfrm>
              <a:off x="2355233" y="200401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6" name="Elipse 184"/>
            <p:cNvSpPr/>
            <p:nvPr/>
          </p:nvSpPr>
          <p:spPr>
            <a:xfrm>
              <a:off x="3357849" y="3953176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7" name="Elipse 185"/>
            <p:cNvSpPr/>
            <p:nvPr/>
          </p:nvSpPr>
          <p:spPr>
            <a:xfrm>
              <a:off x="3916992" y="3845495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8" name="Elipse 186"/>
            <p:cNvSpPr/>
            <p:nvPr/>
          </p:nvSpPr>
          <p:spPr>
            <a:xfrm>
              <a:off x="3992040" y="3877035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9" name="Elipse 187"/>
            <p:cNvSpPr/>
            <p:nvPr/>
          </p:nvSpPr>
          <p:spPr>
            <a:xfrm>
              <a:off x="3594907" y="4039543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0" name="Elipse 188"/>
            <p:cNvSpPr/>
            <p:nvPr/>
          </p:nvSpPr>
          <p:spPr>
            <a:xfrm>
              <a:off x="2962703" y="3938119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1" name="Elipse 189"/>
            <p:cNvSpPr/>
            <p:nvPr/>
          </p:nvSpPr>
          <p:spPr>
            <a:xfrm>
              <a:off x="2742655" y="3673335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2" name="Elipse 190"/>
            <p:cNvSpPr/>
            <p:nvPr/>
          </p:nvSpPr>
          <p:spPr>
            <a:xfrm>
              <a:off x="3272812" y="4012662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3" name="Elipse 191"/>
            <p:cNvSpPr/>
            <p:nvPr/>
          </p:nvSpPr>
          <p:spPr>
            <a:xfrm>
              <a:off x="2771697" y="3755164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4" name="Elipse 192"/>
            <p:cNvSpPr/>
            <p:nvPr/>
          </p:nvSpPr>
          <p:spPr>
            <a:xfrm>
              <a:off x="3037247" y="3960103"/>
              <a:ext cx="108000" cy="108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5" name="Elipse 193"/>
            <p:cNvSpPr/>
            <p:nvPr/>
          </p:nvSpPr>
          <p:spPr>
            <a:xfrm>
              <a:off x="3289686" y="3489574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6" name="Elipse 194"/>
            <p:cNvSpPr/>
            <p:nvPr/>
          </p:nvSpPr>
          <p:spPr>
            <a:xfrm>
              <a:off x="2836960" y="3298131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7" name="Elipse 195"/>
            <p:cNvSpPr/>
            <p:nvPr/>
          </p:nvSpPr>
          <p:spPr>
            <a:xfrm>
              <a:off x="2741763" y="3714667"/>
              <a:ext cx="72000" cy="72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8" name="Elipse 196"/>
            <p:cNvSpPr/>
            <p:nvPr/>
          </p:nvSpPr>
          <p:spPr>
            <a:xfrm>
              <a:off x="2348697" y="3543801"/>
              <a:ext cx="72000" cy="72000"/>
            </a:xfrm>
            <a:prstGeom prst="ellipse">
              <a:avLst/>
            </a:prstGeom>
            <a:pattFill prst="pct75">
              <a:fgClr>
                <a:srgbClr val="FF6600"/>
              </a:fgClr>
              <a:bgClr>
                <a:sysClr val="window" lastClr="FFFFFF"/>
              </a:bgClr>
            </a:pattFill>
            <a:ln w="12700" cap="flat" cmpd="sng" algn="ctr">
              <a:solidFill>
                <a:srgbClr val="FF66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9" name="Elipse 197"/>
            <p:cNvSpPr/>
            <p:nvPr/>
          </p:nvSpPr>
          <p:spPr>
            <a:xfrm>
              <a:off x="2615716" y="3427084"/>
              <a:ext cx="108000" cy="108000"/>
            </a:xfrm>
            <a:prstGeom prst="ellipse">
              <a:avLst/>
            </a:prstGeom>
            <a:pattFill prst="pct75">
              <a:fgClr>
                <a:srgbClr val="FF6600"/>
              </a:fgClr>
              <a:bgClr>
                <a:sysClr val="window" lastClr="FFFFFF"/>
              </a:bgClr>
            </a:pattFill>
            <a:ln w="12700" cap="flat" cmpd="sng" algn="ctr">
              <a:solidFill>
                <a:srgbClr val="FF66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0" name="Elipse 198"/>
            <p:cNvSpPr/>
            <p:nvPr/>
          </p:nvSpPr>
          <p:spPr>
            <a:xfrm>
              <a:off x="2085984" y="2247243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1" name="Elipse 199"/>
            <p:cNvSpPr/>
            <p:nvPr/>
          </p:nvSpPr>
          <p:spPr>
            <a:xfrm>
              <a:off x="2783167" y="2421539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2" name="Elipse 200"/>
            <p:cNvSpPr/>
            <p:nvPr/>
          </p:nvSpPr>
          <p:spPr>
            <a:xfrm>
              <a:off x="2677885" y="2961481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3" name="Elipse 201"/>
            <p:cNvSpPr/>
            <p:nvPr/>
          </p:nvSpPr>
          <p:spPr>
            <a:xfrm>
              <a:off x="3086642" y="3187371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4" name="Elipse 202"/>
            <p:cNvSpPr/>
            <p:nvPr/>
          </p:nvSpPr>
          <p:spPr>
            <a:xfrm>
              <a:off x="2338182" y="2351688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5" name="Elipse 203"/>
            <p:cNvSpPr/>
            <p:nvPr/>
          </p:nvSpPr>
          <p:spPr>
            <a:xfrm>
              <a:off x="2626834" y="3533715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6" name="Elipse 204"/>
            <p:cNvSpPr/>
            <p:nvPr/>
          </p:nvSpPr>
          <p:spPr>
            <a:xfrm>
              <a:off x="3131312" y="2719266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7" name="Elipse 205"/>
            <p:cNvSpPr/>
            <p:nvPr/>
          </p:nvSpPr>
          <p:spPr>
            <a:xfrm>
              <a:off x="3192109" y="3806296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8" name="Elipse 206"/>
            <p:cNvSpPr/>
            <p:nvPr/>
          </p:nvSpPr>
          <p:spPr>
            <a:xfrm>
              <a:off x="2338628" y="2743301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9" name="Elipse 207"/>
            <p:cNvSpPr/>
            <p:nvPr/>
          </p:nvSpPr>
          <p:spPr>
            <a:xfrm>
              <a:off x="2565279" y="2847776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0" name="Elipse 208"/>
            <p:cNvSpPr/>
            <p:nvPr/>
          </p:nvSpPr>
          <p:spPr>
            <a:xfrm>
              <a:off x="2312969" y="3109551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1" name="Elipse 209"/>
            <p:cNvSpPr/>
            <p:nvPr/>
          </p:nvSpPr>
          <p:spPr>
            <a:xfrm>
              <a:off x="2863428" y="2239231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2" name="Elipse 210"/>
            <p:cNvSpPr/>
            <p:nvPr/>
          </p:nvSpPr>
          <p:spPr>
            <a:xfrm>
              <a:off x="2216890" y="2386073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3" name="Elipse 211"/>
            <p:cNvSpPr/>
            <p:nvPr/>
          </p:nvSpPr>
          <p:spPr>
            <a:xfrm>
              <a:off x="3017670" y="2517459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4" name="Elipse 212"/>
            <p:cNvSpPr/>
            <p:nvPr/>
          </p:nvSpPr>
          <p:spPr>
            <a:xfrm>
              <a:off x="2704766" y="3326359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5" name="Elipse 213"/>
            <p:cNvSpPr/>
            <p:nvPr/>
          </p:nvSpPr>
          <p:spPr>
            <a:xfrm>
              <a:off x="3287887" y="3301620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6" name="Elipse 214"/>
            <p:cNvSpPr/>
            <p:nvPr/>
          </p:nvSpPr>
          <p:spPr>
            <a:xfrm>
              <a:off x="2948791" y="3640105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7" name="Elipse 215"/>
            <p:cNvSpPr/>
            <p:nvPr/>
          </p:nvSpPr>
          <p:spPr>
            <a:xfrm>
              <a:off x="3130512" y="3553463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8" name="Elipse 216"/>
            <p:cNvSpPr/>
            <p:nvPr/>
          </p:nvSpPr>
          <p:spPr>
            <a:xfrm>
              <a:off x="3035112" y="3710799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9" name="Elipse 217"/>
            <p:cNvSpPr/>
            <p:nvPr/>
          </p:nvSpPr>
          <p:spPr>
            <a:xfrm>
              <a:off x="2748363" y="228108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0" name="Elipse 218"/>
            <p:cNvSpPr/>
            <p:nvPr/>
          </p:nvSpPr>
          <p:spPr>
            <a:xfrm>
              <a:off x="2776918" y="2216856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1" name="Elipse 219"/>
            <p:cNvSpPr/>
            <p:nvPr/>
          </p:nvSpPr>
          <p:spPr>
            <a:xfrm>
              <a:off x="2924164" y="234370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2" name="Elipse 220"/>
            <p:cNvSpPr/>
            <p:nvPr/>
          </p:nvSpPr>
          <p:spPr>
            <a:xfrm>
              <a:off x="3005610" y="2442368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3" name="Elipse 221"/>
            <p:cNvSpPr/>
            <p:nvPr/>
          </p:nvSpPr>
          <p:spPr>
            <a:xfrm>
              <a:off x="2925122" y="2478538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4" name="Elipse 222"/>
            <p:cNvSpPr/>
            <p:nvPr/>
          </p:nvSpPr>
          <p:spPr>
            <a:xfrm>
              <a:off x="3371039" y="3401619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5" name="Elipse 223"/>
            <p:cNvSpPr/>
            <p:nvPr/>
          </p:nvSpPr>
          <p:spPr>
            <a:xfrm>
              <a:off x="2094753" y="212599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6" name="Elipse 224"/>
            <p:cNvSpPr/>
            <p:nvPr/>
          </p:nvSpPr>
          <p:spPr>
            <a:xfrm>
              <a:off x="2059246" y="2186949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7" name="Elipse 225"/>
            <p:cNvSpPr/>
            <p:nvPr/>
          </p:nvSpPr>
          <p:spPr>
            <a:xfrm>
              <a:off x="1991206" y="2415201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8" name="Elipse 226"/>
            <p:cNvSpPr/>
            <p:nvPr/>
          </p:nvSpPr>
          <p:spPr>
            <a:xfrm>
              <a:off x="1964051" y="247606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9" name="Elipse 227"/>
            <p:cNvSpPr/>
            <p:nvPr/>
          </p:nvSpPr>
          <p:spPr>
            <a:xfrm>
              <a:off x="2033481" y="2361116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0" name="Elipse 228"/>
            <p:cNvSpPr/>
            <p:nvPr/>
          </p:nvSpPr>
          <p:spPr>
            <a:xfrm>
              <a:off x="2070730" y="243370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1" name="Elipse 229"/>
            <p:cNvSpPr/>
            <p:nvPr/>
          </p:nvSpPr>
          <p:spPr>
            <a:xfrm>
              <a:off x="2329581" y="213504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2" name="Elipse 230"/>
            <p:cNvSpPr/>
            <p:nvPr/>
          </p:nvSpPr>
          <p:spPr>
            <a:xfrm>
              <a:off x="2322882" y="2058192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3" name="Elipse 231"/>
            <p:cNvSpPr/>
            <p:nvPr/>
          </p:nvSpPr>
          <p:spPr>
            <a:xfrm>
              <a:off x="2449036" y="2175129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4" name="Elipse 232"/>
            <p:cNvSpPr/>
            <p:nvPr/>
          </p:nvSpPr>
          <p:spPr>
            <a:xfrm>
              <a:off x="2374503" y="220632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5" name="Elipse 233"/>
            <p:cNvSpPr/>
            <p:nvPr/>
          </p:nvSpPr>
          <p:spPr>
            <a:xfrm>
              <a:off x="1996099" y="2654862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6" name="Elipse 234"/>
            <p:cNvSpPr/>
            <p:nvPr/>
          </p:nvSpPr>
          <p:spPr>
            <a:xfrm>
              <a:off x="2775260" y="2623856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7" name="Elipse 235"/>
            <p:cNvSpPr/>
            <p:nvPr/>
          </p:nvSpPr>
          <p:spPr>
            <a:xfrm>
              <a:off x="2700968" y="260230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8" name="Elipse 236"/>
            <p:cNvSpPr/>
            <p:nvPr/>
          </p:nvSpPr>
          <p:spPr>
            <a:xfrm>
              <a:off x="2667530" y="2483549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9" name="Elipse 237"/>
            <p:cNvSpPr/>
            <p:nvPr/>
          </p:nvSpPr>
          <p:spPr>
            <a:xfrm>
              <a:off x="3172567" y="3348849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0" name="Elipse 238"/>
            <p:cNvSpPr/>
            <p:nvPr/>
          </p:nvSpPr>
          <p:spPr>
            <a:xfrm>
              <a:off x="2360507" y="2645073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1" name="Elipse 239"/>
            <p:cNvSpPr/>
            <p:nvPr/>
          </p:nvSpPr>
          <p:spPr>
            <a:xfrm>
              <a:off x="2662196" y="2762859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2" name="Elipse 240"/>
            <p:cNvSpPr/>
            <p:nvPr/>
          </p:nvSpPr>
          <p:spPr>
            <a:xfrm>
              <a:off x="2954521" y="268938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3" name="Elipse 241"/>
            <p:cNvSpPr/>
            <p:nvPr/>
          </p:nvSpPr>
          <p:spPr>
            <a:xfrm>
              <a:off x="2514155" y="2798155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4" name="Elipse 242"/>
            <p:cNvSpPr/>
            <p:nvPr/>
          </p:nvSpPr>
          <p:spPr>
            <a:xfrm>
              <a:off x="2134035" y="2678586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5" name="Elipse 243"/>
            <p:cNvSpPr/>
            <p:nvPr/>
          </p:nvSpPr>
          <p:spPr>
            <a:xfrm>
              <a:off x="2115499" y="2887301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6" name="Elipse 244"/>
            <p:cNvSpPr/>
            <p:nvPr/>
          </p:nvSpPr>
          <p:spPr>
            <a:xfrm>
              <a:off x="2108336" y="2739063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7" name="Elipse 245"/>
            <p:cNvSpPr/>
            <p:nvPr/>
          </p:nvSpPr>
          <p:spPr>
            <a:xfrm>
              <a:off x="3284113" y="304354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8" name="Elipse 246"/>
            <p:cNvSpPr/>
            <p:nvPr/>
          </p:nvSpPr>
          <p:spPr>
            <a:xfrm>
              <a:off x="3285849" y="3131483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9" name="Elipse 247"/>
            <p:cNvSpPr/>
            <p:nvPr/>
          </p:nvSpPr>
          <p:spPr>
            <a:xfrm>
              <a:off x="3012374" y="3061282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0" name="Elipse 248"/>
            <p:cNvSpPr/>
            <p:nvPr/>
          </p:nvSpPr>
          <p:spPr>
            <a:xfrm>
              <a:off x="2874133" y="262694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1" name="Elipse 249"/>
            <p:cNvSpPr/>
            <p:nvPr/>
          </p:nvSpPr>
          <p:spPr>
            <a:xfrm>
              <a:off x="2717638" y="348682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2" name="Elipse 250"/>
            <p:cNvSpPr/>
            <p:nvPr/>
          </p:nvSpPr>
          <p:spPr>
            <a:xfrm>
              <a:off x="2673878" y="3148481"/>
              <a:ext cx="180000" cy="180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3" name="Elipse 251"/>
            <p:cNvSpPr/>
            <p:nvPr/>
          </p:nvSpPr>
          <p:spPr>
            <a:xfrm>
              <a:off x="2560640" y="3548870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4" name="Elipse 252"/>
            <p:cNvSpPr/>
            <p:nvPr/>
          </p:nvSpPr>
          <p:spPr>
            <a:xfrm>
              <a:off x="2543483" y="3463384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5" name="Elipse 253"/>
            <p:cNvSpPr/>
            <p:nvPr/>
          </p:nvSpPr>
          <p:spPr>
            <a:xfrm>
              <a:off x="2466524" y="3435439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6" name="Elipse 254"/>
            <p:cNvSpPr/>
            <p:nvPr/>
          </p:nvSpPr>
          <p:spPr>
            <a:xfrm>
              <a:off x="2394633" y="3435887"/>
              <a:ext cx="72000" cy="7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7" name="Elipse 255"/>
            <p:cNvSpPr/>
            <p:nvPr/>
          </p:nvSpPr>
          <p:spPr>
            <a:xfrm>
              <a:off x="3456713" y="392355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8" name="Elipse 256"/>
            <p:cNvSpPr/>
            <p:nvPr/>
          </p:nvSpPr>
          <p:spPr>
            <a:xfrm>
              <a:off x="2543931" y="2774635"/>
              <a:ext cx="114363" cy="122148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9" name="Elipse 257"/>
            <p:cNvSpPr/>
            <p:nvPr/>
          </p:nvSpPr>
          <p:spPr>
            <a:xfrm>
              <a:off x="2586003" y="3079408"/>
              <a:ext cx="114363" cy="122148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0" name="Elipse 258"/>
            <p:cNvSpPr/>
            <p:nvPr/>
          </p:nvSpPr>
          <p:spPr>
            <a:xfrm>
              <a:off x="3149318" y="3496941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1" name="Elipse 259"/>
            <p:cNvSpPr/>
            <p:nvPr/>
          </p:nvSpPr>
          <p:spPr>
            <a:xfrm>
              <a:off x="3129571" y="3649859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2" name="Elipse 260"/>
            <p:cNvSpPr/>
            <p:nvPr/>
          </p:nvSpPr>
          <p:spPr>
            <a:xfrm>
              <a:off x="3062609" y="365601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3" name="Elipse 261"/>
            <p:cNvSpPr/>
            <p:nvPr/>
          </p:nvSpPr>
          <p:spPr>
            <a:xfrm>
              <a:off x="3018315" y="362288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4" name="Elipse 262"/>
            <p:cNvSpPr/>
            <p:nvPr/>
          </p:nvSpPr>
          <p:spPr>
            <a:xfrm>
              <a:off x="2789260" y="3568738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5" name="Elipse 263"/>
            <p:cNvSpPr/>
            <p:nvPr/>
          </p:nvSpPr>
          <p:spPr>
            <a:xfrm>
              <a:off x="3197902" y="3305188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6" name="Elipse 264"/>
            <p:cNvSpPr/>
            <p:nvPr/>
          </p:nvSpPr>
          <p:spPr>
            <a:xfrm>
              <a:off x="3139534" y="3347067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7" name="Elipse 265"/>
            <p:cNvSpPr/>
            <p:nvPr/>
          </p:nvSpPr>
          <p:spPr>
            <a:xfrm>
              <a:off x="2094753" y="2586773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8" name="Elipse 266"/>
            <p:cNvSpPr/>
            <p:nvPr/>
          </p:nvSpPr>
          <p:spPr>
            <a:xfrm>
              <a:off x="2489961" y="2369651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9" name="Elipse 267"/>
            <p:cNvSpPr/>
            <p:nvPr/>
          </p:nvSpPr>
          <p:spPr>
            <a:xfrm>
              <a:off x="2190929" y="2406040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0" name="Elipse 268"/>
            <p:cNvSpPr/>
            <p:nvPr/>
          </p:nvSpPr>
          <p:spPr>
            <a:xfrm>
              <a:off x="4381964" y="343826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1" name="Elipse 269"/>
            <p:cNvSpPr/>
            <p:nvPr/>
          </p:nvSpPr>
          <p:spPr>
            <a:xfrm>
              <a:off x="4534364" y="359066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2" name="Elipse 270"/>
            <p:cNvSpPr/>
            <p:nvPr/>
          </p:nvSpPr>
          <p:spPr>
            <a:xfrm>
              <a:off x="2136914" y="2414128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3" name="Elipse 271"/>
            <p:cNvSpPr/>
            <p:nvPr/>
          </p:nvSpPr>
          <p:spPr>
            <a:xfrm>
              <a:off x="2857964" y="307270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4" name="Elipse 272"/>
            <p:cNvSpPr/>
            <p:nvPr/>
          </p:nvSpPr>
          <p:spPr>
            <a:xfrm>
              <a:off x="2357790" y="291815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5" name="Elipse 273"/>
            <p:cNvSpPr/>
            <p:nvPr/>
          </p:nvSpPr>
          <p:spPr>
            <a:xfrm>
              <a:off x="1709050" y="2319243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6" name="Elipse 274"/>
            <p:cNvSpPr/>
            <p:nvPr/>
          </p:nvSpPr>
          <p:spPr>
            <a:xfrm>
              <a:off x="2684200" y="3389170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7" name="Elipse 275"/>
            <p:cNvSpPr/>
            <p:nvPr/>
          </p:nvSpPr>
          <p:spPr>
            <a:xfrm>
              <a:off x="2669716" y="3375388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8" name="Elipse 276"/>
            <p:cNvSpPr/>
            <p:nvPr/>
          </p:nvSpPr>
          <p:spPr>
            <a:xfrm>
              <a:off x="4381964" y="343826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9" name="Elipse 277"/>
            <p:cNvSpPr/>
            <p:nvPr/>
          </p:nvSpPr>
          <p:spPr>
            <a:xfrm>
              <a:off x="4534364" y="359066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0" name="Elipse 278"/>
            <p:cNvSpPr/>
            <p:nvPr/>
          </p:nvSpPr>
          <p:spPr>
            <a:xfrm>
              <a:off x="2676618" y="3347271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1" name="Elipse 279"/>
            <p:cNvSpPr/>
            <p:nvPr/>
          </p:nvSpPr>
          <p:spPr>
            <a:xfrm>
              <a:off x="1723305" y="2311732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2" name="Elipse 280"/>
            <p:cNvSpPr/>
            <p:nvPr/>
          </p:nvSpPr>
          <p:spPr>
            <a:xfrm>
              <a:off x="2352766" y="2933660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3" name="Elipse 281"/>
            <p:cNvSpPr/>
            <p:nvPr/>
          </p:nvSpPr>
          <p:spPr>
            <a:xfrm>
              <a:off x="2850383" y="3059315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4" name="Elipse 282"/>
            <p:cNvSpPr/>
            <p:nvPr/>
          </p:nvSpPr>
          <p:spPr>
            <a:xfrm>
              <a:off x="2819670" y="2601172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5" name="Elipse 283"/>
            <p:cNvSpPr/>
            <p:nvPr/>
          </p:nvSpPr>
          <p:spPr>
            <a:xfrm>
              <a:off x="3255225" y="3318893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6" name="Elipse 284"/>
            <p:cNvSpPr/>
            <p:nvPr/>
          </p:nvSpPr>
          <p:spPr>
            <a:xfrm>
              <a:off x="3321849" y="3022257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7" name="Elipse 285"/>
            <p:cNvSpPr/>
            <p:nvPr/>
          </p:nvSpPr>
          <p:spPr>
            <a:xfrm>
              <a:off x="4381964" y="343826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8" name="Elipse 286"/>
            <p:cNvSpPr/>
            <p:nvPr/>
          </p:nvSpPr>
          <p:spPr>
            <a:xfrm>
              <a:off x="4534364" y="359066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9" name="Elipse 287"/>
            <p:cNvSpPr/>
            <p:nvPr/>
          </p:nvSpPr>
          <p:spPr>
            <a:xfrm>
              <a:off x="3145007" y="2956987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0" name="Elipse 288"/>
            <p:cNvSpPr/>
            <p:nvPr/>
          </p:nvSpPr>
          <p:spPr>
            <a:xfrm>
              <a:off x="3125662" y="2975783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1" name="Elipse 289"/>
            <p:cNvSpPr/>
            <p:nvPr/>
          </p:nvSpPr>
          <p:spPr>
            <a:xfrm>
              <a:off x="2955685" y="3225611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2" name="Elipse 290"/>
            <p:cNvSpPr/>
            <p:nvPr/>
          </p:nvSpPr>
          <p:spPr>
            <a:xfrm>
              <a:off x="2688746" y="3418021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3" name="Elipse 291"/>
            <p:cNvSpPr/>
            <p:nvPr/>
          </p:nvSpPr>
          <p:spPr>
            <a:xfrm>
              <a:off x="2669716" y="3403385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4" name="Elipse 292"/>
            <p:cNvSpPr/>
            <p:nvPr/>
          </p:nvSpPr>
          <p:spPr>
            <a:xfrm>
              <a:off x="3217838" y="3521348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5" name="Elipse 293"/>
            <p:cNvSpPr/>
            <p:nvPr/>
          </p:nvSpPr>
          <p:spPr>
            <a:xfrm>
              <a:off x="3200524" y="348408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6" name="Elipse 294"/>
            <p:cNvSpPr/>
            <p:nvPr/>
          </p:nvSpPr>
          <p:spPr>
            <a:xfrm>
              <a:off x="3246797" y="3640867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7" name="Elipse 295"/>
            <p:cNvSpPr/>
            <p:nvPr/>
          </p:nvSpPr>
          <p:spPr>
            <a:xfrm>
              <a:off x="3278379" y="368855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8" name="Elipse 296"/>
            <p:cNvSpPr/>
            <p:nvPr/>
          </p:nvSpPr>
          <p:spPr>
            <a:xfrm>
              <a:off x="3274871" y="374031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9" name="Elipse 297"/>
            <p:cNvSpPr/>
            <p:nvPr/>
          </p:nvSpPr>
          <p:spPr>
            <a:xfrm>
              <a:off x="3135861" y="380123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0" name="Elipse 298"/>
            <p:cNvSpPr/>
            <p:nvPr/>
          </p:nvSpPr>
          <p:spPr>
            <a:xfrm>
              <a:off x="3068430" y="383412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1" name="Elipse 299"/>
            <p:cNvSpPr/>
            <p:nvPr/>
          </p:nvSpPr>
          <p:spPr>
            <a:xfrm>
              <a:off x="4585910" y="349376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2" name="Elipse 300"/>
            <p:cNvSpPr/>
            <p:nvPr/>
          </p:nvSpPr>
          <p:spPr>
            <a:xfrm>
              <a:off x="2788223" y="361037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3" name="Elipse 301"/>
            <p:cNvSpPr/>
            <p:nvPr/>
          </p:nvSpPr>
          <p:spPr>
            <a:xfrm>
              <a:off x="2665549" y="336160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4" name="Elipse 302"/>
            <p:cNvSpPr/>
            <p:nvPr/>
          </p:nvSpPr>
          <p:spPr>
            <a:xfrm>
              <a:off x="3444707" y="357330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5" name="Elipse 303"/>
            <p:cNvSpPr/>
            <p:nvPr/>
          </p:nvSpPr>
          <p:spPr>
            <a:xfrm>
              <a:off x="3400347" y="355854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6" name="Elipse 304"/>
            <p:cNvSpPr/>
            <p:nvPr/>
          </p:nvSpPr>
          <p:spPr>
            <a:xfrm>
              <a:off x="3412122" y="3499954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7" name="Elipse 305"/>
            <p:cNvSpPr/>
            <p:nvPr/>
          </p:nvSpPr>
          <p:spPr>
            <a:xfrm>
              <a:off x="3358955" y="3481954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8" name="Elipse 306"/>
            <p:cNvSpPr/>
            <p:nvPr/>
          </p:nvSpPr>
          <p:spPr>
            <a:xfrm>
              <a:off x="3338233" y="390768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9" name="Elipse 307"/>
            <p:cNvSpPr/>
            <p:nvPr/>
          </p:nvSpPr>
          <p:spPr>
            <a:xfrm>
              <a:off x="3490010" y="385141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0" name="Elipse 308"/>
            <p:cNvSpPr/>
            <p:nvPr/>
          </p:nvSpPr>
          <p:spPr>
            <a:xfrm>
              <a:off x="3452614" y="3802395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1" name="Elipse 309"/>
            <p:cNvSpPr/>
            <p:nvPr/>
          </p:nvSpPr>
          <p:spPr>
            <a:xfrm>
              <a:off x="3473807" y="361249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2" name="Elipse 310"/>
            <p:cNvSpPr/>
            <p:nvPr/>
          </p:nvSpPr>
          <p:spPr>
            <a:xfrm>
              <a:off x="3439332" y="3663736"/>
              <a:ext cx="70598" cy="64054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3" name="Elipse 311"/>
            <p:cNvSpPr/>
            <p:nvPr/>
          </p:nvSpPr>
          <p:spPr>
            <a:xfrm>
              <a:off x="3401967" y="3624855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4" name="Elipse 312"/>
            <p:cNvSpPr/>
            <p:nvPr/>
          </p:nvSpPr>
          <p:spPr>
            <a:xfrm>
              <a:off x="2723716" y="239939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5" name="Elipse 313"/>
            <p:cNvSpPr/>
            <p:nvPr/>
          </p:nvSpPr>
          <p:spPr>
            <a:xfrm>
              <a:off x="2963936" y="3119649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6" name="Elipse 314"/>
            <p:cNvSpPr/>
            <p:nvPr/>
          </p:nvSpPr>
          <p:spPr>
            <a:xfrm>
              <a:off x="4381964" y="343826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7" name="Elipse 315"/>
            <p:cNvSpPr/>
            <p:nvPr/>
          </p:nvSpPr>
          <p:spPr>
            <a:xfrm>
              <a:off x="4534364" y="359066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8" name="Elipse 316"/>
            <p:cNvSpPr/>
            <p:nvPr/>
          </p:nvSpPr>
          <p:spPr>
            <a:xfrm>
              <a:off x="2836960" y="2792673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9" name="Elipse 317"/>
            <p:cNvSpPr/>
            <p:nvPr/>
          </p:nvSpPr>
          <p:spPr>
            <a:xfrm>
              <a:off x="3129571" y="2663741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0" name="Elipse 318"/>
            <p:cNvSpPr/>
            <p:nvPr/>
          </p:nvSpPr>
          <p:spPr>
            <a:xfrm>
              <a:off x="2260309" y="1943344"/>
              <a:ext cx="0" cy="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1" name="Elipse 319"/>
            <p:cNvSpPr/>
            <p:nvPr/>
          </p:nvSpPr>
          <p:spPr>
            <a:xfrm>
              <a:off x="2523774" y="2265112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2" name="Elipse 320"/>
            <p:cNvSpPr/>
            <p:nvPr/>
          </p:nvSpPr>
          <p:spPr>
            <a:xfrm>
              <a:off x="2225456" y="2095136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3" name="Elipse 321"/>
            <p:cNvSpPr/>
            <p:nvPr/>
          </p:nvSpPr>
          <p:spPr>
            <a:xfrm>
              <a:off x="2131360" y="2012262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4" name="Elipse 322"/>
            <p:cNvSpPr/>
            <p:nvPr/>
          </p:nvSpPr>
          <p:spPr>
            <a:xfrm>
              <a:off x="2729620" y="2802399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5" name="Elipse 323"/>
            <p:cNvSpPr/>
            <p:nvPr/>
          </p:nvSpPr>
          <p:spPr>
            <a:xfrm>
              <a:off x="3025469" y="2641009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6" name="Elipse 324"/>
            <p:cNvSpPr/>
            <p:nvPr/>
          </p:nvSpPr>
          <p:spPr>
            <a:xfrm>
              <a:off x="2639346" y="2329634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7" name="Elipse 325"/>
            <p:cNvSpPr/>
            <p:nvPr/>
          </p:nvSpPr>
          <p:spPr>
            <a:xfrm>
              <a:off x="2050564" y="2509346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8" name="Elipse 326"/>
            <p:cNvSpPr/>
            <p:nvPr/>
          </p:nvSpPr>
          <p:spPr>
            <a:xfrm>
              <a:off x="2839346" y="3142842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9" name="Elipse 327"/>
            <p:cNvSpPr/>
            <p:nvPr/>
          </p:nvSpPr>
          <p:spPr>
            <a:xfrm>
              <a:off x="2805421" y="2887588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0" name="Elipse 328"/>
            <p:cNvSpPr/>
            <p:nvPr/>
          </p:nvSpPr>
          <p:spPr>
            <a:xfrm>
              <a:off x="2860790" y="2766319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1" name="Elipse 329"/>
            <p:cNvSpPr/>
            <p:nvPr/>
          </p:nvSpPr>
          <p:spPr>
            <a:xfrm>
              <a:off x="2440752" y="2622144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2" name="Elipse 330"/>
            <p:cNvSpPr/>
            <p:nvPr/>
          </p:nvSpPr>
          <p:spPr>
            <a:xfrm>
              <a:off x="2160650" y="239781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3" name="Elipse 331"/>
            <p:cNvSpPr/>
            <p:nvPr/>
          </p:nvSpPr>
          <p:spPr>
            <a:xfrm>
              <a:off x="2504102" y="2449847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4" name="Elipse 332"/>
            <p:cNvSpPr/>
            <p:nvPr/>
          </p:nvSpPr>
          <p:spPr>
            <a:xfrm>
              <a:off x="2530841" y="2377271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5" name="Elipse 333"/>
            <p:cNvSpPr/>
            <p:nvPr/>
          </p:nvSpPr>
          <p:spPr>
            <a:xfrm>
              <a:off x="2011461" y="227683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6" name="Elipse 334"/>
            <p:cNvSpPr/>
            <p:nvPr/>
          </p:nvSpPr>
          <p:spPr>
            <a:xfrm>
              <a:off x="2172328" y="247503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7" name="Elipse 335"/>
            <p:cNvSpPr/>
            <p:nvPr/>
          </p:nvSpPr>
          <p:spPr>
            <a:xfrm>
              <a:off x="2467036" y="212106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8" name="Elipse 336"/>
            <p:cNvSpPr/>
            <p:nvPr/>
          </p:nvSpPr>
          <p:spPr>
            <a:xfrm>
              <a:off x="2412250" y="209639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9" name="Elipse 337"/>
            <p:cNvSpPr/>
            <p:nvPr/>
          </p:nvSpPr>
          <p:spPr>
            <a:xfrm>
              <a:off x="2729900" y="2429715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0" name="Elipse 338"/>
            <p:cNvSpPr/>
            <p:nvPr/>
          </p:nvSpPr>
          <p:spPr>
            <a:xfrm>
              <a:off x="2502371" y="260385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1" name="Elipse 339"/>
            <p:cNvSpPr/>
            <p:nvPr/>
          </p:nvSpPr>
          <p:spPr>
            <a:xfrm>
              <a:off x="2096619" y="2826824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2" name="Elipse 340"/>
            <p:cNvSpPr/>
            <p:nvPr/>
          </p:nvSpPr>
          <p:spPr>
            <a:xfrm>
              <a:off x="2079152" y="2653319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3" name="Elipse 341"/>
            <p:cNvSpPr/>
            <p:nvPr/>
          </p:nvSpPr>
          <p:spPr>
            <a:xfrm>
              <a:off x="2331434" y="2578384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4" name="Elipse 342"/>
            <p:cNvSpPr/>
            <p:nvPr/>
          </p:nvSpPr>
          <p:spPr>
            <a:xfrm>
              <a:off x="2313481" y="2495238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5" name="Elipse 343"/>
            <p:cNvSpPr/>
            <p:nvPr/>
          </p:nvSpPr>
          <p:spPr>
            <a:xfrm>
              <a:off x="3188481" y="2918877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6" name="Elipse 344"/>
            <p:cNvSpPr/>
            <p:nvPr/>
          </p:nvSpPr>
          <p:spPr>
            <a:xfrm>
              <a:off x="3034299" y="275488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7" name="Elipse 345"/>
            <p:cNvSpPr/>
            <p:nvPr/>
          </p:nvSpPr>
          <p:spPr>
            <a:xfrm>
              <a:off x="2925571" y="2570927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8" name="Elipse 346"/>
            <p:cNvSpPr/>
            <p:nvPr/>
          </p:nvSpPr>
          <p:spPr>
            <a:xfrm>
              <a:off x="2375002" y="258771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9" name="Elipse 347"/>
            <p:cNvSpPr/>
            <p:nvPr/>
          </p:nvSpPr>
          <p:spPr>
            <a:xfrm>
              <a:off x="2547822" y="270962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0" name="Elipse 348"/>
            <p:cNvSpPr/>
            <p:nvPr/>
          </p:nvSpPr>
          <p:spPr>
            <a:xfrm>
              <a:off x="2639823" y="2570723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1" name="Elipse 349"/>
            <p:cNvSpPr/>
            <p:nvPr/>
          </p:nvSpPr>
          <p:spPr>
            <a:xfrm>
              <a:off x="2500796" y="2662545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2" name="Elipse 350"/>
            <p:cNvSpPr/>
            <p:nvPr/>
          </p:nvSpPr>
          <p:spPr>
            <a:xfrm>
              <a:off x="2747311" y="311977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3" name="Elipse 351"/>
            <p:cNvSpPr/>
            <p:nvPr/>
          </p:nvSpPr>
          <p:spPr>
            <a:xfrm>
              <a:off x="2910133" y="3110729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4" name="Elipse 352"/>
            <p:cNvSpPr/>
            <p:nvPr/>
          </p:nvSpPr>
          <p:spPr>
            <a:xfrm>
              <a:off x="2976054" y="3128119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5" name="Elipse 353"/>
            <p:cNvSpPr/>
            <p:nvPr/>
          </p:nvSpPr>
          <p:spPr>
            <a:xfrm>
              <a:off x="3088512" y="2762615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6" name="Elipse 354"/>
            <p:cNvSpPr/>
            <p:nvPr/>
          </p:nvSpPr>
          <p:spPr>
            <a:xfrm>
              <a:off x="3140456" y="2659009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7" name="Elipse 355"/>
            <p:cNvSpPr/>
            <p:nvPr/>
          </p:nvSpPr>
          <p:spPr>
            <a:xfrm>
              <a:off x="2818304" y="3099645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8" name="Elipse 356"/>
            <p:cNvSpPr/>
            <p:nvPr/>
          </p:nvSpPr>
          <p:spPr>
            <a:xfrm>
              <a:off x="2223806" y="276817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9" name="Elipse 357"/>
            <p:cNvSpPr/>
            <p:nvPr/>
          </p:nvSpPr>
          <p:spPr>
            <a:xfrm>
              <a:off x="2749393" y="2684215"/>
              <a:ext cx="108000" cy="108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0" name="Elipse 358"/>
            <p:cNvSpPr/>
            <p:nvPr/>
          </p:nvSpPr>
          <p:spPr>
            <a:xfrm>
              <a:off x="2264920" y="306925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1" name="Elipse 359"/>
            <p:cNvSpPr/>
            <p:nvPr/>
          </p:nvSpPr>
          <p:spPr>
            <a:xfrm>
              <a:off x="2325144" y="3059262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2" name="Elipse 360"/>
            <p:cNvSpPr/>
            <p:nvPr/>
          </p:nvSpPr>
          <p:spPr>
            <a:xfrm>
              <a:off x="2374416" y="328106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3" name="Elipse 361"/>
            <p:cNvSpPr/>
            <p:nvPr/>
          </p:nvSpPr>
          <p:spPr>
            <a:xfrm>
              <a:off x="2249567" y="2834260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4" name="Elipse 362"/>
            <p:cNvSpPr/>
            <p:nvPr/>
          </p:nvSpPr>
          <p:spPr>
            <a:xfrm>
              <a:off x="2279516" y="2778436"/>
              <a:ext cx="36000" cy="36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513" name="Grupo 511"/>
          <p:cNvGrpSpPr/>
          <p:nvPr/>
        </p:nvGrpSpPr>
        <p:grpSpPr>
          <a:xfrm>
            <a:off x="7658525" y="2879647"/>
            <a:ext cx="510034" cy="1664946"/>
            <a:chOff x="5513232" y="641334"/>
            <a:chExt cx="510034" cy="1664946"/>
          </a:xfrm>
        </p:grpSpPr>
        <p:sp>
          <p:nvSpPr>
            <p:cNvPr id="514" name="Elipse 512"/>
            <p:cNvSpPr/>
            <p:nvPr/>
          </p:nvSpPr>
          <p:spPr>
            <a:xfrm>
              <a:off x="5513232" y="713334"/>
              <a:ext cx="144000" cy="144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5" name="Elipse 513"/>
            <p:cNvSpPr/>
            <p:nvPr/>
          </p:nvSpPr>
          <p:spPr>
            <a:xfrm>
              <a:off x="5513232" y="1249057"/>
              <a:ext cx="144000" cy="144000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6" name="Elipse 514"/>
            <p:cNvSpPr/>
            <p:nvPr/>
          </p:nvSpPr>
          <p:spPr>
            <a:xfrm>
              <a:off x="5513232" y="1522235"/>
              <a:ext cx="144000" cy="144000"/>
            </a:xfrm>
            <a:prstGeom prst="ellipse">
              <a:avLst/>
            </a:prstGeom>
            <a:pattFill prst="pct75">
              <a:fgClr>
                <a:srgbClr val="FF6600"/>
              </a:fgClr>
              <a:bgClr>
                <a:sysClr val="window" lastClr="FFFFFF"/>
              </a:bgClr>
            </a:pattFill>
            <a:ln w="12700" cap="flat" cmpd="sng" algn="ctr">
              <a:solidFill>
                <a:srgbClr val="FF66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7" name="Elipse 515"/>
            <p:cNvSpPr/>
            <p:nvPr/>
          </p:nvSpPr>
          <p:spPr>
            <a:xfrm>
              <a:off x="5513232" y="2079222"/>
              <a:ext cx="144000" cy="144000"/>
            </a:xfrm>
            <a:prstGeom prst="ellipse">
              <a:avLst/>
            </a:prstGeom>
            <a:pattFill prst="pct60">
              <a:fgClr>
                <a:srgbClr val="FFC000">
                  <a:lumMod val="50000"/>
                </a:srgbClr>
              </a:fgClr>
              <a:bgClr>
                <a:sysClr val="window" lastClr="FFFFFF"/>
              </a:bgClr>
            </a:pattFill>
            <a:ln w="12700" cap="flat" cmpd="sng" algn="ctr">
              <a:solidFill>
                <a:srgbClr val="FFC000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8" name="Elipse 516"/>
            <p:cNvSpPr/>
            <p:nvPr/>
          </p:nvSpPr>
          <p:spPr>
            <a:xfrm>
              <a:off x="5513232" y="1806046"/>
              <a:ext cx="144000" cy="144000"/>
            </a:xfrm>
            <a:prstGeom prst="ellipse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9" name="Elipse 517"/>
            <p:cNvSpPr/>
            <p:nvPr/>
          </p:nvSpPr>
          <p:spPr>
            <a:xfrm>
              <a:off x="5513232" y="975879"/>
              <a:ext cx="144000" cy="144000"/>
            </a:xfrm>
            <a:prstGeom prst="ellipse">
              <a:avLst/>
            </a:prstGeom>
            <a:solidFill>
              <a:srgbClr val="4472C4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pic>
          <p:nvPicPr>
            <p:cNvPr id="520" name="Picture 2" descr="PARTIDO ACCIÓN NACIONA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266" y="916723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1" name="Picture 4" descr="PARTIDO REVOLUCIONARIO INSTITUCIONAL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266" y="641334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2" name="Picture 6" descr="PARTIDO DE LA REVOLUCIÓN DEMOCRÁTICA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266" y="1192112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3" name="Picture 8" descr="PARTIDO VERDE ECOLOGISTA DE MÉXIC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266" y="1742890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4" name="Picture 10" descr="MOVIMIENTO CIUDADANO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266" y="1467501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5" name="Picture 12" descr="MORENA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266" y="2018280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6" name="Elipse 525"/>
          <p:cNvSpPr/>
          <p:nvPr/>
        </p:nvSpPr>
        <p:spPr>
          <a:xfrm>
            <a:off x="7656035" y="4598972"/>
            <a:ext cx="144000" cy="144000"/>
          </a:xfrm>
          <a:prstGeom prst="ellipse">
            <a:avLst/>
          </a:prstGeom>
          <a:pattFill prst="pct75">
            <a:fgClr>
              <a:srgbClr val="FF00FF"/>
            </a:fgClr>
            <a:bgClr>
              <a:sysClr val="window" lastClr="FFFFFF"/>
            </a:bgClr>
          </a:pattFill>
          <a:ln w="12700" cap="flat" cmpd="sng" algn="ctr">
            <a:solidFill>
              <a:srgbClr val="FF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7" name="CuadroTexto 526"/>
          <p:cNvSpPr txBox="1"/>
          <p:nvPr/>
        </p:nvSpPr>
        <p:spPr>
          <a:xfrm>
            <a:off x="7723317" y="4540908"/>
            <a:ext cx="60479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50" b="1" dirty="0" err="1" smtClean="0">
                <a:solidFill>
                  <a:prstClr val="black"/>
                </a:solidFill>
              </a:rPr>
              <a:t>Indep</a:t>
            </a:r>
            <a:r>
              <a:rPr lang="es-MX" sz="1050" b="1" dirty="0" smtClean="0">
                <a:solidFill>
                  <a:prstClr val="black"/>
                </a:solidFill>
              </a:rPr>
              <a:t>.</a:t>
            </a:r>
            <a:endParaRPr lang="es-MX" sz="1050" b="1" dirty="0">
              <a:solidFill>
                <a:prstClr val="black"/>
              </a:solidFill>
            </a:endParaRPr>
          </a:p>
        </p:txBody>
      </p:sp>
      <p:sp>
        <p:nvSpPr>
          <p:cNvPr id="528" name="5 CuadroTexto"/>
          <p:cNvSpPr txBox="1"/>
          <p:nvPr/>
        </p:nvSpPr>
        <p:spPr>
          <a:xfrm>
            <a:off x="5958696" y="6007182"/>
            <a:ext cx="2727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1200" dirty="0" smtClean="0">
                <a:cs typeface="Calibri Light" panose="020F0302020204030204" pitchFamily="34" charset="0"/>
              </a:rPr>
              <a:t>Mapa basado en resultados de la elección para diputados federales 2015</a:t>
            </a:r>
            <a:endParaRPr lang="es-MX" sz="1200" dirty="0">
              <a:cs typeface="Calibri Light" panose="020F0302020204030204" pitchFamily="34" charset="0"/>
            </a:endParaRPr>
          </a:p>
        </p:txBody>
      </p:sp>
      <p:sp>
        <p:nvSpPr>
          <p:cNvPr id="529" name="6 CuadroTexto"/>
          <p:cNvSpPr txBox="1"/>
          <p:nvPr/>
        </p:nvSpPr>
        <p:spPr>
          <a:xfrm>
            <a:off x="4853769" y="2359001"/>
            <a:ext cx="3533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 smtClean="0">
                <a:cs typeface="Calibri Light" panose="020F0302020204030204" pitchFamily="34" charset="0"/>
              </a:rPr>
              <a:t>Dispersión del voto</a:t>
            </a:r>
            <a:endParaRPr lang="es-MX" sz="1600" b="1" dirty="0">
              <a:cs typeface="Calibri Light" panose="020F0302020204030204" pitchFamily="34" charset="0"/>
            </a:endParaRPr>
          </a:p>
        </p:txBody>
      </p:sp>
      <p:pic>
        <p:nvPicPr>
          <p:cNvPr id="530" name="Imagen 31" descr="PARTIDO ACCIÓN NACIONAL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459" y="1207350"/>
            <a:ext cx="652971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Imagen 32" descr="PARTIDO DE LA REVOLUCIÓN DEMOCRÁTICA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716" y="1207350"/>
            <a:ext cx="652971" cy="6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6375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Agenda de aspirantes</a:t>
            </a:r>
            <a:endParaRPr lang="es-ES" dirty="0"/>
          </a:p>
        </p:txBody>
      </p:sp>
      <p:sp>
        <p:nvSpPr>
          <p:cNvPr id="3" name="Marcador de número de diapositiva 1"/>
          <p:cNvSpPr>
            <a:spLocks noGrp="1"/>
          </p:cNvSpPr>
          <p:nvPr>
            <p:ph type="sldNum" sz="quarter" idx="12"/>
          </p:nvPr>
        </p:nvSpPr>
        <p:spPr>
          <a:xfrm>
            <a:off x="6553200" y="6067692"/>
            <a:ext cx="2133600" cy="365125"/>
          </a:xfrm>
        </p:spPr>
        <p:txBody>
          <a:bodyPr/>
          <a:lstStyle/>
          <a:p>
            <a:pPr>
              <a:defRPr/>
            </a:pPr>
            <a:fld id="{0E6E0155-41E2-40B5-97B3-994A9FA1343B}" type="slidenum">
              <a:rPr lang="es-MX" smtClean="0">
                <a:solidFill>
                  <a:prstClr val="black">
                    <a:tint val="75000"/>
                  </a:prstClr>
                </a:solidFill>
                <a:cs typeface="Calibri Light" panose="020F0302020204030204" pitchFamily="34" charset="0"/>
              </a:rPr>
              <a:pPr>
                <a:defRPr/>
              </a:pPr>
              <a:t>29</a:t>
            </a:fld>
            <a:endParaRPr lang="es-MX" dirty="0">
              <a:solidFill>
                <a:prstClr val="black">
                  <a:tint val="75000"/>
                </a:prstClr>
              </a:solidFill>
              <a:cs typeface="Calibri Light" panose="020F0302020204030204" pitchFamily="34" charset="0"/>
            </a:endParaRPr>
          </a:p>
        </p:txBody>
      </p:sp>
      <p:grpSp>
        <p:nvGrpSpPr>
          <p:cNvPr id="4" name="5 Grupo"/>
          <p:cNvGrpSpPr/>
          <p:nvPr/>
        </p:nvGrpSpPr>
        <p:grpSpPr>
          <a:xfrm>
            <a:off x="841717" y="1522941"/>
            <a:ext cx="1712619" cy="612000"/>
            <a:chOff x="1826403" y="1734742"/>
            <a:chExt cx="1712619" cy="612000"/>
          </a:xfrm>
        </p:grpSpPr>
        <p:pic>
          <p:nvPicPr>
            <p:cNvPr id="5" name="10 Imagen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403" y="1734742"/>
              <a:ext cx="612000" cy="612000"/>
            </a:xfrm>
            <a:prstGeom prst="rect">
              <a:avLst/>
            </a:prstGeom>
          </p:spPr>
        </p:pic>
        <p:pic>
          <p:nvPicPr>
            <p:cNvPr id="6" name="Picture 2" descr="NUEVA ALIANZ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7022" y="1734742"/>
              <a:ext cx="612000" cy="61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PARTIDO VERDE ECOLOGISTA DE MÉXICO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6713" y="1734742"/>
              <a:ext cx="612000" cy="61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3 CuadroTexto"/>
          <p:cNvSpPr txBox="1"/>
          <p:nvPr/>
        </p:nvSpPr>
        <p:spPr>
          <a:xfrm>
            <a:off x="247642" y="2275872"/>
            <a:ext cx="28693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 smtClean="0">
                <a:cs typeface="Calibri Light" panose="020F0302020204030204" pitchFamily="34" charset="0"/>
              </a:rPr>
              <a:t>Continuidad</a:t>
            </a:r>
            <a:r>
              <a:rPr lang="es-MX" sz="1600" dirty="0" smtClean="0">
                <a:cs typeface="Calibri Light" panose="020F0302020204030204" pitchFamily="34" charset="0"/>
              </a:rPr>
              <a:t> en política de salud y educativa con enfoque preventivo.</a:t>
            </a:r>
          </a:p>
          <a:p>
            <a:pPr algn="ctr"/>
            <a:endParaRPr lang="es-MX" sz="1600" dirty="0">
              <a:cs typeface="Calibri Light" panose="020F0302020204030204" pitchFamily="34" charset="0"/>
            </a:endParaRPr>
          </a:p>
          <a:p>
            <a:pPr algn="ctr"/>
            <a:r>
              <a:rPr lang="es-MX" sz="1600" dirty="0">
                <a:cs typeface="Calibri Light" panose="020F0302020204030204" pitchFamily="34" charset="0"/>
              </a:rPr>
              <a:t>Seguimiento a la </a:t>
            </a:r>
            <a:r>
              <a:rPr lang="es-MX" sz="1600" i="1" dirty="0">
                <a:cs typeface="Calibri Light" panose="020F0302020204030204" pitchFamily="34" charset="0"/>
              </a:rPr>
              <a:t>Estrategia Nacional para Prevención y el Control del Sobrepeso, la Obesidad y la Diabetes</a:t>
            </a:r>
            <a:r>
              <a:rPr lang="es-MX" sz="1600" dirty="0">
                <a:cs typeface="Calibri Light" panose="020F0302020204030204" pitchFamily="34" charset="0"/>
              </a:rPr>
              <a:t>.</a:t>
            </a:r>
            <a:endParaRPr lang="es-MX" sz="1600" b="1" dirty="0">
              <a:solidFill>
                <a:srgbClr val="800000"/>
              </a:solidFill>
              <a:cs typeface="Calibri Light" panose="020F0302020204030204" pitchFamily="34" charset="0"/>
            </a:endParaRPr>
          </a:p>
        </p:txBody>
      </p:sp>
      <p:grpSp>
        <p:nvGrpSpPr>
          <p:cNvPr id="9" name="4 Grupo"/>
          <p:cNvGrpSpPr/>
          <p:nvPr/>
        </p:nvGrpSpPr>
        <p:grpSpPr>
          <a:xfrm>
            <a:off x="3684164" y="1465209"/>
            <a:ext cx="1949527" cy="761409"/>
            <a:chOff x="1861369" y="3829653"/>
            <a:chExt cx="1949527" cy="761409"/>
          </a:xfrm>
        </p:grpSpPr>
        <p:pic>
          <p:nvPicPr>
            <p:cNvPr id="10" name="Picture 2" descr="MORENA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1369" y="3829653"/>
              <a:ext cx="761409" cy="761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6" descr="PARTIDO DEL TRABAJO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1284" y="3922581"/>
              <a:ext cx="575553" cy="575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ENCUENTRO SOCIAL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343" y="3922581"/>
              <a:ext cx="575553" cy="575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13 CuadroTexto"/>
          <p:cNvSpPr txBox="1"/>
          <p:nvPr/>
        </p:nvSpPr>
        <p:spPr>
          <a:xfrm>
            <a:off x="3393810" y="2226618"/>
            <a:ext cx="27053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 smtClean="0">
                <a:cs typeface="Calibri Light" panose="020F0302020204030204" pitchFamily="34" charset="0"/>
              </a:rPr>
              <a:t>Cambio</a:t>
            </a:r>
            <a:r>
              <a:rPr lang="es-MX" sz="1600" dirty="0" smtClean="0">
                <a:cs typeface="Calibri Light" panose="020F0302020204030204" pitchFamily="34" charset="0"/>
              </a:rPr>
              <a:t> en la política de salud (la vigente no promueve hábitos saludables).</a:t>
            </a:r>
          </a:p>
          <a:p>
            <a:pPr algn="ctr"/>
            <a:endParaRPr lang="es-MX" sz="1600" dirty="0" smtClean="0">
              <a:cs typeface="Calibri Light" panose="020F0302020204030204" pitchFamily="34" charset="0"/>
            </a:endParaRPr>
          </a:p>
          <a:p>
            <a:pPr algn="ctr"/>
            <a:r>
              <a:rPr lang="es-MX" sz="1600" dirty="0" smtClean="0">
                <a:cs typeface="Calibri Light" panose="020F0302020204030204" pitchFamily="34" charset="0"/>
              </a:rPr>
              <a:t>Disminuir el consumo de alimentos procesados e importados.</a:t>
            </a:r>
          </a:p>
          <a:p>
            <a:pPr algn="ctr"/>
            <a:endParaRPr lang="es-MX" sz="1600" b="1" dirty="0">
              <a:solidFill>
                <a:srgbClr val="800000"/>
              </a:solidFill>
              <a:cs typeface="Calibri Light" panose="020F0302020204030204" pitchFamily="34" charset="0"/>
            </a:endParaRPr>
          </a:p>
          <a:p>
            <a:pPr algn="ctr"/>
            <a:r>
              <a:rPr lang="es-MX" sz="1600" b="1" dirty="0" smtClean="0">
                <a:cs typeface="Calibri Light" panose="020F0302020204030204" pitchFamily="34" charset="0"/>
              </a:rPr>
              <a:t>Implementar </a:t>
            </a:r>
            <a:r>
              <a:rPr lang="es-MX" sz="1600" b="1" dirty="0">
                <a:cs typeface="Calibri Light" panose="020F0302020204030204" pitchFamily="34" charset="0"/>
              </a:rPr>
              <a:t>un programa alimentario integral entre la Secretaría de </a:t>
            </a:r>
            <a:r>
              <a:rPr lang="es-MX" sz="1600" b="1" dirty="0" smtClean="0">
                <a:cs typeface="Calibri Light" panose="020F0302020204030204" pitchFamily="34" charset="0"/>
              </a:rPr>
              <a:t>Salud, SEP, SEDESOL y SEMARNAT</a:t>
            </a:r>
            <a:endParaRPr lang="es-MX" sz="1600" b="1" dirty="0">
              <a:cs typeface="Calibri Light" panose="020F0302020204030204" pitchFamily="34" charset="0"/>
            </a:endParaRPr>
          </a:p>
        </p:txBody>
      </p:sp>
      <p:grpSp>
        <p:nvGrpSpPr>
          <p:cNvPr id="14" name="6 Grupo"/>
          <p:cNvGrpSpPr/>
          <p:nvPr/>
        </p:nvGrpSpPr>
        <p:grpSpPr>
          <a:xfrm>
            <a:off x="6701737" y="1465209"/>
            <a:ext cx="1777931" cy="612000"/>
            <a:chOff x="6065427" y="1545792"/>
            <a:chExt cx="1777931" cy="612000"/>
          </a:xfrm>
        </p:grpSpPr>
        <p:pic>
          <p:nvPicPr>
            <p:cNvPr id="15" name="Imagen 31" descr="PARTIDO ACCIÓN NACIONAL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5427" y="1545792"/>
              <a:ext cx="652971" cy="61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Imagen 32" descr="PARTIDO DE LA REVOLUCIÓN DEMOCRÁTICA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684" y="1545792"/>
              <a:ext cx="652971" cy="61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18 Imagen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8765" y="1599792"/>
              <a:ext cx="504593" cy="504000"/>
            </a:xfrm>
            <a:prstGeom prst="rect">
              <a:avLst/>
            </a:prstGeom>
          </p:spPr>
        </p:pic>
      </p:grpSp>
      <p:sp>
        <p:nvSpPr>
          <p:cNvPr id="18" name="20 CuadroTexto"/>
          <p:cNvSpPr txBox="1"/>
          <p:nvPr/>
        </p:nvSpPr>
        <p:spPr>
          <a:xfrm>
            <a:off x="6310848" y="2240092"/>
            <a:ext cx="263214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 smtClean="0">
                <a:cs typeface="Calibri Light" panose="020F0302020204030204" pitchFamily="34" charset="0"/>
              </a:rPr>
              <a:t>Transitar</a:t>
            </a:r>
            <a:r>
              <a:rPr lang="es-MX" sz="1600" dirty="0" smtClean="0">
                <a:cs typeface="Calibri Light" panose="020F0302020204030204" pitchFamily="34" charset="0"/>
              </a:rPr>
              <a:t> a un modelo que priorice la prevención.</a:t>
            </a:r>
          </a:p>
          <a:p>
            <a:pPr algn="ctr"/>
            <a:endParaRPr lang="es-MX" sz="1600" b="1" dirty="0">
              <a:solidFill>
                <a:srgbClr val="800000"/>
              </a:solidFill>
              <a:cs typeface="Calibri Light" panose="020F0302020204030204" pitchFamily="34" charset="0"/>
            </a:endParaRPr>
          </a:p>
          <a:p>
            <a:pPr algn="ctr"/>
            <a:r>
              <a:rPr lang="es-MX" sz="1600" dirty="0" smtClean="0">
                <a:cs typeface="Calibri Light" panose="020F0302020204030204" pitchFamily="34" charset="0"/>
              </a:rPr>
              <a:t>Fortalecer programas educativos.</a:t>
            </a:r>
          </a:p>
          <a:p>
            <a:pPr algn="ctr"/>
            <a:endParaRPr lang="es-MX" sz="1600" dirty="0">
              <a:cs typeface="Calibri Light" panose="020F0302020204030204" pitchFamily="34" charset="0"/>
            </a:endParaRPr>
          </a:p>
          <a:p>
            <a:pPr algn="ctr"/>
            <a:r>
              <a:rPr lang="es-MX" sz="1600" dirty="0">
                <a:cs typeface="Calibri Light" panose="020F0302020204030204" pitchFamily="34" charset="0"/>
              </a:rPr>
              <a:t>Procurar que toda la población tenga acceso a una </a:t>
            </a:r>
            <a:r>
              <a:rPr lang="es-MX" sz="1600" dirty="0" smtClean="0">
                <a:cs typeface="Calibri Light" panose="020F0302020204030204" pitchFamily="34" charset="0"/>
              </a:rPr>
              <a:t>alimentación saludable</a:t>
            </a:r>
            <a:r>
              <a:rPr lang="es-MX" sz="1600" dirty="0">
                <a:cs typeface="Calibri Light" panose="020F0302020204030204" pitchFamily="34" charset="0"/>
              </a:rPr>
              <a:t>, con una ingesta calórica y nutricional diaria satisfactoria</a:t>
            </a:r>
            <a:r>
              <a:rPr lang="es-MX" sz="1600" dirty="0" smtClean="0">
                <a:cs typeface="Calibri Light" panose="020F0302020204030204" pitchFamily="34" charset="0"/>
              </a:rPr>
              <a:t>.</a:t>
            </a:r>
          </a:p>
          <a:p>
            <a:pPr algn="ctr"/>
            <a:endParaRPr lang="es-MX" sz="1600" dirty="0">
              <a:cs typeface="Calibri Light" panose="020F0302020204030204" pitchFamily="34" charset="0"/>
            </a:endParaRPr>
          </a:p>
          <a:p>
            <a:pPr algn="ctr"/>
            <a:r>
              <a:rPr lang="es-MX" sz="1600" b="1" i="1" dirty="0" smtClean="0">
                <a:solidFill>
                  <a:srgbClr val="800000"/>
                </a:solidFill>
                <a:cs typeface="Calibri Light" panose="020F0302020204030204" pitchFamily="34" charset="0"/>
              </a:rPr>
              <a:t>Impuestos ambientales.</a:t>
            </a:r>
            <a:endParaRPr lang="es-MX" sz="1600" b="1" i="1" dirty="0">
              <a:solidFill>
                <a:srgbClr val="800000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43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escenarios</a:t>
            </a:r>
            <a:endParaRPr lang="es-ES" dirty="0"/>
          </a:p>
        </p:txBody>
      </p:sp>
      <p:pic>
        <p:nvPicPr>
          <p:cNvPr id="3" name="10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02" y="1006978"/>
            <a:ext cx="612000" cy="612000"/>
          </a:xfrm>
          <a:prstGeom prst="rect">
            <a:avLst/>
          </a:prstGeom>
        </p:spPr>
      </p:pic>
      <p:pic>
        <p:nvPicPr>
          <p:cNvPr id="4" name="Picture 2" descr="NUEVA ALIANZ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521" y="1006978"/>
            <a:ext cx="612000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ARTIDO VERDE ECOLOGISTA DE MÉXI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212" y="1006978"/>
            <a:ext cx="612000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3 CuadroTexto"/>
          <p:cNvSpPr txBox="1"/>
          <p:nvPr/>
        </p:nvSpPr>
        <p:spPr>
          <a:xfrm>
            <a:off x="50392" y="1627759"/>
            <a:ext cx="2970352" cy="526298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 smtClean="0">
                <a:cs typeface="Calibri Light" panose="020F0302020204030204" pitchFamily="34" charset="0"/>
              </a:rPr>
              <a:t>Seguimiento a políticas públicas</a:t>
            </a:r>
          </a:p>
          <a:p>
            <a:pPr algn="ctr"/>
            <a:endParaRPr lang="es-MX" sz="1600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smtClean="0">
                <a:cs typeface="Calibri Light" panose="020F0302020204030204" pitchFamily="34" charset="0"/>
              </a:rPr>
              <a:t>Política macroeconómica prudencial.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smtClean="0">
                <a:cs typeface="Calibri Light" panose="020F0302020204030204" pitchFamily="34" charset="0"/>
              </a:rPr>
              <a:t>Reformas Estructurales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smtClean="0">
                <a:cs typeface="Calibri Light" panose="020F0302020204030204" pitchFamily="34" charset="0"/>
              </a:rPr>
              <a:t>Implementación de Políticas Estratégicas (Zonas Económicas Especiales)</a:t>
            </a:r>
          </a:p>
          <a:p>
            <a:pPr algn="ctr"/>
            <a:endParaRPr lang="es-MX" sz="1600" dirty="0">
              <a:cs typeface="Calibri Light" panose="020F0302020204030204" pitchFamily="34" charset="0"/>
            </a:endParaRPr>
          </a:p>
          <a:p>
            <a:pPr algn="ctr"/>
            <a:r>
              <a:rPr lang="es-MX" sz="1600" b="1" dirty="0" smtClean="0">
                <a:solidFill>
                  <a:srgbClr val="800000"/>
                </a:solidFill>
                <a:cs typeface="Calibri Light" panose="020F0302020204030204" pitchFamily="34" charset="0"/>
              </a:rPr>
              <a:t>Resistencia a combate a corrupción</a:t>
            </a:r>
          </a:p>
          <a:p>
            <a:pPr algn="ctr"/>
            <a:endParaRPr lang="es-MX" sz="1600" b="1" dirty="0">
              <a:solidFill>
                <a:srgbClr val="800000"/>
              </a:solidFill>
              <a:cs typeface="Calibri Light" panose="020F0302020204030204" pitchFamily="34" charset="0"/>
            </a:endParaRPr>
          </a:p>
          <a:p>
            <a:pPr algn="ctr"/>
            <a:r>
              <a:rPr lang="es-MX" sz="1600" b="1" dirty="0" smtClean="0">
                <a:solidFill>
                  <a:srgbClr val="800000"/>
                </a:solidFill>
                <a:cs typeface="Calibri Light" panose="020F0302020204030204" pitchFamily="34" charset="0"/>
              </a:rPr>
              <a:t>Decisiones altamente politizadas</a:t>
            </a:r>
          </a:p>
          <a:p>
            <a:pPr algn="ctr"/>
            <a:endParaRPr lang="es-MX" sz="1600" b="1" dirty="0">
              <a:solidFill>
                <a:srgbClr val="800000"/>
              </a:solidFill>
              <a:cs typeface="Calibri Light" panose="020F0302020204030204" pitchFamily="34" charset="0"/>
            </a:endParaRPr>
          </a:p>
          <a:p>
            <a:pPr algn="ctr"/>
            <a:r>
              <a:rPr lang="es-MX" sz="1600" b="1" dirty="0" smtClean="0">
                <a:solidFill>
                  <a:srgbClr val="800000"/>
                </a:solidFill>
                <a:cs typeface="Calibri Light" panose="020F0302020204030204" pitchFamily="34" charset="0"/>
              </a:rPr>
              <a:t>Renegociación TLCAN</a:t>
            </a:r>
            <a:endParaRPr lang="es-MX" sz="1600" b="1" dirty="0">
              <a:solidFill>
                <a:srgbClr val="800000"/>
              </a:solidFill>
              <a:cs typeface="Calibri Light" panose="020F0302020204030204" pitchFamily="34" charset="0"/>
            </a:endParaRPr>
          </a:p>
        </p:txBody>
      </p:sp>
      <p:sp>
        <p:nvSpPr>
          <p:cNvPr id="7" name="3 CuadroTexto"/>
          <p:cNvSpPr txBox="1"/>
          <p:nvPr/>
        </p:nvSpPr>
        <p:spPr>
          <a:xfrm>
            <a:off x="3115424" y="1627759"/>
            <a:ext cx="2970352" cy="507831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800000"/>
                </a:solidFill>
                <a:cs typeface="Calibri Light" panose="020F0302020204030204" pitchFamily="34" charset="0"/>
              </a:rPr>
              <a:t>Incertidumbre en forma de gobierno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rgbClr val="800000"/>
              </a:solidFill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800000"/>
                </a:solidFill>
                <a:cs typeface="Calibri Light" panose="020F0302020204030204" pitchFamily="34" charset="0"/>
              </a:rPr>
              <a:t>Distanciamiento con sector privado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rgbClr val="800000"/>
              </a:solidFill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cs typeface="Calibri Light" panose="020F0302020204030204" pitchFamily="34" charset="0"/>
              </a:rPr>
              <a:t>Política Social Vs. Política Económica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cs typeface="Calibri Light" panose="020F0302020204030204" pitchFamily="34" charset="0"/>
              </a:rPr>
              <a:t>Contrapesos Institucionales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cs typeface="Calibri Light" panose="020F0302020204030204" pitchFamily="34" charset="0"/>
              </a:rPr>
              <a:t>Fragmentación del voto – Sin mayoría en Congreso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cs typeface="Calibri Light" panose="020F0302020204030204" pitchFamily="34" charset="0"/>
              </a:rPr>
              <a:t>Radicalización en renegociación TLCAN</a:t>
            </a:r>
            <a:endParaRPr lang="es-MX" dirty="0">
              <a:cs typeface="Calibri Light" panose="020F0302020204030204" pitchFamily="34" charset="0"/>
            </a:endParaRPr>
          </a:p>
        </p:txBody>
      </p:sp>
      <p:sp>
        <p:nvSpPr>
          <p:cNvPr id="8" name="3 CuadroTexto"/>
          <p:cNvSpPr txBox="1"/>
          <p:nvPr/>
        </p:nvSpPr>
        <p:spPr>
          <a:xfrm>
            <a:off x="6128540" y="1627759"/>
            <a:ext cx="2970352" cy="50629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b="1" dirty="0">
                <a:solidFill>
                  <a:srgbClr val="800000"/>
                </a:solidFill>
                <a:cs typeface="Calibri Light" panose="020F0302020204030204" pitchFamily="34" charset="0"/>
              </a:rPr>
              <a:t>Conciliación de posturas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700" b="1" dirty="0">
              <a:solidFill>
                <a:srgbClr val="800000"/>
              </a:solidFill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cs typeface="Calibri Light" panose="020F0302020204030204" pitchFamily="34" charset="0"/>
              </a:rPr>
              <a:t>Concretar un programa de gobierno hacia el centro.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700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cs typeface="Calibri Light" panose="020F0302020204030204" pitchFamily="34" charset="0"/>
              </a:rPr>
              <a:t>Complejidad para mantener acuerdos.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700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cs typeface="Calibri Light" panose="020F0302020204030204" pitchFamily="34" charset="0"/>
              </a:rPr>
              <a:t>Posibilidad de conformar Gobiernos de coalición.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700" dirty="0"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cs typeface="Calibri Light" panose="020F0302020204030204" pitchFamily="34" charset="0"/>
              </a:rPr>
              <a:t>Falta de conocimiento del actor político a nivel internacional – complejidad de diálogo</a:t>
            </a:r>
            <a:endParaRPr lang="es-MX" sz="1700" dirty="0">
              <a:cs typeface="Calibri Light" panose="020F0302020204030204" pitchFamily="34" charset="0"/>
            </a:endParaRPr>
          </a:p>
        </p:txBody>
      </p:sp>
      <p:pic>
        <p:nvPicPr>
          <p:cNvPr id="9" name="Picture 2" descr="MOREN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392" y="922174"/>
            <a:ext cx="761409" cy="76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PARTIDO DEL TRABAJ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307" y="1015102"/>
            <a:ext cx="575553" cy="57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ENCUENTRO SOCIAL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366" y="1015102"/>
            <a:ext cx="575553" cy="57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31" descr="PARTIDO ACCIÓN NACIONAL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251" y="978655"/>
            <a:ext cx="652971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32" descr="PARTIDO DE LA REVOLUCIÓN DEMOCRÁTICA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508" y="978655"/>
            <a:ext cx="652971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15 Imagen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589" y="1032655"/>
            <a:ext cx="504593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35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Carrera por la presidencia</a:t>
            </a:r>
            <a:endParaRPr lang="es-ES" dirty="0"/>
          </a:p>
        </p:txBody>
      </p:sp>
      <p:graphicFrame>
        <p:nvGraphicFramePr>
          <p:cNvPr id="3" name="Gráfico 2"/>
          <p:cNvGraphicFramePr/>
          <p:nvPr>
            <p:extLst>
              <p:ext uri="{D42A27DB-BD31-4B8C-83A1-F6EECF244321}">
                <p14:modId xmlns:p14="http://schemas.microsoft.com/office/powerpoint/2010/main" val="4143593898"/>
              </p:ext>
            </p:extLst>
          </p:nvPr>
        </p:nvGraphicFramePr>
        <p:xfrm>
          <a:off x="119742" y="1592581"/>
          <a:ext cx="8980714" cy="349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46 CuadroTexto"/>
          <p:cNvSpPr txBox="1"/>
          <p:nvPr/>
        </p:nvSpPr>
        <p:spPr>
          <a:xfrm>
            <a:off x="6607399" y="1244074"/>
            <a:ext cx="249305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MX" sz="1100" b="1" dirty="0" smtClean="0">
              <a:solidFill>
                <a:prstClr val="black"/>
              </a:solidFill>
              <a:cs typeface="Calibri Light" panose="020F0302020204030204" pitchFamily="34" charset="0"/>
            </a:endParaRPr>
          </a:p>
          <a:p>
            <a:pPr algn="just"/>
            <a:r>
              <a:rPr lang="es-MX" sz="11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El Universal</a:t>
            </a:r>
            <a:r>
              <a:rPr lang="es-MX" sz="11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, 16 Noviembre 2017</a:t>
            </a:r>
          </a:p>
          <a:p>
            <a:pPr algn="just"/>
            <a:r>
              <a:rPr lang="es-MX" sz="11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El Financiero,</a:t>
            </a:r>
            <a:r>
              <a:rPr lang="es-MX" sz="11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22 Noviembre 2017</a:t>
            </a:r>
          </a:p>
          <a:p>
            <a:pPr algn="just"/>
            <a:r>
              <a:rPr lang="es-MX" sz="1100" b="1" i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Reforma, </a:t>
            </a:r>
            <a:r>
              <a:rPr lang="es-MX" sz="11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30 Noviembre 2017</a:t>
            </a:r>
          </a:p>
          <a:p>
            <a:pPr algn="just"/>
            <a:r>
              <a:rPr lang="es-MX" sz="1100" b="1" i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El Universal</a:t>
            </a:r>
            <a:r>
              <a:rPr lang="es-MX" sz="11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, 6 Diciembre 2017</a:t>
            </a:r>
          </a:p>
          <a:p>
            <a:pPr algn="just"/>
            <a:r>
              <a:rPr lang="es-MX" sz="1100" b="1" i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Mitofsky</a:t>
            </a:r>
            <a:r>
              <a:rPr lang="es-MX" sz="1100" b="1" i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 </a:t>
            </a:r>
            <a:r>
              <a:rPr lang="es-MX" sz="11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9 Diciembre 2017</a:t>
            </a:r>
          </a:p>
          <a:p>
            <a:pPr algn="just"/>
            <a:r>
              <a:rPr lang="es-MX" sz="1100" b="1" i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Parametría</a:t>
            </a:r>
            <a:r>
              <a:rPr lang="es-MX" sz="1100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, 5 Enero 2018</a:t>
            </a:r>
            <a:endParaRPr lang="es-MX" sz="1100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pic>
        <p:nvPicPr>
          <p:cNvPr id="5" name="Picture 2" descr="Resultado de imagen para josé antonio mead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9" r="16023"/>
          <a:stretch/>
        </p:blipFill>
        <p:spPr bwMode="auto">
          <a:xfrm>
            <a:off x="4390975" y="5035090"/>
            <a:ext cx="422267" cy="6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6" name="Picture 2" descr="Resultado de imagen para ricardo anay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055" y="5035090"/>
            <a:ext cx="602222" cy="6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19" y="5035090"/>
            <a:ext cx="524435" cy="6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" name="Picture 8" descr="Resultado de imagen para jaime rodriguez el bronco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5" r="12834" b="12813"/>
          <a:stretch/>
        </p:blipFill>
        <p:spPr bwMode="auto">
          <a:xfrm>
            <a:off x="7967968" y="5035090"/>
            <a:ext cx="473221" cy="6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sp>
        <p:nvSpPr>
          <p:cNvPr id="9" name="Rectángulo 8"/>
          <p:cNvSpPr/>
          <p:nvPr/>
        </p:nvSpPr>
        <p:spPr>
          <a:xfrm>
            <a:off x="6475116" y="1869557"/>
            <a:ext cx="144000" cy="72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6475116" y="1550349"/>
            <a:ext cx="144000" cy="720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1" name="1 CuadroTexto"/>
          <p:cNvSpPr txBox="1"/>
          <p:nvPr/>
        </p:nvSpPr>
        <p:spPr>
          <a:xfrm>
            <a:off x="401651" y="5750248"/>
            <a:ext cx="1277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Andrés Manuel López Obrador</a:t>
            </a:r>
            <a:endParaRPr lang="es-MX" sz="1400" b="1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2" name="19 CuadroTexto"/>
          <p:cNvSpPr txBox="1"/>
          <p:nvPr/>
        </p:nvSpPr>
        <p:spPr>
          <a:xfrm>
            <a:off x="2283659" y="5750248"/>
            <a:ext cx="1277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Ricardo Anaya</a:t>
            </a:r>
            <a:endParaRPr lang="es-MX" sz="1400" b="1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3" name="22 CuadroTexto"/>
          <p:cNvSpPr txBox="1"/>
          <p:nvPr/>
        </p:nvSpPr>
        <p:spPr>
          <a:xfrm>
            <a:off x="3993727" y="5750248"/>
            <a:ext cx="12770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José Antonio </a:t>
            </a:r>
            <a:r>
              <a:rPr lang="es-MX" sz="1400" b="1" dirty="0" err="1" smtClean="0">
                <a:solidFill>
                  <a:prstClr val="black"/>
                </a:solidFill>
                <a:cs typeface="Calibri Light" panose="020F0302020204030204" pitchFamily="34" charset="0"/>
              </a:rPr>
              <a:t>Meade</a:t>
            </a:r>
            <a:endParaRPr lang="es-MX" sz="1400" b="1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4" name="23 CuadroTexto"/>
          <p:cNvSpPr txBox="1"/>
          <p:nvPr/>
        </p:nvSpPr>
        <p:spPr>
          <a:xfrm>
            <a:off x="7566064" y="5750248"/>
            <a:ext cx="1534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Jaime Rodríguez Calderón</a:t>
            </a:r>
            <a:endParaRPr lang="es-MX" sz="1400" b="1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5" name="Rectángulo 17"/>
          <p:cNvSpPr/>
          <p:nvPr/>
        </p:nvSpPr>
        <p:spPr>
          <a:xfrm>
            <a:off x="6475116" y="1709953"/>
            <a:ext cx="144000" cy="72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prstClr val="white"/>
              </a:solidFill>
            </a:endParaRPr>
          </a:p>
        </p:txBody>
      </p:sp>
      <p:pic>
        <p:nvPicPr>
          <p:cNvPr id="16" name="Imagen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5889" y="5035090"/>
            <a:ext cx="523722" cy="6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7" name="26 CuadroTexto"/>
          <p:cNvSpPr txBox="1"/>
          <p:nvPr/>
        </p:nvSpPr>
        <p:spPr>
          <a:xfrm>
            <a:off x="5892450" y="5750248"/>
            <a:ext cx="1277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 smtClean="0">
                <a:solidFill>
                  <a:prstClr val="black"/>
                </a:solidFill>
                <a:cs typeface="Calibri Light" panose="020F0302020204030204" pitchFamily="34" charset="0"/>
              </a:rPr>
              <a:t>Margarita Zavala</a:t>
            </a:r>
            <a:endParaRPr lang="es-MX" sz="1400" b="1" dirty="0">
              <a:solidFill>
                <a:prstClr val="black"/>
              </a:solidFill>
              <a:cs typeface="Calibri Light" panose="020F0302020204030204" pitchFamily="34" charset="0"/>
            </a:endParaRPr>
          </a:p>
        </p:txBody>
      </p:sp>
      <p:sp>
        <p:nvSpPr>
          <p:cNvPr id="18" name="Rectángulo 54"/>
          <p:cNvSpPr/>
          <p:nvPr/>
        </p:nvSpPr>
        <p:spPr>
          <a:xfrm>
            <a:off x="6475116" y="2029161"/>
            <a:ext cx="144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9" name="Rectángulo 54"/>
          <p:cNvSpPr/>
          <p:nvPr/>
        </p:nvSpPr>
        <p:spPr>
          <a:xfrm>
            <a:off x="6475116" y="2348367"/>
            <a:ext cx="144000" cy="7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20" name="Rectángulo 54"/>
          <p:cNvSpPr/>
          <p:nvPr/>
        </p:nvSpPr>
        <p:spPr>
          <a:xfrm>
            <a:off x="6475116" y="2188765"/>
            <a:ext cx="144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816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El negocio enfrenta retos importantes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8361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OMESA">
  <a:themeElements>
    <a:clrScheme name="PROMESA">
      <a:dk1>
        <a:srgbClr val="1A171B"/>
      </a:dk1>
      <a:lt1>
        <a:srgbClr val="FFFFFF"/>
      </a:lt1>
      <a:dk2>
        <a:srgbClr val="DC241F"/>
      </a:dk2>
      <a:lt2>
        <a:srgbClr val="F8F8F8"/>
      </a:lt2>
      <a:accent1>
        <a:srgbClr val="E2001A"/>
      </a:accent1>
      <a:accent2>
        <a:srgbClr val="FF6600"/>
      </a:accent2>
      <a:accent3>
        <a:srgbClr val="00CC00"/>
      </a:accent3>
      <a:accent4>
        <a:srgbClr val="8064A2"/>
      </a:accent4>
      <a:accent5>
        <a:srgbClr val="00B0F0"/>
      </a:accent5>
      <a:accent6>
        <a:srgbClr val="FF0066"/>
      </a:accent6>
      <a:hlink>
        <a:srgbClr val="FF0000"/>
      </a:hlink>
      <a:folHlink>
        <a:srgbClr val="953734"/>
      </a:folHlink>
    </a:clrScheme>
    <a:fontScheme name="Summer">
      <a:majorFont>
        <a:latin typeface="Century Gothic"/>
        <a:ea typeface=""/>
        <a:cs typeface=""/>
        <a:font script="Jpan" typeface="ヒラギノ丸ゴ Pro W4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ヒラギノ丸ゴ Pro W4"/>
        <a:font script="Hans" typeface="宋体"/>
        <a:font script="Hant" typeface="新細明體"/>
      </a:minorFont>
    </a:fontScheme>
    <a:fmtScheme name="Alta cost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PROMESA.thmx</Template>
  <TotalTime>35930</TotalTime>
  <Words>1537</Words>
  <Application>Microsoft Macintosh PowerPoint</Application>
  <PresentationFormat>Presentación en pantalla (4:3)</PresentationFormat>
  <Paragraphs>274</Paragraphs>
  <Slides>32</Slides>
  <Notes>9</Notes>
  <HiddenSlides>8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3" baseType="lpstr">
      <vt:lpstr>PROMESA</vt:lpstr>
      <vt:lpstr>Comité de RRHH </vt:lpstr>
      <vt:lpstr>Que nos espera en 2018</vt:lpstr>
      <vt:lpstr>Existen 4 grandes fuentes de incertidumbre</vt:lpstr>
      <vt:lpstr>Perspectiva económica 2018</vt:lpstr>
      <vt:lpstr>Economía latinoamericana mejorando</vt:lpstr>
      <vt:lpstr>Eu presenta tendencias de crecimiento</vt:lpstr>
      <vt:lpstr>Ingreso y consumo personal mejorando</vt:lpstr>
      <vt:lpstr>Tasa de desempleo disminuyendo</vt:lpstr>
      <vt:lpstr>Incertidumbres externas </vt:lpstr>
      <vt:lpstr>¿QuÉ está en juego?</vt:lpstr>
      <vt:lpstr>Costos importantes para méxico pero no una catástrofe</vt:lpstr>
      <vt:lpstr>Aun que parece ilógico… 2017 en números</vt:lpstr>
      <vt:lpstr>Incertidumbres externas </vt:lpstr>
      <vt:lpstr>Cambios que afectarían a méxico</vt:lpstr>
      <vt:lpstr>Cambios que afectarían a méxico</vt:lpstr>
      <vt:lpstr>Cambios que afectarían a méxico</vt:lpstr>
      <vt:lpstr>Incertidumbres internas</vt:lpstr>
      <vt:lpstr>Crecimiento apalancado en exportaciones</vt:lpstr>
      <vt:lpstr>Inversiones productivas en descenso</vt:lpstr>
      <vt:lpstr>Inflación es ascenso </vt:lpstr>
      <vt:lpstr>Se debilita el consumo privado</vt:lpstr>
      <vt:lpstr>Otros factores</vt:lpstr>
      <vt:lpstr>Conclusiones económicas</vt:lpstr>
      <vt:lpstr>Incertidumbres internas</vt:lpstr>
      <vt:lpstr>Temas políticos que afectan el crecimiento económico del país</vt:lpstr>
      <vt:lpstr>Panorama político</vt:lpstr>
      <vt:lpstr>28 entidades federativas </vt:lpstr>
      <vt:lpstr>La coalición tiene representatividad</vt:lpstr>
      <vt:lpstr>Agenda de aspirantes</vt:lpstr>
      <vt:lpstr>escenarios</vt:lpstr>
      <vt:lpstr>Carrera por la presidencia</vt:lpstr>
      <vt:lpstr>El negocio enfrenta retos importantes</vt:lpstr>
    </vt:vector>
  </TitlesOfParts>
  <Company>TINNOVA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ASCOCA</dc:title>
  <dc:creator>Mario Ríos</dc:creator>
  <cp:lastModifiedBy>Joaquìn Vidal Lladò</cp:lastModifiedBy>
  <cp:revision>161</cp:revision>
  <cp:lastPrinted>2017-02-22T15:09:38Z</cp:lastPrinted>
  <dcterms:created xsi:type="dcterms:W3CDTF">2014-05-19T15:01:11Z</dcterms:created>
  <dcterms:modified xsi:type="dcterms:W3CDTF">2018-02-06T14:17:27Z</dcterms:modified>
</cp:coreProperties>
</file>